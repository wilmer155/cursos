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  <p:sldMasterId id="2147483665" r:id="rId3"/>
    <p:sldMasterId id="2147483667" r:id="rId4"/>
    <p:sldMasterId id="2147483669" r:id="rId5"/>
  </p:sldMasterIdLst>
  <p:sldIdLst>
    <p:sldId id="256" r:id="rId6"/>
    <p:sldId id="257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7" r:id="rId29"/>
    <p:sldId id="289" r:id="rId30"/>
    <p:sldId id="264" r:id="rId31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F631D2-C106-40CF-B00F-2AE2F875672D}" v="7" dt="2023-11-12T21:57:26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2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er Ortega Erazo" userId="19082e28a51afb61" providerId="LiveId" clId="{94990643-8E4E-4CF9-87DE-7C4FB3DD37DE}"/>
    <pc:docChg chg="undo redo custSel addSld delSld modSld sldOrd">
      <pc:chgData name="Wilmer Ortega Erazo" userId="19082e28a51afb61" providerId="LiveId" clId="{94990643-8E4E-4CF9-87DE-7C4FB3DD37DE}" dt="2023-09-19T05:25:16.430" v="5958" actId="20577"/>
      <pc:docMkLst>
        <pc:docMk/>
      </pc:docMkLst>
      <pc:sldChg chg="modSp mod">
        <pc:chgData name="Wilmer Ortega Erazo" userId="19082e28a51afb61" providerId="LiveId" clId="{94990643-8E4E-4CF9-87DE-7C4FB3DD37DE}" dt="2023-09-19T04:26:45.077" v="4081" actId="123"/>
        <pc:sldMkLst>
          <pc:docMk/>
          <pc:sldMk cId="1286385962" sldId="257"/>
        </pc:sldMkLst>
        <pc:spChg chg="mod">
          <ac:chgData name="Wilmer Ortega Erazo" userId="19082e28a51afb61" providerId="LiveId" clId="{94990643-8E4E-4CF9-87DE-7C4FB3DD37DE}" dt="2023-09-19T04:26:45.077" v="4081" actId="123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94990643-8E4E-4CF9-87DE-7C4FB3DD37DE}" dt="2023-09-14T01:18:56.072" v="318" actId="123"/>
        <pc:sldMkLst>
          <pc:docMk/>
          <pc:sldMk cId="3431946679" sldId="265"/>
        </pc:sldMkLst>
        <pc:spChg chg="mod">
          <ac:chgData name="Wilmer Ortega Erazo" userId="19082e28a51afb61" providerId="LiveId" clId="{94990643-8E4E-4CF9-87DE-7C4FB3DD37DE}" dt="2023-09-14T00:57:11.941" v="38" actId="6549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18:56.072" v="318" actId="123"/>
          <ac:spMkLst>
            <pc:docMk/>
            <pc:sldMk cId="3431946679" sldId="265"/>
            <ac:spMk id="4" creationId="{A29C0834-3DBC-9FB3-0E0A-F77D599198EB}"/>
          </ac:spMkLst>
        </pc:spChg>
      </pc:sldChg>
      <pc:sldChg chg="del">
        <pc:chgData name="Wilmer Ortega Erazo" userId="19082e28a51afb61" providerId="LiveId" clId="{94990643-8E4E-4CF9-87DE-7C4FB3DD37DE}" dt="2023-09-13T23:55:26.385" v="1" actId="2696"/>
        <pc:sldMkLst>
          <pc:docMk/>
          <pc:sldMk cId="1781570308" sldId="26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043588" sldId="26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47522046" sldId="26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39485298" sldId="26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07773906" sldId="27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161581513" sldId="27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563264062" sldId="27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6196386" sldId="27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729497186" sldId="27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51404774" sldId="27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43063018" sldId="27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808660477" sldId="27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801650345" sldId="27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377595682" sldId="27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216447524" sldId="28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126264911" sldId="28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151016605" sldId="28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695693587" sldId="28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97497913" sldId="28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586808836" sldId="28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954065260" sldId="28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887545344" sldId="28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756311536" sldId="28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026742113" sldId="289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19220694" sldId="290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78730975" sldId="291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12074948" sldId="292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900314451" sldId="293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70218217" sldId="294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83735728" sldId="295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1342916085" sldId="296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3598863578" sldId="297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294367465" sldId="298"/>
        </pc:sldMkLst>
      </pc:sldChg>
      <pc:sldChg chg="del">
        <pc:chgData name="Wilmer Ortega Erazo" userId="19082e28a51afb61" providerId="LiveId" clId="{94990643-8E4E-4CF9-87DE-7C4FB3DD37DE}" dt="2023-09-13T23:55:22.467" v="0" actId="2696"/>
        <pc:sldMkLst>
          <pc:docMk/>
          <pc:sldMk cId="4092678982" sldId="299"/>
        </pc:sldMkLst>
      </pc:sldChg>
      <pc:sldChg chg="addSp delSp modSp add mod">
        <pc:chgData name="Wilmer Ortega Erazo" userId="19082e28a51afb61" providerId="LiveId" clId="{94990643-8E4E-4CF9-87DE-7C4FB3DD37DE}" dt="2023-09-14T00:58:51.383" v="64" actId="1076"/>
        <pc:sldMkLst>
          <pc:docMk/>
          <pc:sldMk cId="257352372" sldId="301"/>
        </pc:sldMkLst>
        <pc:spChg chg="del mod">
          <ac:chgData name="Wilmer Ortega Erazo" userId="19082e28a51afb61" providerId="LiveId" clId="{94990643-8E4E-4CF9-87DE-7C4FB3DD37DE}" dt="2023-09-14T00:58:37.307" v="62" actId="478"/>
          <ac:spMkLst>
            <pc:docMk/>
            <pc:sldMk cId="257352372" sldId="301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30" creationId="{821C1DD0-E74F-8FD5-3BD2-7B6A590F691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5" creationId="{0A201B94-67A2-4C2F-030E-2BEAD128C8E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6" creationId="{02C528C8-0353-72D9-6ABA-45CD1AF7C9C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7" creationId="{1A8E6155-0E34-656C-1712-A766DC93DA1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8" creationId="{4435ED9F-17D4-D1D4-6DBC-63DB715C6DB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49" creationId="{4DB17C35-BCE9-F552-002A-29BF29D19BA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0" creationId="{B2F5A447-3BEF-0AA2-4409-04520F1C71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1" creationId="{F13D36EF-3546-57E4-F08C-77974E2FDF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2" creationId="{808DF9BB-63F9-3F93-8F1C-88606E575B8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3" creationId="{B11BC1D0-5E63-33F1-3198-0E924B42A0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4" creationId="{C99740A7-D299-12CC-E847-8A120DCEF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5" creationId="{ECDB4592-6F1D-72F9-4368-920BD7E32C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6" creationId="{9E184A68-DA9C-4DE2-D562-4A1B4E3FEF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7" creationId="{9C1EBB80-0786-01EF-0D58-81100722FCD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8" creationId="{92A939D4-162C-9D3F-DD34-2BD912C9B5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59" creationId="{9A78BA66-3C89-0EC5-8323-BDFA835AB9A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0" creationId="{9BF22A0B-1FF3-DD78-3615-869BD2C7D87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1" creationId="{650F240E-D13F-D905-8434-7DB7BD4F4D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2" creationId="{3C7D878B-43EB-970F-49B0-6EE039AB4F3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3" creationId="{4FE9B6DB-6331-7FDB-FCDD-D27EB2A6CA0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4" creationId="{35EC97CF-F157-D89B-E6F2-C31A58ACB17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5" creationId="{1B76D029-EF23-C699-1F0F-C3B56D3422A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6" creationId="{C3FF7EF3-DA92-40B0-348E-705135F5AA8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7" creationId="{7C6D6A72-18EC-D23D-6236-5A996066A0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8" creationId="{9CF08582-D6AB-AB30-4EE5-91C9E9DDE3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69" creationId="{A142077A-AE59-D349-76B9-4D226F175F9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0" creationId="{BCE4B6EB-726C-E0E3-D648-47C5E834033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1" creationId="{48CDD72F-DFA7-02D2-B598-F0AC82998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2" creationId="{3BA1065C-F040-6D9C-1B51-F833639A22E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3" creationId="{212C320B-68FF-C82E-5A93-51BB48B4E2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4" creationId="{A1176139-5790-3874-6218-8113D4A1E89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5" creationId="{7B1F2C92-CF1D-4128-C937-F97385D2B5B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6" creationId="{6F77EA40-8E64-F447-B59F-A8795675E26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7" creationId="{84743A29-B405-BF9D-7477-53FCD58C27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8" creationId="{A34DD042-1752-720E-EC32-0FA6C1A30FD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79" creationId="{AE8A831E-0C84-200C-F3A2-7136907B83D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0" creationId="{2B2F0D63-E163-9224-A124-593C09791F1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1" creationId="{39A6FEC4-93CA-0BC0-AF92-75A2411168A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2" creationId="{00F0B2D6-4AB1-B4ED-9C7D-47B185779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3" creationId="{0E4AAEA3-BF9D-D1D2-A31D-E9AA2BA9E78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4" creationId="{7999391D-B622-D316-2D8C-E5A5BF1AB06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5" creationId="{25E6302F-25AC-46DB-4500-30875D7ADE5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6" creationId="{80EF0143-D96F-A3F8-6BEF-C712662B56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7" creationId="{3AFCE8FD-20D7-2B9B-EDBF-99A481DA35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8" creationId="{8119E9F0-EC80-031B-05A2-CA807FC77B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89" creationId="{E59676FA-3D79-057C-37DD-562369329EF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0" creationId="{EDFA0559-8263-9AF9-722F-8BF2943858E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1" creationId="{204214E0-63AE-57EB-B47B-24D6A5DDD2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2" creationId="{CFEC79E9-C691-2F0F-9AF4-84BA131CC1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3" creationId="{E05C27C4-0841-60A3-4DA9-2511A9261CD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4" creationId="{646C99F0-9F48-EB72-DD53-D068B4E5559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5" creationId="{6E1F8834-6F7F-E726-1166-68870866481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6" creationId="{CC0F37C8-0983-9D6C-AFF4-D8DDCBF66A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7" creationId="{60AF7852-7554-A649-0211-061C43080C3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8" creationId="{C4C3AEB5-5125-AC68-C4D7-517734579B7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99" creationId="{65508DE2-0B29-3E6C-1729-85A8A0E41A3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0" creationId="{B8EAAEB8-5807-9FFB-7968-B5A134B54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1" creationId="{A961F514-505B-BD07-40C2-EF2A8D497D2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2" creationId="{A3CEA4F5-5799-54BA-5D35-C4017BAB672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3" creationId="{C67636EE-EB53-FF86-A2C2-ECF3E690F41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4" creationId="{3826F147-4CB5-D374-0B6D-1C4AA83486C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5" creationId="{9A7481CA-648A-2BBC-AEC3-77160B927AA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6" creationId="{094F077F-73E8-2884-D2F9-7CBB0F20F8D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7" creationId="{C3DE86D2-4D00-692F-E7D0-83749CDE8F6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8" creationId="{C2D8B825-234B-16DB-8435-94CBE9F822C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09" creationId="{561E55DB-3F59-0571-283E-9F74893588C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0" creationId="{4A6C1774-E303-722A-EDBC-CF842CE9664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1" creationId="{774740B0-95EF-E025-7821-EF8EA2FCFC6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2" creationId="{97293C43-9C94-34BB-98C0-36E067E5C7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3" creationId="{24686E95-3630-646D-CCB8-7F8F17108B6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4" creationId="{010B73DB-2789-26E9-5EDA-2E30F883B37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5" creationId="{C18F20D1-1F14-130D-0E9B-545C2E396CD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6" creationId="{85FF3C9A-5CE7-A352-DABC-87663FD0058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7" creationId="{7E6913F8-A71B-633A-16D1-1AB3FF08A13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8" creationId="{C839B249-2EDD-3598-D4BA-AD15921988D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19" creationId="{1C010609-489F-802C-2704-26E3A6E12C2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0" creationId="{5649806C-06A6-E2ED-8AA3-E9E9A902663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1" creationId="{76B667D3-A394-9067-8A69-BA732E1B6F0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2" creationId="{CE711F6D-7654-C26E-D9D3-AF3781D9BAF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3" creationId="{0AC32F6F-F71E-C3AB-E0DE-DAB44A606B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4" creationId="{708E6528-B542-B805-102F-866C2BA17EC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5" creationId="{4948BC87-7DB4-247A-F877-1C78672B46D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6" creationId="{916AE519-E1CA-18A5-5029-03A3E8B11E1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7" creationId="{3EA55079-C720-C5F5-4642-B91B3DDB44B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8" creationId="{A35521C8-E66F-977B-6D4E-B67C77F9C38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29" creationId="{D373BBE9-5638-094F-75BA-A951CF3DA18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0" creationId="{EFF7ED1F-5E80-57C5-8F29-A6ACEAC18B7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1" creationId="{EFECB652-DDD6-5E34-B23B-6F0656D1779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2" creationId="{02B59DF6-5CCE-8D33-7C48-66774517BA6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3" creationId="{F1269DAD-6060-C5A2-AE8B-08069B44423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4" creationId="{DA3EE334-1313-20A5-5B2E-9FAA3A1BD55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5" creationId="{D7B9B7FB-825F-42D5-DA4B-608F3C9AA8F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6" creationId="{363CD76F-1DCB-AF38-1290-92B42EC4E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7" creationId="{5480AFA0-1E62-2696-0298-3F36D605DF64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38" creationId="{EEE02B50-E714-4564-CA24-6DAE7EA4E8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8" creationId="{282EDF45-F336-9B46-669E-A8E991EBD20B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59" creationId="{2F6B2CDD-9789-D8DC-C640-B0021B5E5C8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0" creationId="{D3337C4B-BDC6-48BB-7D60-E543A97C074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1" creationId="{4F030BDE-57F3-E335-7179-730BEF3B72E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2" creationId="{A3F15205-EE4A-2BC2-A16A-DEE693AECF1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3" creationId="{AFAE6D6A-0C08-621A-3BE8-49C5B5A797E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4" creationId="{2E1E8B84-081E-2B7C-0F54-AA0D540DE3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5" creationId="{591C520E-20D1-DCAD-7AA3-CF631CC594A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6" creationId="{0CB78CE5-9C8A-49A8-1270-35C9AAE0646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7" creationId="{EFC82B85-1A36-FAA6-850D-19148C24BAF7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8" creationId="{8310E293-F1FF-26B3-65F4-B8EBF5C53EE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69" creationId="{E280DD52-DF00-E64B-0B98-F862EAF97A9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0" creationId="{0C1D7BBF-AED3-1A04-D842-674149BF537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1" creationId="{A2750BD6-E6A6-3541-62A9-C6416EE6EB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2" creationId="{0B3D6643-6C5B-E373-DAA4-60662A48D34E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3" creationId="{CA16818F-5C78-E351-FAF3-5FFF75E0356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4" creationId="{D94DACA2-E57F-1E1F-1E46-3A359EDFBCE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5" creationId="{685DEF34-C707-75DC-34B2-C63163588E2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6" creationId="{CA379C78-2535-D3E3-C380-4737CDD2AB2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7" creationId="{6203A06F-CCEF-3A9B-B050-ABCEA111880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8" creationId="{05C60299-4CF3-A869-5567-34C8EDECDA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79" creationId="{68C808F2-1645-34E4-8928-B48C6FC9F12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0" creationId="{ED7CD46A-3C7E-9DF6-6B74-4668DD62B85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1" creationId="{640670D8-AC88-C1AA-65DA-995471DCAB6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2" creationId="{341E43BB-4011-D354-ABD3-4D523AED9404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3" creationId="{999B2B21-BED3-37BE-554A-5FD5A046001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4" creationId="{2EAB82E9-873B-5A9F-766F-09913E281145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5" creationId="{60ABB1BF-EC80-2554-8DAE-6419D0C0DBD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6" creationId="{288F029F-D3B5-2151-5898-AB5F0F1788F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7" creationId="{50D67CD7-81C4-50D9-268B-EBE2F966BFE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8" creationId="{EA351BD0-A64D-B6D6-7F43-3121C94E086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89" creationId="{A925A539-936B-E944-C335-7AA253A6D966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0" creationId="{B4EEFD11-66A7-0CBB-67F3-C122D7A8085A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1" creationId="{082D56ED-8CF5-33A8-61C8-CCF7D9C71900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2" creationId="{F80270D9-2B38-2FFD-0293-3979028731ED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3" creationId="{73428E7E-FE12-F561-7F14-0FC634887173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4" creationId="{31DE5465-68E8-CA55-1445-36CEFC1B084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5" creationId="{D26ECE08-C520-4B18-23CC-2D76B65E1159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6" creationId="{EB246EFD-5FA3-7EC2-71F0-AD4D5B06D82C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7" creationId="{55C133D9-BF39-1372-CDAA-B6B3DD0BFF5F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8" creationId="{3DAF830E-A346-48C3-8C1F-7CEB55A3234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199" creationId="{B704B196-416B-347F-68E9-C4B1F94B6EE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0" creationId="{BD100EDE-EFA0-81E7-CCC0-758E92BD8B0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1" creationId="{A14A1613-C77D-4DF3-7B2E-8D316AD6FAB8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2" creationId="{42A7C532-C5A4-A059-A55C-A8B0D5F2A332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3" creationId="{6B3781D3-7893-3BE1-7DBA-E4BA4416D4E1}"/>
          </ac:spMkLst>
        </pc:spChg>
        <pc:spChg chg="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4" creationId="{FB621D3F-0358-A5EF-8DE8-C774A88DD43E}"/>
          </ac:spMkLst>
        </pc:spChg>
        <pc:spChg chg="add mod">
          <ac:chgData name="Wilmer Ortega Erazo" userId="19082e28a51afb61" providerId="LiveId" clId="{94990643-8E4E-4CF9-87DE-7C4FB3DD37DE}" dt="2023-09-14T00:58:51.383" v="64" actId="1076"/>
          <ac:spMkLst>
            <pc:docMk/>
            <pc:sldMk cId="257352372" sldId="301"/>
            <ac:spMk id="205" creationId="{D3E00811-B51F-CEDE-BA9E-98ADB3B7543E}"/>
          </ac:spMkLst>
        </pc:s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" creationId="{2EE93B74-8CB5-4802-DE77-F28EE8288A3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5" creationId="{94D07ADC-74B6-3054-C03C-9C358DC75DB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6" creationId="{6A183998-5A7D-71DC-7AE6-0AE25F9BDA4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7" creationId="{5F719087-8D16-674E-A239-C867B4FD996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8" creationId="{1EFF5C09-7631-D1F0-163B-E54CA9491A3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9" creationId="{B3D11DC5-042C-8C4C-0480-EB0075B2E9E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0" creationId="{79D36307-2DF2-92EC-BE9B-A30F639AFAE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1" creationId="{E46830B1-E200-4AEB-42FE-95C36FFA423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2" creationId="{02DD39BD-A01E-0E73-CC22-1EDB060799E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" creationId="{963260D7-A505-20EB-4B55-3D1A8768363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" creationId="{6E9C8BDD-03CC-F13E-AE21-64A77003764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" creationId="{F89F9AC3-CE05-74A4-14AB-2AC0D3916BC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6" creationId="{4C83BFBD-615C-5AAE-B3A7-6BC5A4D2E55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7" creationId="{CA99943D-71EA-AB9B-3912-CE010007E51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8" creationId="{CA5D39D8-B19D-F9F6-C859-B566B6C7BDD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9" creationId="{CE09273D-4FE0-CCF3-9383-50269ACED3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0" creationId="{3174B1E3-AB17-EC85-FE80-F4B3C211936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1" creationId="{8FB75041-3EE1-9BA6-DED1-1297E5012448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2" creationId="{5EE2E2F7-B166-8DDE-9ACE-EFD732F168B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3" creationId="{9CADCD6D-33CD-3876-02DE-4C66479624C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4" creationId="{C68A2683-4F1D-E668-0818-37C1723D44A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5" creationId="{B82D75A5-4531-7038-BC4A-B4081469DF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6" creationId="{EDF27EB8-3B11-A075-EA72-CE8317C58E7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7" creationId="{4CB020A7-B3C6-F8FA-38CC-9E70D0D582B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8" creationId="{55360BD3-2A4A-BDAF-6D75-43A7F864F74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29" creationId="{05291A85-8D51-8BCD-309C-FAC6444586D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1" creationId="{B345B244-6FD1-65A5-2C46-EBF325F438A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2" creationId="{E3EAF35C-A9C8-C38A-4DA1-E8335CF4B6F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3" creationId="{B9828780-1FA8-128D-21DF-78F84117D3F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4" creationId="{810EE469-D463-2817-BC5F-85A91169DAF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5" creationId="{4AA62C9E-F43A-534C-AA4E-D42C6E2FED1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6" creationId="{5393CD05-6B72-3FAF-69EE-8EB43D61649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7" creationId="{4A3240E7-8E6E-D827-AB27-87FEC68FA775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8" creationId="{1D92D965-FDF4-3631-2735-ACC187BDE332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39" creationId="{B69D58F8-661D-F76D-6041-DFC7DEFC2F9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0" creationId="{52B8246F-5146-A3B0-382B-2E67DA78832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1" creationId="{5661BAF2-3804-32D1-3931-8CA9F8536B0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2" creationId="{E9E9ABFC-8006-40BD-DCEC-D2A15D54AD5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3" creationId="{DE274EA8-7BAC-2938-C658-B6D11B1BBE8C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44" creationId="{05F6D0FD-3A1A-5D53-D5CF-70C72D1BD421}"/>
          </ac:grpSpMkLst>
        </pc:grpChg>
        <pc:grpChg chg="add 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39" creationId="{338B4592-8651-2F35-A6B2-AA0DBED6CB1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0" creationId="{391D7C9C-C906-0424-113C-14BEE07C89BB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1" creationId="{E1B410A2-4F30-EE4E-E090-1AD98E05EBA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2" creationId="{E90E91F6-E6FF-A5AD-D58A-76554301FCA6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3" creationId="{6EB30D60-D9EE-302B-227C-C0A413B06CA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4" creationId="{AC87735C-673A-7CDB-BFC2-174BB8BD479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5" creationId="{FE7C20B0-3D82-3D8A-94D0-0E7771C2BF0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6" creationId="{50C22B3A-E0B6-E7B0-D149-BBEA121B81A1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7" creationId="{449A8683-D92C-CE3B-A2BA-247E69D7375F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8" creationId="{557D7133-230B-ED5B-7A42-F61620D14F7E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49" creationId="{6DF62300-5AF7-380C-2ABE-15BD706DE19D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0" creationId="{07965680-740C-3B2E-0C1D-F82EA543BA39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1" creationId="{C16EB2A2-D208-4085-6935-25C68E43004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2" creationId="{D09ABF39-FC38-6308-999B-85CA91CF40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3" creationId="{F2267D43-878C-DF70-3804-23B6979ED987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4" creationId="{C61BAEEB-98F6-17F7-5FF9-0FCDD4442F2A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5" creationId="{EC7A3DF1-A823-17CB-1B53-5AF4ACE0FD70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6" creationId="{F232E076-3F94-D64F-0B98-45663EA15243}"/>
          </ac:grpSpMkLst>
        </pc:grpChg>
        <pc:grpChg chg="mod">
          <ac:chgData name="Wilmer Ortega Erazo" userId="19082e28a51afb61" providerId="LiveId" clId="{94990643-8E4E-4CF9-87DE-7C4FB3DD37DE}" dt="2023-09-14T00:58:51.383" v="64" actId="1076"/>
          <ac:grpSpMkLst>
            <pc:docMk/>
            <pc:sldMk cId="257352372" sldId="301"/>
            <ac:grpSpMk id="157" creationId="{0F27289F-E92E-FC2B-5C11-0599FB717B7F}"/>
          </ac:grpSpMkLst>
        </pc:grpChg>
      </pc:sldChg>
      <pc:sldChg chg="addSp delSp modSp add">
        <pc:chgData name="Wilmer Ortega Erazo" userId="19082e28a51afb61" providerId="LiveId" clId="{94990643-8E4E-4CF9-87DE-7C4FB3DD37DE}" dt="2023-09-14T00:59:11.253" v="69" actId="1076"/>
        <pc:sldMkLst>
          <pc:docMk/>
          <pc:sldMk cId="4212173715" sldId="302"/>
        </pc:sldMkLst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" creationId="{AE7D06B9-93C9-16D0-9D3E-5BB975121491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138" creationId="{EEE02B50-E714-4564-CA24-6DAE7EA4E8A6}"/>
          </ac:spMkLst>
        </pc:spChg>
        <pc:spChg chg="del">
          <ac:chgData name="Wilmer Ortega Erazo" userId="19082e28a51afb61" providerId="LiveId" clId="{94990643-8E4E-4CF9-87DE-7C4FB3DD37DE}" dt="2023-09-14T00:59:02.520" v="66" actId="478"/>
          <ac:spMkLst>
            <pc:docMk/>
            <pc:sldMk cId="4212173715" sldId="302"/>
            <ac:spMk id="205" creationId="{D3E00811-B51F-CEDE-BA9E-98ADB3B7543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39" creationId="{71B80941-AE56-E866-EBA3-575536D35E9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0" creationId="{C2E0D222-F1C5-DCC7-6FF6-8F0226FD87C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1" creationId="{3B781577-08E1-2504-7C40-ADA00D235E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2" creationId="{2657FA2A-455D-B16B-9455-1031785FE6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3" creationId="{DFB5042F-4BAA-A363-0C82-06E323CD5F2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4" creationId="{8FE2B1B8-9D4B-69AF-48D2-1C3D363BCA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5" creationId="{A8331E5F-71C7-7D4D-9984-A17E8D1350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6" creationId="{F0F2197F-C180-9670-B81A-0EA7CD8C19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7" creationId="{B71707EF-294E-6E2A-F4B4-E1164C4F46E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8" creationId="{E376B718-1E30-06A2-914D-B4B8362098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49" creationId="{7D996BDC-82D4-E6CD-C14B-DF7A623EC1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0" creationId="{775C73C0-4440-100F-8E48-2C6B0D21957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1" creationId="{C2E3DDFA-A236-EBB0-694C-777AC7C00DA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2" creationId="{ED45CC0A-3ED9-EED9-2BEC-827ECFAED95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3" creationId="{56AA9105-4498-3617-70EF-D3AE21DF8E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4" creationId="{53F4178D-4EA2-9BF5-DF3E-622CD23D9C0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5" creationId="{C93BD38C-2115-BB60-C314-A24C6FD494C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6" creationId="{D93983CF-430F-0808-4FF1-3EDE222A11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7" creationId="{97B5B538-9116-6F40-90EC-4757C576E2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8" creationId="{099D5B2B-ABDA-B006-966E-7E5854CACA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59" creationId="{293D2425-3DEA-AC3D-A292-9EBB6B34DC8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0" creationId="{EA92D949-FD67-D39E-8BD7-833BBAC41B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1" creationId="{3E2C1E70-B780-0C29-B251-B8D0255E51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2" creationId="{5FD5BAA9-C46F-6B0A-A87F-ECC8EFE4DD1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3" creationId="{11655FB4-E4E0-8A17-5A1B-049B5738156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4" creationId="{4E7EB9F7-9D23-028A-D7D8-9AFDD3A3389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5" creationId="{9C039409-ACBE-2D03-42C8-DDE5EB40504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6" creationId="{B7ACBC63-C13C-22A4-B6FA-E8A9A453B79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7" creationId="{FCAD6289-E477-E3BB-F278-0AA4F34F84C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8" creationId="{C32535CD-CE39-3553-0ABB-553963EF358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69" creationId="{C8FCE394-624A-B68A-C3D5-5CEEED39CC7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0" creationId="{2F9A8196-441A-DE70-9267-4F665DE1393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1" creationId="{FB4C0D8A-5C3B-51E6-5E4A-625FB7CC116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2" creationId="{A78A7988-C9DD-879A-0352-2C634758F82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3" creationId="{AD7C56CD-09BD-D3E4-D333-657EDB54EA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4" creationId="{E5F35FA9-3591-74AF-D81E-B14DD34F8F6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5" creationId="{F9513476-9B35-0BC9-8FE6-2616848C3CC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6" creationId="{F826A73F-5D7A-3408-C644-58420F583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7" creationId="{BDBEB83D-5B9D-032D-16DA-E9EEA0ED09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8" creationId="{D474DFD8-710B-BECF-7C50-15CD579965F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79" creationId="{F534C04F-C996-95FA-5F87-8F24DD96415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0" creationId="{C7796DFC-3023-F987-3A5D-386A06117DF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1" creationId="{EF369CEB-773C-3DC3-D4EB-FF9790CB111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2" creationId="{6F12E6B7-AA8B-B74A-8D6B-C1FC5648870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3" creationId="{EE38FA01-311A-6972-E9A3-7E26BF30EAA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4" creationId="{5D73B08E-4DF8-1E42-8950-FB41A742B6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5" creationId="{1137E327-FC81-5C7C-7DEA-73876B533FF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6" creationId="{02ADD7A9-ECE4-9680-1A07-20DF3AE72F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7" creationId="{77F11F6B-7F34-AF80-679C-F5AF80778EA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8" creationId="{0B82FEFA-B291-AD27-EE16-8F27CCDB76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89" creationId="{919B053E-0F6C-1D1C-3691-C4C9D3FB97F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0" creationId="{B88B8547-ACF1-E3CB-9CDB-4AFD72CE01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1" creationId="{8433FAC6-6D5A-2EE9-622F-FB1DF6A4F1D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2" creationId="{48AD702B-2AA5-7A6C-B8DC-387D6AB5EEE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3" creationId="{E6CC49E4-C72E-F45C-AF7A-468E48B821D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4" creationId="{B66D1740-BF55-E853-8D69-B2A82F0029D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5" creationId="{6EC170A8-A80D-D11C-D510-2F3C08F29C6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6" creationId="{3DEF7290-9EDF-DC62-810A-F0950AD4526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7" creationId="{FF982691-F38D-05E6-258E-D2E660D67C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8" creationId="{F1B337DE-419E-07AE-A04B-898BB52DBB0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299" creationId="{89478633-710B-26BA-FB95-DAC25115180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0" creationId="{858632DC-C3D5-2B53-AC37-136E3B2FDB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1" creationId="{015F65F3-4059-12B1-E2C8-A6D8046B6EB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2" creationId="{B8371775-8FCC-55AF-2CEB-5763FA2776C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3" creationId="{1A9D2A0E-E955-DADD-CA77-CBCE9954517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4" creationId="{1A74D0A1-1F0C-E8A3-6BA5-AA7899D7A4C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5" creationId="{F026EF06-0081-7F0A-11C7-7654085401D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6" creationId="{89548B07-A035-1817-3ABC-236E3BAEF07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7" creationId="{DBB7506F-9E08-DF8A-FDD8-60618ECE71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8" creationId="{462F6698-F7E3-987D-C071-ADDE064549B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09" creationId="{7F55A51E-7EAD-BE63-03B8-3BADFCE1A3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0" creationId="{ACA2877A-9E09-6357-4E59-67EFC0E2137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1" creationId="{FF9E2572-E1FA-713F-17AA-C78BC779E33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2" creationId="{45AEC68E-CE01-8C74-6E27-F87379B452F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3" creationId="{68115754-4879-3E1A-F4A5-E25816C725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4" creationId="{D8B9BF6E-FF8B-3AE3-0B6F-0957795B46B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5" creationId="{35CF8BDA-86CA-DE7C-5A75-6050C0258FC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6" creationId="{E7F7D8F2-7700-C4C4-880F-569F42D2C806}"/>
          </ac:spMkLst>
        </pc:spChg>
        <pc:spChg chg="add 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17" creationId="{1ECEE707-36C7-5F5F-FA98-BE298404C5F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4" creationId="{47E65811-E071-BBD6-409E-22128FF9BD6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5" creationId="{F01C37EC-6CBB-9786-B49E-2249B26AC9B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6" creationId="{085122D1-1958-2B25-33AA-CE3C01FEB27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7" creationId="{A393E8A8-EBE9-E51A-EAF5-661BD35E14A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8" creationId="{311BE61A-9CC5-363E-C6D4-57E63D19ABE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49" creationId="{0F8C5CB5-54BF-9F4D-F240-F5E26305524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0" creationId="{EE0D0442-843C-EA69-6C95-E6B81B317B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1" creationId="{177A34C9-04BD-4A3E-80CF-2A6D8C4D023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2" creationId="{1709944F-1284-F7C8-4A91-8198032CFCE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3" creationId="{674A601E-BAFA-3287-FDDD-B2830BA39E5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4" creationId="{E7EEB83E-6F50-21AA-2174-B2C829235C4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5" creationId="{19B20CEA-3A0E-C611-674E-8416E738680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6" creationId="{16EE6A96-C596-2827-425D-8A6753B524E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7" creationId="{D9896239-04F9-1C22-577E-078E49ECF71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8" creationId="{415E420C-302F-B4A8-7FDA-6A7E327123E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59" creationId="{D91C93F9-81B9-6E1E-A26B-32D0E04EC1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0" creationId="{82AC0C07-ED50-8845-12AF-5E8AAE2C45A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1" creationId="{31C22BD7-BA33-A346-EBF1-AB97B77F8ED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2" creationId="{E5C14147-F930-2606-1B85-C730CED3A7AC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3" creationId="{448E00F6-A5D7-7F2A-CEF6-A4FF5CBC12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4" creationId="{2EFEF585-72C3-BFCB-4BD5-E4DAA971B00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5" creationId="{E838A99D-9BAF-E409-2E4D-488007DDB22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6" creationId="{322256D4-EBE0-8F21-A68D-04EC6530923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7" creationId="{48C9D739-AD31-41C7-37C4-1C2AE8D2263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8" creationId="{6D15ACCE-9EF6-2610-22C0-F6B07F3FE2E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69" creationId="{1962DB81-E6CC-EF82-AEAF-FB00A04633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0" creationId="{4828EC23-F815-34E7-5E98-86581F04298E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1" creationId="{E8DA6C70-6051-8842-016E-25C1D2537AC1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2" creationId="{D3415E07-99A8-6878-75DF-F75F83E9D02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3" creationId="{679F38BB-327D-9102-B0AB-0B51156B87D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4" creationId="{4670627E-0753-F2E4-1860-585736C77E0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5" creationId="{20B75CD7-B579-7C27-8F45-CCE5ADDDEF3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6" creationId="{F40C5C67-7413-2D3F-5627-3D24C9F3A95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7" creationId="{AEF5E2E8-C4CF-9A89-BDD0-D676713E0D9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8" creationId="{ED332947-E595-6593-B028-D9BEBBFBAD7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79" creationId="{E2A42B4C-0D2E-F65E-1EE1-6CE796CBA26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0" creationId="{1B50EB99-5DCF-5875-97AA-3044F19AEE42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1" creationId="{F9E52ECC-12A0-7DB4-4573-1A809BB52F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2" creationId="{E2EB8A1D-6027-1169-8A24-C93336FA16D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3" creationId="{1C7BD45B-B4E9-3F09-75C3-06CEBDCA0AED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4" creationId="{288E41C7-C5C7-9E40-168D-4B9688F84273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5" creationId="{170D6AB8-962A-8364-3096-62A5007EBB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6" creationId="{D5AFE771-21BE-97C3-0109-65BCE4A785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7" creationId="{6F26827B-5953-AAAD-FF7B-CBF706A6499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8" creationId="{7469E791-2C1B-A1A9-683A-66F083B88C5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89" creationId="{2DA5334B-0B3A-5815-3FBE-C81B28EE570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0" creationId="{B58F658A-F4FF-51CE-564E-17A72EE9EE24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1" creationId="{BA0B02C2-30DA-A540-E276-EBF91CFDA43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2" creationId="{B31FE991-DE20-F670-CDF8-28AE92EEDCA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3" creationId="{733AC6A8-A7FB-7DC6-DAD9-D07F7D8D718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4" creationId="{A1120770-D973-EEBF-7FD7-0D8895D91C89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5" creationId="{AF311F76-B27C-E4E1-1D66-91C081D6B948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6" creationId="{A01557E3-46A8-C8DD-A167-FCF1C3543C2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7" creationId="{384C9B9C-FD13-DD61-2F8C-E1428B59579F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8" creationId="{7FD6FC4E-9741-CCAD-1AFD-81096BFD379A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399" creationId="{D0B1F0B7-0EF3-9F6E-1EF7-5D9F93A07F55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0" creationId="{79B3BBCB-0720-9F93-7B44-BFF4A9D5622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1" creationId="{AA15E5D8-02EB-1CBD-ACD5-B4F53915F7F7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2" creationId="{FB5262B4-447A-3CFE-16DB-7C3F94CBD29B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3" creationId="{8BAE5128-7C70-C8DB-C31E-96DB498CE896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4" creationId="{48FFCD67-9125-AFA4-878E-452EBC78FC40}"/>
          </ac:spMkLst>
        </pc:spChg>
        <pc:spChg chg="mod">
          <ac:chgData name="Wilmer Ortega Erazo" userId="19082e28a51afb61" providerId="LiveId" clId="{94990643-8E4E-4CF9-87DE-7C4FB3DD37DE}" dt="2023-09-14T00:59:11.253" v="69" actId="1076"/>
          <ac:spMkLst>
            <pc:docMk/>
            <pc:sldMk cId="4212173715" sldId="302"/>
            <ac:spMk id="405" creationId="{850CC7F9-73D6-03FE-7A3E-635CDFE4D1F3}"/>
          </ac:spMkLst>
        </pc:s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3" creationId="{2EE93B74-8CB5-4802-DE77-F28EE8288A3D}"/>
          </ac:grpSpMkLst>
        </pc:grpChg>
        <pc:grpChg chg="del">
          <ac:chgData name="Wilmer Ortega Erazo" userId="19082e28a51afb61" providerId="LiveId" clId="{94990643-8E4E-4CF9-87DE-7C4FB3DD37DE}" dt="2023-09-14T00:59:02.520" v="66" actId="478"/>
          <ac:grpSpMkLst>
            <pc:docMk/>
            <pc:sldMk cId="4212173715" sldId="302"/>
            <ac:grpSpMk id="139" creationId="{338B4592-8651-2F35-A6B2-AA0DBED6CB17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6" creationId="{5A5737B3-002C-A4EC-8709-8CF8B9136D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7" creationId="{B0F75A82-4393-0A3C-4994-E571C3380C9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8" creationId="{B2CC4A7E-F10C-8A73-DBD4-779D1D4D2EF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09" creationId="{B39EFA21-1471-5466-549D-E8111750B2F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0" creationId="{881B003B-021F-3405-3C5D-099DB67C68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1" creationId="{93203B64-F5AB-5DFE-562F-3002AABF3BE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2" creationId="{C6FB2C49-950B-2B6F-DD2A-5DC5EB9872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3" creationId="{F8F5A0AB-93A1-89CF-7FCA-0EE09F891B4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4" creationId="{C6FD220B-33C9-5B76-6CA3-34E3DA80074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5" creationId="{85512094-35DF-B15F-678A-DC65163EECC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6" creationId="{2CD28AD3-FAA5-88D0-65F4-7643596CDD4D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7" creationId="{AB40678C-F06D-04B9-8753-EF1AE780A3A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8" creationId="{D1223C19-C621-323A-7232-56095417B1A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19" creationId="{63818F0B-1382-47F4-D9A6-93A35836E65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0" creationId="{1B98A98D-2E5F-9BC1-D3BE-06CDB2C015A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1" creationId="{0197A91B-D46A-06E2-92AE-91CCE5312A6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2" creationId="{45E3FF4F-7E11-860A-7181-82DAFAE0994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3" creationId="{0ADEA44B-3248-42DD-F27A-ADDA9AE16F8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4" creationId="{1CC92921-DBDE-1B06-4778-688D8EE914D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5" creationId="{EC40959C-41F3-FA19-B8CC-B46A0470C4A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6" creationId="{7454BD69-4C7C-C0A5-26FB-E89D59413E7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7" creationId="{8CA75C8E-8CB4-8009-5396-34388C80E81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8" creationId="{D44A7E7D-4E2E-9D03-4381-004CC4D868A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29" creationId="{7C848170-07D6-6794-CCB1-0532D5B6976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0" creationId="{09792128-A8F7-5816-F261-4B79AB33413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1" creationId="{6E4CB56D-F7B0-8DF9-A21A-41C1D349418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2" creationId="{4001C197-8E36-5F12-D63E-2A08F5A89CB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3" creationId="{708B12EE-261D-690B-E437-4F6DAB788FB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4" creationId="{F11A69CB-45F5-3DC8-C8B6-D7F8637E9F1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5" creationId="{64588F0B-809A-45A0-FCA3-6734F6C67D0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6" creationId="{306A30E3-CB63-46C4-D025-97806015351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7" creationId="{0DD120BF-9BE9-8420-D315-BBB0EC83164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238" creationId="{DCAE1DFA-7615-5689-68ED-7BC91B5DF903}"/>
          </ac:grpSpMkLst>
        </pc:grpChg>
        <pc:grpChg chg="add 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8" creationId="{DAC06F33-127D-6353-871A-4D67B6A3823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19" creationId="{18DBFFC6-4482-73C6-8ABB-6DC70FB5DEE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0" creationId="{4A7F8E97-D449-ACDD-2F62-F180549AB0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1" creationId="{B2601A20-BD91-719F-2A3A-73D72376C46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2" creationId="{EE0F5CDA-A7B6-DA88-B5EF-20D81C791DDF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3" creationId="{27B26E56-73A4-56C2-ED48-9036A995C51E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4" creationId="{AB38EAE4-D7C4-A144-8C14-CCB8B7D66CB3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5" creationId="{BEF9C68F-6F3F-B3AB-1AB0-A6EBC39329D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6" creationId="{FA3906B4-623D-D8B8-E62D-B7644BB69DB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7" creationId="{C56CE55E-E8BC-7A59-DA90-DCAC5E41D550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8" creationId="{2761C425-2CF5-C3A8-FF23-A6EA8C6924E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29" creationId="{856966B1-53E5-7810-B261-BF0B48254244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0" creationId="{E75F1893-72B0-ABA1-CB7E-0CD145B0AF89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1" creationId="{61EEA669-F6D0-0E13-DFDC-AD1BE9F51D5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2" creationId="{843DD4AD-B3DA-E890-A545-49620CF6129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3" creationId="{F0BC9A05-0EC4-0B04-9BE2-A643B0E5474C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4" creationId="{0324CA48-DE4A-379C-16E0-DEFAB263C0C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5" creationId="{152EA785-636C-48A0-FF03-D07E6C859787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6" creationId="{9727ED77-A535-31FE-D22B-DF24CD69F62A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7" creationId="{56111AF3-9536-D2FB-B309-765907B38F2B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8" creationId="{C95B33EC-FFF7-2A58-57B4-4899CA467B95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39" creationId="{3CC1C35B-44F1-F0F9-40CF-9AC7E0857CF6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0" creationId="{0163F9AE-6B9D-BCFE-F78E-1018BA538BA1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1" creationId="{AB1A9F25-7A24-1561-60E5-A0F8A042D512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2" creationId="{19406ACB-94D6-6D1E-2330-D5000E830008}"/>
          </ac:grpSpMkLst>
        </pc:grpChg>
        <pc:grpChg chg="mod">
          <ac:chgData name="Wilmer Ortega Erazo" userId="19082e28a51afb61" providerId="LiveId" clId="{94990643-8E4E-4CF9-87DE-7C4FB3DD37DE}" dt="2023-09-14T00:59:11.253" v="69" actId="1076"/>
          <ac:grpSpMkLst>
            <pc:docMk/>
            <pc:sldMk cId="4212173715" sldId="302"/>
            <ac:grpSpMk id="343" creationId="{77175637-0119-9C60-7CC0-3B6BDCC1F105}"/>
          </ac:grpSpMkLst>
        </pc:grpChg>
      </pc:sldChg>
      <pc:sldChg chg="modSp add mod ord">
        <pc:chgData name="Wilmer Ortega Erazo" userId="19082e28a51afb61" providerId="LiveId" clId="{94990643-8E4E-4CF9-87DE-7C4FB3DD37DE}" dt="2023-09-14T01:01:52.274" v="104" actId="113"/>
        <pc:sldMkLst>
          <pc:docMk/>
          <pc:sldMk cId="1398646774" sldId="303"/>
        </pc:sldMkLst>
        <pc:spChg chg="mod">
          <ac:chgData name="Wilmer Ortega Erazo" userId="19082e28a51afb61" providerId="LiveId" clId="{94990643-8E4E-4CF9-87DE-7C4FB3DD37DE}" dt="2023-09-14T01:01:52.274" v="104" actId="113"/>
          <ac:spMkLst>
            <pc:docMk/>
            <pc:sldMk cId="1398646774" sldId="303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94990643-8E4E-4CF9-87DE-7C4FB3DD37DE}" dt="2023-09-14T00:59:31.887" v="71" actId="2696"/>
        <pc:sldMkLst>
          <pc:docMk/>
          <pc:sldMk cId="3411694048" sldId="303"/>
        </pc:sldMkLst>
      </pc:sldChg>
      <pc:sldChg chg="addSp modSp add mod">
        <pc:chgData name="Wilmer Ortega Erazo" userId="19082e28a51afb61" providerId="LiveId" clId="{94990643-8E4E-4CF9-87DE-7C4FB3DD37DE}" dt="2023-09-14T01:05:27.777" v="150" actId="1076"/>
        <pc:sldMkLst>
          <pc:docMk/>
          <pc:sldMk cId="3174243289" sldId="304"/>
        </pc:sldMkLst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3" creationId="{D51955F3-EB5E-A96F-5642-8F366E86F5B9}"/>
          </ac:spMkLst>
        </pc:spChg>
        <pc:spChg chg="mod">
          <ac:chgData name="Wilmer Ortega Erazo" userId="19082e28a51afb61" providerId="LiveId" clId="{94990643-8E4E-4CF9-87DE-7C4FB3DD37DE}" dt="2023-09-14T01:05:20.305" v="149" actId="20577"/>
          <ac:spMkLst>
            <pc:docMk/>
            <pc:sldMk cId="3174243289" sldId="304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6" creationId="{25F8DF31-1228-5C15-8830-797AF42836F9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7" creationId="{69040F3D-6F64-9F7D-0C8F-F7B68FA6448E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8" creationId="{96DF9DBA-6D3C-C170-2A43-F74227480BE0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9" creationId="{EBBCFC6C-5A0A-4D5C-5F36-DCC5A7FE8C47}"/>
          </ac:spMkLst>
        </pc:spChg>
        <pc:spChg chg="add mod">
          <ac:chgData name="Wilmer Ortega Erazo" userId="19082e28a51afb61" providerId="LiveId" clId="{94990643-8E4E-4CF9-87DE-7C4FB3DD37DE}" dt="2023-09-14T01:05:27.777" v="150" actId="1076"/>
          <ac:spMkLst>
            <pc:docMk/>
            <pc:sldMk cId="3174243289" sldId="304"/>
            <ac:spMk id="10" creationId="{82B82693-B902-B207-4123-17049925522B}"/>
          </ac:spMkLst>
        </pc:spChg>
        <pc:graphicFrameChg chg="add mod">
          <ac:chgData name="Wilmer Ortega Erazo" userId="19082e28a51afb61" providerId="LiveId" clId="{94990643-8E4E-4CF9-87DE-7C4FB3DD37DE}" dt="2023-09-14T01:05:27.777" v="150" actId="1076"/>
          <ac:graphicFrameMkLst>
            <pc:docMk/>
            <pc:sldMk cId="3174243289" sldId="304"/>
            <ac:graphicFrameMk id="5" creationId="{73CEC3A5-E7AF-8E6A-60E4-FF81DC54B69E}"/>
          </ac:graphicFrameMkLst>
        </pc:graphicFrameChg>
      </pc:sldChg>
      <pc:sldChg chg="modSp add mod ord">
        <pc:chgData name="Wilmer Ortega Erazo" userId="19082e28a51afb61" providerId="LiveId" clId="{94990643-8E4E-4CF9-87DE-7C4FB3DD37DE}" dt="2023-09-14T01:18:38.639" v="315" actId="123"/>
        <pc:sldMkLst>
          <pc:docMk/>
          <pc:sldMk cId="2493740496" sldId="305"/>
        </pc:sldMkLst>
        <pc:spChg chg="mod">
          <ac:chgData name="Wilmer Ortega Erazo" userId="19082e28a51afb61" providerId="LiveId" clId="{94990643-8E4E-4CF9-87DE-7C4FB3DD37DE}" dt="2023-09-14T01:18:38.639" v="315" actId="123"/>
          <ac:spMkLst>
            <pc:docMk/>
            <pc:sldMk cId="2493740496" sldId="30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8:25.051" v="314" actId="12"/>
        <pc:sldMkLst>
          <pc:docMk/>
          <pc:sldMk cId="483477028" sldId="306"/>
        </pc:sldMkLst>
        <pc:spChg chg="mod">
          <ac:chgData name="Wilmer Ortega Erazo" userId="19082e28a51afb61" providerId="LiveId" clId="{94990643-8E4E-4CF9-87DE-7C4FB3DD37DE}" dt="2023-09-14T01:18:25.051" v="314" actId="12"/>
          <ac:spMkLst>
            <pc:docMk/>
            <pc:sldMk cId="483477028" sldId="306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94990643-8E4E-4CF9-87DE-7C4FB3DD37DE}" dt="2023-09-14T01:11:36.519" v="238" actId="1076"/>
        <pc:sldMkLst>
          <pc:docMk/>
          <pc:sldMk cId="3824200280" sldId="307"/>
        </pc:sldMkLst>
        <pc:spChg chg="add mod">
          <ac:chgData name="Wilmer Ortega Erazo" userId="19082e28a51afb61" providerId="LiveId" clId="{94990643-8E4E-4CF9-87DE-7C4FB3DD37DE}" dt="2023-09-14T01:10:25.482" v="223" actId="20577"/>
          <ac:spMkLst>
            <pc:docMk/>
            <pc:sldMk cId="3824200280" sldId="307"/>
            <ac:spMk id="3" creationId="{A070FEC4-D81A-C04C-F7F9-A7498AA9BD30}"/>
          </ac:spMkLst>
        </pc:spChg>
        <pc:spChg chg="del">
          <ac:chgData name="Wilmer Ortega Erazo" userId="19082e28a51afb61" providerId="LiveId" clId="{94990643-8E4E-4CF9-87DE-7C4FB3DD37DE}" dt="2023-09-14T01:09:01.214" v="189" actId="478"/>
          <ac:spMkLst>
            <pc:docMk/>
            <pc:sldMk cId="3824200280" sldId="307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1:11:29.043" v="237" actId="1076"/>
          <ac:spMkLst>
            <pc:docMk/>
            <pc:sldMk cId="3824200280" sldId="307"/>
            <ac:spMk id="5" creationId="{3469E0B1-CF37-FAB5-F9D6-4D33CDA29893}"/>
          </ac:spMkLst>
        </pc:spChg>
        <pc:spChg chg="add mod">
          <ac:chgData name="Wilmer Ortega Erazo" userId="19082e28a51afb61" providerId="LiveId" clId="{94990643-8E4E-4CF9-87DE-7C4FB3DD37DE}" dt="2023-09-14T01:09:14.645" v="191" actId="1076"/>
          <ac:spMkLst>
            <pc:docMk/>
            <pc:sldMk cId="3824200280" sldId="307"/>
            <ac:spMk id="6" creationId="{9807B0CD-7939-5BB9-E0D0-D5BE2192B8FA}"/>
          </ac:spMkLst>
        </pc:spChg>
        <pc:spChg chg="add mod">
          <ac:chgData name="Wilmer Ortega Erazo" userId="19082e28a51afb61" providerId="LiveId" clId="{94990643-8E4E-4CF9-87DE-7C4FB3DD37DE}" dt="2023-09-14T01:11:36.519" v="238" actId="1076"/>
          <ac:spMkLst>
            <pc:docMk/>
            <pc:sldMk cId="3824200280" sldId="307"/>
            <ac:spMk id="7" creationId="{F8B3FD9C-70C5-8798-245B-86FD9200E0F9}"/>
          </ac:spMkLst>
        </pc:spChg>
        <pc:spChg chg="add mod">
          <ac:chgData name="Wilmer Ortega Erazo" userId="19082e28a51afb61" providerId="LiveId" clId="{94990643-8E4E-4CF9-87DE-7C4FB3DD37DE}" dt="2023-09-14T01:10:35.510" v="225" actId="14100"/>
          <ac:spMkLst>
            <pc:docMk/>
            <pc:sldMk cId="3824200280" sldId="307"/>
            <ac:spMk id="8" creationId="{D338B737-D1AB-A678-0834-C44410038A1C}"/>
          </ac:spMkLst>
        </pc:spChg>
        <pc:spChg chg="add mod">
          <ac:chgData name="Wilmer Ortega Erazo" userId="19082e28a51afb61" providerId="LiveId" clId="{94990643-8E4E-4CF9-87DE-7C4FB3DD37DE}" dt="2023-09-14T01:11:24.155" v="236" actId="1076"/>
          <ac:spMkLst>
            <pc:docMk/>
            <pc:sldMk cId="3824200280" sldId="307"/>
            <ac:spMk id="9" creationId="{06C4071D-CA29-82E7-F0F5-12045B6D4212}"/>
          </ac:spMkLst>
        </pc:spChg>
        <pc:spChg chg="add mod">
          <ac:chgData name="Wilmer Ortega Erazo" userId="19082e28a51afb61" providerId="LiveId" clId="{94990643-8E4E-4CF9-87DE-7C4FB3DD37DE}" dt="2023-09-14T01:11:14.565" v="233" actId="1076"/>
          <ac:spMkLst>
            <pc:docMk/>
            <pc:sldMk cId="3824200280" sldId="307"/>
            <ac:spMk id="10" creationId="{C13E0910-208D-967D-924A-14E8FED388C5}"/>
          </ac:spMkLst>
        </pc:spChg>
        <pc:spChg chg="add mod">
          <ac:chgData name="Wilmer Ortega Erazo" userId="19082e28a51afb61" providerId="LiveId" clId="{94990643-8E4E-4CF9-87DE-7C4FB3DD37DE}" dt="2023-09-14T01:11:02.804" v="230" actId="1076"/>
          <ac:spMkLst>
            <pc:docMk/>
            <pc:sldMk cId="3824200280" sldId="307"/>
            <ac:spMk id="11" creationId="{9F665686-027A-388D-AC1C-B3C8986D5E7F}"/>
          </ac:spMkLst>
        </pc:spChg>
      </pc:sldChg>
      <pc:sldChg chg="modSp add mod ord">
        <pc:chgData name="Wilmer Ortega Erazo" userId="19082e28a51afb61" providerId="LiveId" clId="{94990643-8E4E-4CF9-87DE-7C4FB3DD37DE}" dt="2023-09-14T01:17:50.680" v="301" actId="123"/>
        <pc:sldMkLst>
          <pc:docMk/>
          <pc:sldMk cId="3390981850" sldId="308"/>
        </pc:sldMkLst>
        <pc:spChg chg="mod">
          <ac:chgData name="Wilmer Ortega Erazo" userId="19082e28a51afb61" providerId="LiveId" clId="{94990643-8E4E-4CF9-87DE-7C4FB3DD37DE}" dt="2023-09-14T01:17:50.680" v="301" actId="123"/>
          <ac:spMkLst>
            <pc:docMk/>
            <pc:sldMk cId="3390981850" sldId="30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17:45.844" v="300" actId="123"/>
        <pc:sldMkLst>
          <pc:docMk/>
          <pc:sldMk cId="3991830784" sldId="309"/>
        </pc:sldMkLst>
        <pc:spChg chg="mod">
          <ac:chgData name="Wilmer Ortega Erazo" userId="19082e28a51afb61" providerId="LiveId" clId="{94990643-8E4E-4CF9-87DE-7C4FB3DD37DE}" dt="2023-09-14T01:17:45.844" v="300" actId="123"/>
          <ac:spMkLst>
            <pc:docMk/>
            <pc:sldMk cId="3991830784" sldId="309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23:10.838" v="344" actId="255"/>
        <pc:sldMkLst>
          <pc:docMk/>
          <pc:sldMk cId="4173136445" sldId="310"/>
        </pc:sldMkLst>
        <pc:spChg chg="mod">
          <ac:chgData name="Wilmer Ortega Erazo" userId="19082e28a51afb61" providerId="LiveId" clId="{94990643-8E4E-4CF9-87DE-7C4FB3DD37DE}" dt="2023-09-14T01:23:10.838" v="344" actId="255"/>
          <ac:spMkLst>
            <pc:docMk/>
            <pc:sldMk cId="4173136445" sldId="31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27.332" v="470" actId="2711"/>
        <pc:sldMkLst>
          <pc:docMk/>
          <pc:sldMk cId="2100035186" sldId="311"/>
        </pc:sldMkLst>
        <pc:spChg chg="mod">
          <ac:chgData name="Wilmer Ortega Erazo" userId="19082e28a51afb61" providerId="LiveId" clId="{94990643-8E4E-4CF9-87DE-7C4FB3DD37DE}" dt="2023-09-14T01:57:27.332" v="470" actId="2711"/>
          <ac:spMkLst>
            <pc:docMk/>
            <pc:sldMk cId="2100035186" sldId="31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7:54.545" v="473" actId="255"/>
        <pc:sldMkLst>
          <pc:docMk/>
          <pc:sldMk cId="2191080266" sldId="312"/>
        </pc:sldMkLst>
        <pc:spChg chg="mod">
          <ac:chgData name="Wilmer Ortega Erazo" userId="19082e28a51afb61" providerId="LiveId" clId="{94990643-8E4E-4CF9-87DE-7C4FB3DD37DE}" dt="2023-09-14T01:57:54.545" v="473" actId="255"/>
          <ac:spMkLst>
            <pc:docMk/>
            <pc:sldMk cId="2191080266" sldId="312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20.995" v="469" actId="2711"/>
          <ac:spMkLst>
            <pc:docMk/>
            <pc:sldMk cId="219108026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01.923" v="474" actId="108"/>
        <pc:sldMkLst>
          <pc:docMk/>
          <pc:sldMk cId="3055528431" sldId="313"/>
        </pc:sldMkLst>
        <pc:spChg chg="mod">
          <ac:chgData name="Wilmer Ortega Erazo" userId="19082e28a51afb61" providerId="LiveId" clId="{94990643-8E4E-4CF9-87DE-7C4FB3DD37DE}" dt="2023-09-14T01:58:01.923" v="474" actId="108"/>
          <ac:spMkLst>
            <pc:docMk/>
            <pc:sldMk cId="3055528431" sldId="313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7:10.648" v="468" actId="113"/>
          <ac:spMkLst>
            <pc:docMk/>
            <pc:sldMk cId="3055528431" sldId="31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1:58:57.192" v="482" actId="207"/>
        <pc:sldMkLst>
          <pc:docMk/>
          <pc:sldMk cId="1411740308" sldId="314"/>
        </pc:sldMkLst>
        <pc:spChg chg="mod">
          <ac:chgData name="Wilmer Ortega Erazo" userId="19082e28a51afb61" providerId="LiveId" clId="{94990643-8E4E-4CF9-87DE-7C4FB3DD37DE}" dt="2023-09-14T01:58:05.676" v="475" actId="108"/>
          <ac:spMkLst>
            <pc:docMk/>
            <pc:sldMk cId="1411740308" sldId="314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1:58:57.192" v="482" actId="207"/>
          <ac:spMkLst>
            <pc:docMk/>
            <pc:sldMk cId="1411740308" sldId="31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4T02:04:32.486" v="560" actId="20577"/>
        <pc:sldMkLst>
          <pc:docMk/>
          <pc:sldMk cId="3199982045" sldId="315"/>
        </pc:sldMkLst>
        <pc:spChg chg="mod">
          <ac:chgData name="Wilmer Ortega Erazo" userId="19082e28a51afb61" providerId="LiveId" clId="{94990643-8E4E-4CF9-87DE-7C4FB3DD37DE}" dt="2023-09-14T02:01:38.110" v="516" actId="255"/>
          <ac:spMkLst>
            <pc:docMk/>
            <pc:sldMk cId="3199982045" sldId="315"/>
            <ac:spMk id="2" creationId="{91A14A99-37E7-FD86-1156-A753F20D5A3A}"/>
          </ac:spMkLst>
        </pc:spChg>
        <pc:spChg chg="mod">
          <ac:chgData name="Wilmer Ortega Erazo" userId="19082e28a51afb61" providerId="LiveId" clId="{94990643-8E4E-4CF9-87DE-7C4FB3DD37DE}" dt="2023-09-14T02:04:32.486" v="560" actId="20577"/>
          <ac:spMkLst>
            <pc:docMk/>
            <pc:sldMk cId="3199982045" sldId="315"/>
            <ac:spMk id="4" creationId="{A29C0834-3DBC-9FB3-0E0A-F77D599198EB}"/>
          </ac:spMkLst>
        </pc:spChg>
      </pc:sldChg>
      <pc:sldChg chg="addSp delSp modSp add del mod">
        <pc:chgData name="Wilmer Ortega Erazo" userId="19082e28a51afb61" providerId="LiveId" clId="{94990643-8E4E-4CF9-87DE-7C4FB3DD37DE}" dt="2023-09-18T21:46:16.487" v="574" actId="2696"/>
        <pc:sldMkLst>
          <pc:docMk/>
          <pc:sldMk cId="3959093443" sldId="316"/>
        </pc:sldMkLst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3" creationId="{99DF546A-0D3D-347D-CB4E-C5F059A3F8F8}"/>
          </ac:spMkLst>
        </pc:spChg>
        <pc:spChg chg="del">
          <ac:chgData name="Wilmer Ortega Erazo" userId="19082e28a51afb61" providerId="LiveId" clId="{94990643-8E4E-4CF9-87DE-7C4FB3DD37DE}" dt="2023-09-14T02:05:09.312" v="562" actId="478"/>
          <ac:spMkLst>
            <pc:docMk/>
            <pc:sldMk cId="3959093443" sldId="316"/>
            <ac:spMk id="4" creationId="{A29C0834-3DBC-9FB3-0E0A-F77D599198EB}"/>
          </ac:spMkLst>
        </pc:spChg>
        <pc:spChg chg="add mod">
          <ac:chgData name="Wilmer Ortega Erazo" userId="19082e28a51afb61" providerId="LiveId" clId="{94990643-8E4E-4CF9-87DE-7C4FB3DD37DE}" dt="2023-09-14T02:05:23.640" v="565" actId="14100"/>
          <ac:spMkLst>
            <pc:docMk/>
            <pc:sldMk cId="3959093443" sldId="316"/>
            <ac:spMk id="7" creationId="{0C962C26-BB35-2FF8-2527-258EF2FB1728}"/>
          </ac:spMkLst>
        </pc:spChg>
        <pc:graphicFrameChg chg="add mod">
          <ac:chgData name="Wilmer Ortega Erazo" userId="19082e28a51afb61" providerId="LiveId" clId="{94990643-8E4E-4CF9-87DE-7C4FB3DD37DE}" dt="2023-09-14T02:09:19.677" v="572"/>
          <ac:graphicFrameMkLst>
            <pc:docMk/>
            <pc:sldMk cId="3959093443" sldId="316"/>
            <ac:graphicFrameMk id="5" creationId="{C1964E51-33DF-8826-6E94-F4D1D6A3B912}"/>
          </ac:graphicFrameMkLst>
        </pc:graphicFrameChg>
        <pc:graphicFrameChg chg="add mod">
          <ac:chgData name="Wilmer Ortega Erazo" userId="19082e28a51afb61" providerId="LiveId" clId="{94990643-8E4E-4CF9-87DE-7C4FB3DD37DE}" dt="2023-09-14T02:09:16.213" v="571"/>
          <ac:graphicFrameMkLst>
            <pc:docMk/>
            <pc:sldMk cId="3959093443" sldId="316"/>
            <ac:graphicFrameMk id="6" creationId="{BB358B0A-DD0E-C858-ECB5-FE8B277DA2BA}"/>
          </ac:graphicFrameMkLst>
        </pc:graphicFrameChg>
      </pc:sldChg>
      <pc:sldChg chg="addSp modSp add mod">
        <pc:chgData name="Wilmer Ortega Erazo" userId="19082e28a51afb61" providerId="LiveId" clId="{94990643-8E4E-4CF9-87DE-7C4FB3DD37DE}" dt="2023-09-19T04:27:19.646" v="4082" actId="123"/>
        <pc:sldMkLst>
          <pc:docMk/>
          <pc:sldMk cId="4080923643" sldId="317"/>
        </pc:sldMkLst>
        <pc:spChg chg="mod">
          <ac:chgData name="Wilmer Ortega Erazo" userId="19082e28a51afb61" providerId="LiveId" clId="{94990643-8E4E-4CF9-87DE-7C4FB3DD37DE}" dt="2023-09-19T04:27:19.646" v="4082" actId="123"/>
          <ac:spMkLst>
            <pc:docMk/>
            <pc:sldMk cId="4080923643" sldId="317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03:33.454" v="894" actId="1076"/>
          <ac:picMkLst>
            <pc:docMk/>
            <pc:sldMk cId="4080923643" sldId="317"/>
            <ac:picMk id="5" creationId="{9965AA6B-8A87-31BC-9E77-791F6E2408DD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24.185" v="4083" actId="123"/>
        <pc:sldMkLst>
          <pc:docMk/>
          <pc:sldMk cId="2676643198" sldId="318"/>
        </pc:sldMkLst>
        <pc:spChg chg="mod">
          <ac:chgData name="Wilmer Ortega Erazo" userId="19082e28a51afb61" providerId="LiveId" clId="{94990643-8E4E-4CF9-87DE-7C4FB3DD37DE}" dt="2023-09-19T04:27:24.185" v="4083" actId="123"/>
          <ac:spMkLst>
            <pc:docMk/>
            <pc:sldMk cId="2676643198" sldId="318"/>
            <ac:spMk id="4" creationId="{A29C0834-3DBC-9FB3-0E0A-F77D599198EB}"/>
          </ac:spMkLst>
        </pc:spChg>
        <pc:picChg chg="del mod">
          <ac:chgData name="Wilmer Ortega Erazo" userId="19082e28a51afb61" providerId="LiveId" clId="{94990643-8E4E-4CF9-87DE-7C4FB3DD37DE}" dt="2023-09-18T22:05:37.321" v="1006" actId="478"/>
          <ac:picMkLst>
            <pc:docMk/>
            <pc:sldMk cId="2676643198" sldId="318"/>
            <ac:picMk id="5" creationId="{9965AA6B-8A87-31BC-9E77-791F6E2408DD}"/>
          </ac:picMkLst>
        </pc:picChg>
        <pc:picChg chg="add mod">
          <ac:chgData name="Wilmer Ortega Erazo" userId="19082e28a51afb61" providerId="LiveId" clId="{94990643-8E4E-4CF9-87DE-7C4FB3DD37DE}" dt="2023-09-18T22:07:40.940" v="1146" actId="14100"/>
          <ac:picMkLst>
            <pc:docMk/>
            <pc:sldMk cId="2676643198" sldId="318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36.019" v="4085" actId="123"/>
        <pc:sldMkLst>
          <pc:docMk/>
          <pc:sldMk cId="311752650" sldId="319"/>
        </pc:sldMkLst>
        <pc:spChg chg="mod">
          <ac:chgData name="Wilmer Ortega Erazo" userId="19082e28a51afb61" providerId="LiveId" clId="{94990643-8E4E-4CF9-87DE-7C4FB3DD37DE}" dt="2023-09-19T04:27:36.019" v="4085" actId="123"/>
          <ac:spMkLst>
            <pc:docMk/>
            <pc:sldMk cId="311752650" sldId="31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8T22:21:02.484" v="1726" actId="14100"/>
          <ac:picMkLst>
            <pc:docMk/>
            <pc:sldMk cId="311752650" sldId="319"/>
            <ac:picMk id="5" creationId="{2BA3009F-8411-9273-4870-0706BFF062E3}"/>
          </ac:picMkLst>
        </pc:picChg>
        <pc:picChg chg="del">
          <ac:chgData name="Wilmer Ortega Erazo" userId="19082e28a51afb61" providerId="LiveId" clId="{94990643-8E4E-4CF9-87DE-7C4FB3DD37DE}" dt="2023-09-18T22:12:21.794" v="1359" actId="478"/>
          <ac:picMkLst>
            <pc:docMk/>
            <pc:sldMk cId="311752650" sldId="319"/>
            <ac:picMk id="6" creationId="{BCCEFE54-ADA2-5D8C-2EA2-D23DC151E36E}"/>
          </ac:picMkLst>
        </pc:picChg>
      </pc:sldChg>
      <pc:sldChg chg="addSp delSp modSp add mod">
        <pc:chgData name="Wilmer Ortega Erazo" userId="19082e28a51afb61" providerId="LiveId" clId="{94990643-8E4E-4CF9-87DE-7C4FB3DD37DE}" dt="2023-09-19T04:27:57.228" v="4086" actId="2711"/>
        <pc:sldMkLst>
          <pc:docMk/>
          <pc:sldMk cId="3222143272" sldId="320"/>
        </pc:sldMkLst>
        <pc:spChg chg="mod">
          <ac:chgData name="Wilmer Ortega Erazo" userId="19082e28a51afb61" providerId="LiveId" clId="{94990643-8E4E-4CF9-87DE-7C4FB3DD37DE}" dt="2023-09-19T04:27:57.228" v="4086" actId="2711"/>
          <ac:spMkLst>
            <pc:docMk/>
            <pc:sldMk cId="3222143272" sldId="32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16:24.446" v="1728" actId="478"/>
          <ac:picMkLst>
            <pc:docMk/>
            <pc:sldMk cId="3222143272" sldId="320"/>
            <ac:picMk id="5" creationId="{2BA3009F-8411-9273-4870-0706BFF062E3}"/>
          </ac:picMkLst>
        </pc:picChg>
        <pc:picChg chg="add mod">
          <ac:chgData name="Wilmer Ortega Erazo" userId="19082e28a51afb61" providerId="LiveId" clId="{94990643-8E4E-4CF9-87DE-7C4FB3DD37DE}" dt="2023-09-19T03:20:22.168" v="1901" actId="1076"/>
          <ac:picMkLst>
            <pc:docMk/>
            <pc:sldMk cId="3222143272" sldId="320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1.531" v="4089" actId="123"/>
        <pc:sldMkLst>
          <pc:docMk/>
          <pc:sldMk cId="100266501" sldId="321"/>
        </pc:sldMkLst>
        <pc:spChg chg="mod">
          <ac:chgData name="Wilmer Ortega Erazo" userId="19082e28a51afb61" providerId="LiveId" clId="{94990643-8E4E-4CF9-87DE-7C4FB3DD37DE}" dt="2023-09-19T04:28:11.531" v="4089" actId="123"/>
          <ac:spMkLst>
            <pc:docMk/>
            <pc:sldMk cId="100266501" sldId="321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27:34.916" v="2084" actId="1076"/>
          <ac:picMkLst>
            <pc:docMk/>
            <pc:sldMk cId="100266501" sldId="321"/>
            <ac:picMk id="5" creationId="{9BCDF1E7-A784-C99A-7740-707B30C0CDC1}"/>
          </ac:picMkLst>
        </pc:picChg>
        <pc:picChg chg="del">
          <ac:chgData name="Wilmer Ortega Erazo" userId="19082e28a51afb61" providerId="LiveId" clId="{94990643-8E4E-4CF9-87DE-7C4FB3DD37DE}" dt="2023-09-19T03:21:43.071" v="1903" actId="478"/>
          <ac:picMkLst>
            <pc:docMk/>
            <pc:sldMk cId="100266501" sldId="321"/>
            <ac:picMk id="6" creationId="{376978CB-8DEA-8F59-9F02-6BEEBD9E639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18.489" v="4090" actId="123"/>
        <pc:sldMkLst>
          <pc:docMk/>
          <pc:sldMk cId="454617296" sldId="322"/>
        </pc:sldMkLst>
        <pc:spChg chg="mod">
          <ac:chgData name="Wilmer Ortega Erazo" userId="19082e28a51afb61" providerId="LiveId" clId="{94990643-8E4E-4CF9-87DE-7C4FB3DD37DE}" dt="2023-09-19T04:28:18.489" v="4090" actId="123"/>
          <ac:spMkLst>
            <pc:docMk/>
            <pc:sldMk cId="454617296" sldId="32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3:29:20.002" v="2086" actId="478"/>
          <ac:picMkLst>
            <pc:docMk/>
            <pc:sldMk cId="454617296" sldId="322"/>
            <ac:picMk id="5" creationId="{9BCDF1E7-A784-C99A-7740-707B30C0CDC1}"/>
          </ac:picMkLst>
        </pc:picChg>
        <pc:picChg chg="add mod">
          <ac:chgData name="Wilmer Ortega Erazo" userId="19082e28a51afb61" providerId="LiveId" clId="{94990643-8E4E-4CF9-87DE-7C4FB3DD37DE}" dt="2023-09-19T03:42:41.876" v="2409" actId="1076"/>
          <ac:picMkLst>
            <pc:docMk/>
            <pc:sldMk cId="454617296" sldId="322"/>
            <ac:picMk id="6" creationId="{819A11E5-159E-6828-03CD-5BADFD69DF42}"/>
          </ac:picMkLst>
        </pc:picChg>
      </pc:sldChg>
      <pc:sldChg chg="addSp delSp modSp add mod">
        <pc:chgData name="Wilmer Ortega Erazo" userId="19082e28a51afb61" providerId="LiveId" clId="{94990643-8E4E-4CF9-87DE-7C4FB3DD37DE}" dt="2023-09-19T04:28:23.822" v="4092" actId="1076"/>
        <pc:sldMkLst>
          <pc:docMk/>
          <pc:sldMk cId="386398042" sldId="323"/>
        </pc:sldMkLst>
        <pc:spChg chg="mod">
          <ac:chgData name="Wilmer Ortega Erazo" userId="19082e28a51afb61" providerId="LiveId" clId="{94990643-8E4E-4CF9-87DE-7C4FB3DD37DE}" dt="2023-09-19T04:28:23.822" v="4092" actId="1076"/>
          <ac:spMkLst>
            <pc:docMk/>
            <pc:sldMk cId="386398042" sldId="32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3:43:42.861" v="2415" actId="1076"/>
          <ac:picMkLst>
            <pc:docMk/>
            <pc:sldMk cId="386398042" sldId="323"/>
            <ac:picMk id="5" creationId="{8622CB4B-5B5C-758C-E4DA-39498579D826}"/>
          </ac:picMkLst>
        </pc:picChg>
        <pc:picChg chg="del">
          <ac:chgData name="Wilmer Ortega Erazo" userId="19082e28a51afb61" providerId="LiveId" clId="{94990643-8E4E-4CF9-87DE-7C4FB3DD37DE}" dt="2023-09-19T03:43:34.412" v="2411" actId="478"/>
          <ac:picMkLst>
            <pc:docMk/>
            <pc:sldMk cId="386398042" sldId="323"/>
            <ac:picMk id="6" creationId="{819A11E5-159E-6828-03CD-5BADFD69DF42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8:40.559" v="4093" actId="123"/>
        <pc:sldMkLst>
          <pc:docMk/>
          <pc:sldMk cId="3930966444" sldId="324"/>
        </pc:sldMkLst>
        <pc:spChg chg="mod">
          <ac:chgData name="Wilmer Ortega Erazo" userId="19082e28a51afb61" providerId="LiveId" clId="{94990643-8E4E-4CF9-87DE-7C4FB3DD37DE}" dt="2023-09-19T04:25:33.628" v="4073" actId="2711"/>
          <ac:spMkLst>
            <pc:docMk/>
            <pc:sldMk cId="3930966444" sldId="324"/>
            <ac:spMk id="4" creationId="{A29C0834-3DBC-9FB3-0E0A-F77D599198EB}"/>
          </ac:spMkLst>
        </pc:spChg>
        <pc:spChg chg="add del mod">
          <ac:chgData name="Wilmer Ortega Erazo" userId="19082e28a51afb61" providerId="LiveId" clId="{94990643-8E4E-4CF9-87DE-7C4FB3DD37DE}" dt="2023-09-19T03:53:54.597" v="2470"/>
          <ac:spMkLst>
            <pc:docMk/>
            <pc:sldMk cId="3930966444" sldId="324"/>
            <ac:spMk id="7" creationId="{B6593129-4AE1-F765-D59C-40A30AC882F3}"/>
          </ac:spMkLst>
        </pc:spChg>
        <pc:spChg chg="add mod">
          <ac:chgData name="Wilmer Ortega Erazo" userId="19082e28a51afb61" providerId="LiveId" clId="{94990643-8E4E-4CF9-87DE-7C4FB3DD37DE}" dt="2023-09-19T04:28:40.559" v="4093" actId="123"/>
          <ac:spMkLst>
            <pc:docMk/>
            <pc:sldMk cId="3930966444" sldId="324"/>
            <ac:spMk id="8" creationId="{9BB1B317-CA90-E36B-CD49-4AA503EB36B9}"/>
          </ac:spMkLst>
        </pc:spChg>
        <pc:spChg chg="add mod">
          <ac:chgData name="Wilmer Ortega Erazo" userId="19082e28a51afb61" providerId="LiveId" clId="{94990643-8E4E-4CF9-87DE-7C4FB3DD37DE}" dt="2023-09-19T03:58:36.617" v="2749" actId="20577"/>
          <ac:spMkLst>
            <pc:docMk/>
            <pc:sldMk cId="3930966444" sldId="324"/>
            <ac:spMk id="11" creationId="{329B9794-0D56-1C75-7B8E-EAD67A76DEDA}"/>
          </ac:spMkLst>
        </pc:spChg>
        <pc:picChg chg="add mod">
          <ac:chgData name="Wilmer Ortega Erazo" userId="19082e28a51afb61" providerId="LiveId" clId="{94990643-8E4E-4CF9-87DE-7C4FB3DD37DE}" dt="2023-09-19T03:57:17.155" v="2621" actId="1076"/>
          <ac:picMkLst>
            <pc:docMk/>
            <pc:sldMk cId="3930966444" sldId="324"/>
            <ac:picMk id="5" creationId="{D044DBAD-126F-C961-E533-E94CDB4AD9D7}"/>
          </ac:picMkLst>
        </pc:picChg>
        <pc:picChg chg="del">
          <ac:chgData name="Wilmer Ortega Erazo" userId="19082e28a51afb61" providerId="LiveId" clId="{94990643-8E4E-4CF9-87DE-7C4FB3DD37DE}" dt="2023-09-19T03:52:24.741" v="2464" actId="478"/>
          <ac:picMkLst>
            <pc:docMk/>
            <pc:sldMk cId="3930966444" sldId="324"/>
            <ac:picMk id="6" creationId="{819A11E5-159E-6828-03CD-5BADFD69DF42}"/>
          </ac:picMkLst>
        </pc:picChg>
        <pc:picChg chg="add mod">
          <ac:chgData name="Wilmer Ortega Erazo" userId="19082e28a51afb61" providerId="LiveId" clId="{94990643-8E4E-4CF9-87DE-7C4FB3DD37DE}" dt="2023-09-19T03:57:35.800" v="2628" actId="1076"/>
          <ac:picMkLst>
            <pc:docMk/>
            <pc:sldMk cId="3930966444" sldId="324"/>
            <ac:picMk id="10" creationId="{C22CE398-D06D-389E-323B-B42B34B757A4}"/>
          </ac:picMkLst>
        </pc:picChg>
        <pc:picChg chg="add mod">
          <ac:chgData name="Wilmer Ortega Erazo" userId="19082e28a51afb61" providerId="LiveId" clId="{94990643-8E4E-4CF9-87DE-7C4FB3DD37DE}" dt="2023-09-19T03:58:48.974" v="2751" actId="1076"/>
          <ac:picMkLst>
            <pc:docMk/>
            <pc:sldMk cId="3930966444" sldId="324"/>
            <ac:picMk id="13" creationId="{85B7C29C-B3DB-6310-6DD9-AF7C7E617698}"/>
          </ac:picMkLst>
        </pc:picChg>
      </pc:sldChg>
      <pc:sldChg chg="addSp delSp modSp add mod">
        <pc:chgData name="Wilmer Ortega Erazo" userId="19082e28a51afb61" providerId="LiveId" clId="{94990643-8E4E-4CF9-87DE-7C4FB3DD37DE}" dt="2023-09-19T04:01:34.109" v="2796" actId="14100"/>
        <pc:sldMkLst>
          <pc:docMk/>
          <pc:sldMk cId="3169525786" sldId="325"/>
        </pc:sldMkLst>
        <pc:spChg chg="mod">
          <ac:chgData name="Wilmer Ortega Erazo" userId="19082e28a51afb61" providerId="LiveId" clId="{94990643-8E4E-4CF9-87DE-7C4FB3DD37DE}" dt="2023-09-19T04:00:39.909" v="2784" actId="20577"/>
          <ac:spMkLst>
            <pc:docMk/>
            <pc:sldMk cId="3169525786" sldId="325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0:29.637" v="2756" actId="478"/>
          <ac:spMkLst>
            <pc:docMk/>
            <pc:sldMk cId="3169525786" sldId="325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0:26.935" v="2754" actId="478"/>
          <ac:spMkLst>
            <pc:docMk/>
            <pc:sldMk cId="3169525786" sldId="325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0:30.989" v="2757" actId="478"/>
          <ac:picMkLst>
            <pc:docMk/>
            <pc:sldMk cId="3169525786" sldId="325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01:34.109" v="2796" actId="14100"/>
          <ac:picMkLst>
            <pc:docMk/>
            <pc:sldMk cId="3169525786" sldId="325"/>
            <ac:picMk id="6" creationId="{F16365BD-9035-F2D3-67EB-9A87DE9BDBCC}"/>
          </ac:picMkLst>
        </pc:picChg>
        <pc:picChg chg="add mod">
          <ac:chgData name="Wilmer Ortega Erazo" userId="19082e28a51afb61" providerId="LiveId" clId="{94990643-8E4E-4CF9-87DE-7C4FB3DD37DE}" dt="2023-09-19T04:01:31.294" v="2795" actId="1076"/>
          <ac:picMkLst>
            <pc:docMk/>
            <pc:sldMk cId="3169525786" sldId="325"/>
            <ac:picMk id="9" creationId="{D7114A93-5EAD-EDEF-937B-FD6156993D6D}"/>
          </ac:picMkLst>
        </pc:picChg>
        <pc:picChg chg="del">
          <ac:chgData name="Wilmer Ortega Erazo" userId="19082e28a51afb61" providerId="LiveId" clId="{94990643-8E4E-4CF9-87DE-7C4FB3DD37DE}" dt="2023-09-19T04:00:27.829" v="2755" actId="478"/>
          <ac:picMkLst>
            <pc:docMk/>
            <pc:sldMk cId="3169525786" sldId="325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0:25.541" v="2753" actId="478"/>
          <ac:picMkLst>
            <pc:docMk/>
            <pc:sldMk cId="3169525786" sldId="325"/>
            <ac:picMk id="13" creationId="{85B7C29C-B3DB-6310-6DD9-AF7C7E617698}"/>
          </ac:picMkLst>
        </pc:picChg>
      </pc:sldChg>
      <pc:sldChg chg="addSp delSp modSp add mod ord">
        <pc:chgData name="Wilmer Ortega Erazo" userId="19082e28a51afb61" providerId="LiveId" clId="{94990643-8E4E-4CF9-87DE-7C4FB3DD37DE}" dt="2023-09-19T04:29:28.287" v="4101" actId="20577"/>
        <pc:sldMkLst>
          <pc:docMk/>
          <pc:sldMk cId="3192899345" sldId="326"/>
        </pc:sldMkLst>
        <pc:spChg chg="mod">
          <ac:chgData name="Wilmer Ortega Erazo" userId="19082e28a51afb61" providerId="LiveId" clId="{94990643-8E4E-4CF9-87DE-7C4FB3DD37DE}" dt="2023-09-19T04:29:28.287" v="4101" actId="20577"/>
          <ac:spMkLst>
            <pc:docMk/>
            <pc:sldMk cId="3192899345" sldId="326"/>
            <ac:spMk id="4" creationId="{A29C0834-3DBC-9FB3-0E0A-F77D599198EB}"/>
          </ac:spMkLst>
        </pc:spChg>
        <pc:spChg chg="del">
          <ac:chgData name="Wilmer Ortega Erazo" userId="19082e28a51afb61" providerId="LiveId" clId="{94990643-8E4E-4CF9-87DE-7C4FB3DD37DE}" dt="2023-09-19T04:05:34.931" v="2829" actId="478"/>
          <ac:spMkLst>
            <pc:docMk/>
            <pc:sldMk cId="3192899345" sldId="326"/>
            <ac:spMk id="8" creationId="{9BB1B317-CA90-E36B-CD49-4AA503EB36B9}"/>
          </ac:spMkLst>
        </pc:spChg>
        <pc:spChg chg="del">
          <ac:chgData name="Wilmer Ortega Erazo" userId="19082e28a51afb61" providerId="LiveId" clId="{94990643-8E4E-4CF9-87DE-7C4FB3DD37DE}" dt="2023-09-19T04:05:32.565" v="2827" actId="478"/>
          <ac:spMkLst>
            <pc:docMk/>
            <pc:sldMk cId="3192899345" sldId="326"/>
            <ac:spMk id="11" creationId="{329B9794-0D56-1C75-7B8E-EAD67A76DEDA}"/>
          </ac:spMkLst>
        </pc:spChg>
        <pc:picChg chg="del">
          <ac:chgData name="Wilmer Ortega Erazo" userId="19082e28a51afb61" providerId="LiveId" clId="{94990643-8E4E-4CF9-87DE-7C4FB3DD37DE}" dt="2023-09-19T04:05:35.893" v="2830" actId="478"/>
          <ac:picMkLst>
            <pc:docMk/>
            <pc:sldMk cId="3192899345" sldId="326"/>
            <ac:picMk id="5" creationId="{D044DBAD-126F-C961-E533-E94CDB4AD9D7}"/>
          </ac:picMkLst>
        </pc:picChg>
        <pc:picChg chg="add mod">
          <ac:chgData name="Wilmer Ortega Erazo" userId="19082e28a51afb61" providerId="LiveId" clId="{94990643-8E4E-4CF9-87DE-7C4FB3DD37DE}" dt="2023-09-19T04:29:20.862" v="4098" actId="1076"/>
          <ac:picMkLst>
            <pc:docMk/>
            <pc:sldMk cId="3192899345" sldId="326"/>
            <ac:picMk id="6" creationId="{67557298-F4DD-4F11-94B0-4B83051F4E38}"/>
          </ac:picMkLst>
        </pc:picChg>
        <pc:picChg chg="add mod">
          <ac:chgData name="Wilmer Ortega Erazo" userId="19082e28a51afb61" providerId="LiveId" clId="{94990643-8E4E-4CF9-87DE-7C4FB3DD37DE}" dt="2023-09-19T04:09:25.982" v="3061" actId="1076"/>
          <ac:picMkLst>
            <pc:docMk/>
            <pc:sldMk cId="3192899345" sldId="326"/>
            <ac:picMk id="9" creationId="{8939DE73-4F69-8875-6FD6-1EDCEF6D4805}"/>
          </ac:picMkLst>
        </pc:picChg>
        <pc:picChg chg="del">
          <ac:chgData name="Wilmer Ortega Erazo" userId="19082e28a51afb61" providerId="LiveId" clId="{94990643-8E4E-4CF9-87DE-7C4FB3DD37DE}" dt="2023-09-19T04:05:33.413" v="2828" actId="478"/>
          <ac:picMkLst>
            <pc:docMk/>
            <pc:sldMk cId="3192899345" sldId="326"/>
            <ac:picMk id="10" creationId="{C22CE398-D06D-389E-323B-B42B34B757A4}"/>
          </ac:picMkLst>
        </pc:picChg>
        <pc:picChg chg="del">
          <ac:chgData name="Wilmer Ortega Erazo" userId="19082e28a51afb61" providerId="LiveId" clId="{94990643-8E4E-4CF9-87DE-7C4FB3DD37DE}" dt="2023-09-19T04:05:31.392" v="2826" actId="478"/>
          <ac:picMkLst>
            <pc:docMk/>
            <pc:sldMk cId="3192899345" sldId="326"/>
            <ac:picMk id="13" creationId="{85B7C29C-B3DB-6310-6DD9-AF7C7E617698}"/>
          </ac:picMkLst>
        </pc:picChg>
      </pc:sldChg>
      <pc:sldChg chg="delSp modSp add mod">
        <pc:chgData name="Wilmer Ortega Erazo" userId="19082e28a51afb61" providerId="LiveId" clId="{94990643-8E4E-4CF9-87DE-7C4FB3DD37DE}" dt="2023-09-19T04:29:41.130" v="4103" actId="123"/>
        <pc:sldMkLst>
          <pc:docMk/>
          <pc:sldMk cId="489716390" sldId="327"/>
        </pc:sldMkLst>
        <pc:spChg chg="mod">
          <ac:chgData name="Wilmer Ortega Erazo" userId="19082e28a51afb61" providerId="LiveId" clId="{94990643-8E4E-4CF9-87DE-7C4FB3DD37DE}" dt="2023-09-19T04:29:41.130" v="4103" actId="123"/>
          <ac:spMkLst>
            <pc:docMk/>
            <pc:sldMk cId="489716390" sldId="327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13:35.877" v="3103" actId="478"/>
          <ac:picMkLst>
            <pc:docMk/>
            <pc:sldMk cId="489716390" sldId="327"/>
            <ac:picMk id="6" creationId="{67557298-F4DD-4F11-94B0-4B83051F4E38}"/>
          </ac:picMkLst>
        </pc:picChg>
        <pc:picChg chg="del">
          <ac:chgData name="Wilmer Ortega Erazo" userId="19082e28a51afb61" providerId="LiveId" clId="{94990643-8E4E-4CF9-87DE-7C4FB3DD37DE}" dt="2023-09-19T04:13:36.828" v="3104" actId="478"/>
          <ac:picMkLst>
            <pc:docMk/>
            <pc:sldMk cId="489716390" sldId="327"/>
            <ac:picMk id="9" creationId="{8939DE73-4F69-8875-6FD6-1EDCEF6D4805}"/>
          </ac:picMkLst>
        </pc:picChg>
      </pc:sldChg>
      <pc:sldChg chg="modSp add mod">
        <pc:chgData name="Wilmer Ortega Erazo" userId="19082e28a51afb61" providerId="LiveId" clId="{94990643-8E4E-4CF9-87DE-7C4FB3DD37DE}" dt="2023-09-19T04:36:04.789" v="4628" actId="14100"/>
        <pc:sldMkLst>
          <pc:docMk/>
          <pc:sldMk cId="4151778330" sldId="328"/>
        </pc:sldMkLst>
        <pc:spChg chg="mod">
          <ac:chgData name="Wilmer Ortega Erazo" userId="19082e28a51afb61" providerId="LiveId" clId="{94990643-8E4E-4CF9-87DE-7C4FB3DD37DE}" dt="2023-09-19T04:36:04.789" v="4628" actId="14100"/>
          <ac:spMkLst>
            <pc:docMk/>
            <pc:sldMk cId="4151778330" sldId="328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94990643-8E4E-4CF9-87DE-7C4FB3DD37DE}" dt="2023-09-19T04:44:56.920" v="4831" actId="1076"/>
        <pc:sldMkLst>
          <pc:docMk/>
          <pc:sldMk cId="950599006" sldId="329"/>
        </pc:sldMkLst>
        <pc:spChg chg="mod">
          <ac:chgData name="Wilmer Ortega Erazo" userId="19082e28a51afb61" providerId="LiveId" clId="{94990643-8E4E-4CF9-87DE-7C4FB3DD37DE}" dt="2023-09-19T04:44:19.975" v="4828" actId="20577"/>
          <ac:spMkLst>
            <pc:docMk/>
            <pc:sldMk cId="950599006" sldId="329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4:44:56.920" v="4831" actId="1076"/>
          <ac:picMkLst>
            <pc:docMk/>
            <pc:sldMk cId="950599006" sldId="329"/>
            <ac:picMk id="8" creationId="{7CA2898E-3EA9-E3F1-6628-DC44D166E28F}"/>
          </ac:picMkLst>
        </pc:picChg>
        <pc:cxnChg chg="add mod">
          <ac:chgData name="Wilmer Ortega Erazo" userId="19082e28a51afb61" providerId="LiveId" clId="{94990643-8E4E-4CF9-87DE-7C4FB3DD37DE}" dt="2023-09-19T04:42:46.748" v="4708" actId="1076"/>
          <ac:cxnSpMkLst>
            <pc:docMk/>
            <pc:sldMk cId="950599006" sldId="329"/>
            <ac:cxnSpMk id="5" creationId="{0CFB5B08-5F59-0927-D8A5-E5C619B9A19D}"/>
          </ac:cxnSpMkLst>
        </pc:cxnChg>
      </pc:sldChg>
      <pc:sldChg chg="addSp delSp modSp add mod">
        <pc:chgData name="Wilmer Ortega Erazo" userId="19082e28a51afb61" providerId="LiveId" clId="{94990643-8E4E-4CF9-87DE-7C4FB3DD37DE}" dt="2023-09-19T04:54:51.385" v="5283" actId="1076"/>
        <pc:sldMkLst>
          <pc:docMk/>
          <pc:sldMk cId="2182126900" sldId="330"/>
        </pc:sldMkLst>
        <pc:spChg chg="mod">
          <ac:chgData name="Wilmer Ortega Erazo" userId="19082e28a51afb61" providerId="LiveId" clId="{94990643-8E4E-4CF9-87DE-7C4FB3DD37DE}" dt="2023-09-19T04:52:45.636" v="5279" actId="5793"/>
          <ac:spMkLst>
            <pc:docMk/>
            <pc:sldMk cId="2182126900" sldId="330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2:00.912" v="5180" actId="478"/>
          <ac:picMkLst>
            <pc:docMk/>
            <pc:sldMk cId="2182126900" sldId="330"/>
            <ac:picMk id="8" creationId="{7CA2898E-3EA9-E3F1-6628-DC44D166E28F}"/>
          </ac:picMkLst>
        </pc:picChg>
        <pc:picChg chg="add mod">
          <ac:chgData name="Wilmer Ortega Erazo" userId="19082e28a51afb61" providerId="LiveId" clId="{94990643-8E4E-4CF9-87DE-7C4FB3DD37DE}" dt="2023-09-19T04:54:51.385" v="5283" actId="1076"/>
          <ac:picMkLst>
            <pc:docMk/>
            <pc:sldMk cId="2182126900" sldId="330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4:47:01.651" v="4846" actId="478"/>
          <ac:cxnSpMkLst>
            <pc:docMk/>
            <pc:sldMk cId="2182126900" sldId="330"/>
            <ac:cxnSpMk id="5" creationId="{0CFB5B08-5F59-0927-D8A5-E5C619B9A19D}"/>
          </ac:cxnSpMkLst>
        </pc:cxnChg>
        <pc:cxnChg chg="add mod">
          <ac:chgData name="Wilmer Ortega Erazo" userId="19082e28a51afb61" providerId="LiveId" clId="{94990643-8E4E-4CF9-87DE-7C4FB3DD37DE}" dt="2023-09-19T04:48:21.232" v="4909" actId="13822"/>
          <ac:cxnSpMkLst>
            <pc:docMk/>
            <pc:sldMk cId="2182126900" sldId="330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15:54.024" v="5832" actId="20577"/>
        <pc:sldMkLst>
          <pc:docMk/>
          <pc:sldMk cId="1530406308" sldId="331"/>
        </pc:sldMkLst>
        <pc:spChg chg="mod">
          <ac:chgData name="Wilmer Ortega Erazo" userId="19082e28a51afb61" providerId="LiveId" clId="{94990643-8E4E-4CF9-87DE-7C4FB3DD37DE}" dt="2023-09-19T05:15:54.024" v="5832" actId="20577"/>
          <ac:spMkLst>
            <pc:docMk/>
            <pc:sldMk cId="1530406308" sldId="331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4:58:24.927" v="5285" actId="478"/>
          <ac:picMkLst>
            <pc:docMk/>
            <pc:sldMk cId="1530406308" sldId="331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0:31.262" v="5304" actId="478"/>
          <ac:cxnSpMkLst>
            <pc:docMk/>
            <pc:sldMk cId="1530406308" sldId="331"/>
            <ac:cxnSpMk id="6" creationId="{728725CE-C062-73AA-A4F9-2DC0123FEA7C}"/>
          </ac:cxnSpMkLst>
        </pc:cxnChg>
      </pc:sldChg>
      <pc:sldChg chg="delSp modSp add mod">
        <pc:chgData name="Wilmer Ortega Erazo" userId="19082e28a51afb61" providerId="LiveId" clId="{94990643-8E4E-4CF9-87DE-7C4FB3DD37DE}" dt="2023-09-19T05:07:02.120" v="5625" actId="255"/>
        <pc:sldMkLst>
          <pc:docMk/>
          <pc:sldMk cId="2658430548" sldId="332"/>
        </pc:sldMkLst>
        <pc:spChg chg="mod">
          <ac:chgData name="Wilmer Ortega Erazo" userId="19082e28a51afb61" providerId="LiveId" clId="{94990643-8E4E-4CF9-87DE-7C4FB3DD37DE}" dt="2023-09-19T05:07:02.120" v="5625" actId="255"/>
          <ac:spMkLst>
            <pc:docMk/>
            <pc:sldMk cId="2658430548" sldId="332"/>
            <ac:spMk id="4" creationId="{A29C0834-3DBC-9FB3-0E0A-F77D599198EB}"/>
          </ac:spMkLst>
        </pc:spChg>
        <pc:picChg chg="del">
          <ac:chgData name="Wilmer Ortega Erazo" userId="19082e28a51afb61" providerId="LiveId" clId="{94990643-8E4E-4CF9-87DE-7C4FB3DD37DE}" dt="2023-09-19T05:04:26.928" v="5420" actId="478"/>
          <ac:picMkLst>
            <pc:docMk/>
            <pc:sldMk cId="2658430548" sldId="332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2:51.110" v="5378" actId="478"/>
          <ac:cxnSpMkLst>
            <pc:docMk/>
            <pc:sldMk cId="2658430548" sldId="332"/>
            <ac:cxnSpMk id="6" creationId="{728725CE-C062-73AA-A4F9-2DC0123FEA7C}"/>
          </ac:cxnSpMkLst>
        </pc:cxnChg>
      </pc:sldChg>
      <pc:sldChg chg="addSp delSp modSp add mod ord">
        <pc:chgData name="Wilmer Ortega Erazo" userId="19082e28a51afb61" providerId="LiveId" clId="{94990643-8E4E-4CF9-87DE-7C4FB3DD37DE}" dt="2023-09-19T05:12:56.921" v="5831" actId="1076"/>
        <pc:sldMkLst>
          <pc:docMk/>
          <pc:sldMk cId="634442229" sldId="333"/>
        </pc:sldMkLst>
        <pc:spChg chg="mod">
          <ac:chgData name="Wilmer Ortega Erazo" userId="19082e28a51afb61" providerId="LiveId" clId="{94990643-8E4E-4CF9-87DE-7C4FB3DD37DE}" dt="2023-09-19T05:11:13.682" v="5825" actId="20577"/>
          <ac:spMkLst>
            <pc:docMk/>
            <pc:sldMk cId="634442229" sldId="333"/>
            <ac:spMk id="4" creationId="{A29C0834-3DBC-9FB3-0E0A-F77D599198EB}"/>
          </ac:spMkLst>
        </pc:spChg>
        <pc:picChg chg="add mod">
          <ac:chgData name="Wilmer Ortega Erazo" userId="19082e28a51afb61" providerId="LiveId" clId="{94990643-8E4E-4CF9-87DE-7C4FB3DD37DE}" dt="2023-09-19T05:12:56.921" v="5831" actId="1076"/>
          <ac:picMkLst>
            <pc:docMk/>
            <pc:sldMk cId="634442229" sldId="333"/>
            <ac:picMk id="5" creationId="{43257F2B-500A-1407-C71C-01B50405940B}"/>
          </ac:picMkLst>
        </pc:picChg>
        <pc:picChg chg="del">
          <ac:chgData name="Wilmer Ortega Erazo" userId="19082e28a51afb61" providerId="LiveId" clId="{94990643-8E4E-4CF9-87DE-7C4FB3DD37DE}" dt="2023-09-19T05:07:16.146" v="5629" actId="478"/>
          <ac:picMkLst>
            <pc:docMk/>
            <pc:sldMk cId="634442229" sldId="333"/>
            <ac:picMk id="9" creationId="{5EF678D8-5182-1E37-D451-C3DA995C298C}"/>
          </ac:picMkLst>
        </pc:picChg>
        <pc:cxnChg chg="del">
          <ac:chgData name="Wilmer Ortega Erazo" userId="19082e28a51afb61" providerId="LiveId" clId="{94990643-8E4E-4CF9-87DE-7C4FB3DD37DE}" dt="2023-09-19T05:09:05.249" v="5652" actId="478"/>
          <ac:cxnSpMkLst>
            <pc:docMk/>
            <pc:sldMk cId="634442229" sldId="333"/>
            <ac:cxnSpMk id="6" creationId="{728725CE-C062-73AA-A4F9-2DC0123FEA7C}"/>
          </ac:cxnSpMkLst>
        </pc:cxnChg>
      </pc:sldChg>
      <pc:sldChg chg="addSp delSp modSp add mod">
        <pc:chgData name="Wilmer Ortega Erazo" userId="19082e28a51afb61" providerId="LiveId" clId="{94990643-8E4E-4CF9-87DE-7C4FB3DD37DE}" dt="2023-09-19T05:25:16.430" v="5958" actId="20577"/>
        <pc:sldMkLst>
          <pc:docMk/>
          <pc:sldMk cId="1656004892" sldId="334"/>
        </pc:sldMkLst>
        <pc:spChg chg="add mod">
          <ac:chgData name="Wilmer Ortega Erazo" userId="19082e28a51afb61" providerId="LiveId" clId="{94990643-8E4E-4CF9-87DE-7C4FB3DD37DE}" dt="2023-09-19T05:24:34.332" v="5929" actId="27636"/>
          <ac:spMkLst>
            <pc:docMk/>
            <pc:sldMk cId="1656004892" sldId="334"/>
            <ac:spMk id="3" creationId="{37B4DB73-5D1B-85E7-7BEF-74327D13EB7F}"/>
          </ac:spMkLst>
        </pc:spChg>
        <pc:spChg chg="del mod">
          <ac:chgData name="Wilmer Ortega Erazo" userId="19082e28a51afb61" providerId="LiveId" clId="{94990643-8E4E-4CF9-87DE-7C4FB3DD37DE}" dt="2023-09-19T05:16:11.376" v="5835" actId="478"/>
          <ac:spMkLst>
            <pc:docMk/>
            <pc:sldMk cId="1656004892" sldId="334"/>
            <ac:spMk id="4" creationId="{A29C0834-3DBC-9FB3-0E0A-F77D599198EB}"/>
          </ac:spMkLst>
        </pc:spChg>
        <pc:spChg chg="mod">
          <ac:chgData name="Wilmer Ortega Erazo" userId="19082e28a51afb61" providerId="LiveId" clId="{94990643-8E4E-4CF9-87DE-7C4FB3DD37DE}" dt="2023-09-19T05:24:18.602" v="5924" actId="1076"/>
          <ac:spMkLst>
            <pc:docMk/>
            <pc:sldMk cId="1656004892" sldId="334"/>
            <ac:spMk id="6" creationId="{67557586-9E97-CEE3-34F3-BE9BC2FA0605}"/>
          </ac:spMkLst>
        </pc:spChg>
        <pc:spChg chg="mod">
          <ac:chgData name="Wilmer Ortega Erazo" userId="19082e28a51afb61" providerId="LiveId" clId="{94990643-8E4E-4CF9-87DE-7C4FB3DD37DE}" dt="2023-09-19T05:25:16.430" v="5958" actId="20577"/>
          <ac:spMkLst>
            <pc:docMk/>
            <pc:sldMk cId="1656004892" sldId="334"/>
            <ac:spMk id="7" creationId="{80EFB5E9-E451-9268-A910-2B1F80ABDB8B}"/>
          </ac:spMkLst>
        </pc:spChg>
        <pc:grpChg chg="add mod">
          <ac:chgData name="Wilmer Ortega Erazo" userId="19082e28a51afb61" providerId="LiveId" clId="{94990643-8E4E-4CF9-87DE-7C4FB3DD37DE}" dt="2023-09-19T05:24:18.602" v="5924" actId="1076"/>
          <ac:grpSpMkLst>
            <pc:docMk/>
            <pc:sldMk cId="1656004892" sldId="334"/>
            <ac:grpSpMk id="5" creationId="{C312F2B0-B996-873E-B28A-69432277C514}"/>
          </ac:grpSpMkLst>
        </pc:grpChg>
      </pc:sldChg>
      <pc:sldChg chg="modSp add mod ord">
        <pc:chgData name="Wilmer Ortega Erazo" userId="19082e28a51afb61" providerId="LiveId" clId="{94990643-8E4E-4CF9-87DE-7C4FB3DD37DE}" dt="2023-09-19T05:18:53.809" v="5864" actId="790"/>
        <pc:sldMkLst>
          <pc:docMk/>
          <pc:sldMk cId="2332564257" sldId="335"/>
        </pc:sldMkLst>
        <pc:spChg chg="mod">
          <ac:chgData name="Wilmer Ortega Erazo" userId="19082e28a51afb61" providerId="LiveId" clId="{94990643-8E4E-4CF9-87DE-7C4FB3DD37DE}" dt="2023-09-19T05:18:53.809" v="5864" actId="790"/>
          <ac:spMkLst>
            <pc:docMk/>
            <pc:sldMk cId="2332564257" sldId="33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1:49.280" v="5906" actId="20577"/>
        <pc:sldMkLst>
          <pc:docMk/>
          <pc:sldMk cId="1030916952" sldId="336"/>
        </pc:sldMkLst>
        <pc:spChg chg="mod">
          <ac:chgData name="Wilmer Ortega Erazo" userId="19082e28a51afb61" providerId="LiveId" clId="{94990643-8E4E-4CF9-87DE-7C4FB3DD37DE}" dt="2023-09-19T05:21:49.280" v="5906" actId="20577"/>
          <ac:spMkLst>
            <pc:docMk/>
            <pc:sldMk cId="1030916952" sldId="33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33.583" v="5916" actId="11"/>
        <pc:sldMkLst>
          <pc:docMk/>
          <pc:sldMk cId="1746969026" sldId="337"/>
        </pc:sldMkLst>
        <pc:spChg chg="mod">
          <ac:chgData name="Wilmer Ortega Erazo" userId="19082e28a51afb61" providerId="LiveId" clId="{94990643-8E4E-4CF9-87DE-7C4FB3DD37DE}" dt="2023-09-19T05:23:33.583" v="5916" actId="11"/>
          <ac:spMkLst>
            <pc:docMk/>
            <pc:sldMk cId="1746969026" sldId="33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94990643-8E4E-4CF9-87DE-7C4FB3DD37DE}" dt="2023-09-19T05:23:56.947" v="5920" actId="11"/>
        <pc:sldMkLst>
          <pc:docMk/>
          <pc:sldMk cId="347407109" sldId="338"/>
        </pc:sldMkLst>
        <pc:spChg chg="mod">
          <ac:chgData name="Wilmer Ortega Erazo" userId="19082e28a51afb61" providerId="LiveId" clId="{94990643-8E4E-4CF9-87DE-7C4FB3DD37DE}" dt="2023-09-19T05:23:56.947" v="5920" actId="11"/>
          <ac:spMkLst>
            <pc:docMk/>
            <pc:sldMk cId="347407109" sldId="338"/>
            <ac:spMk id="4" creationId="{A29C0834-3DBC-9FB3-0E0A-F77D599198EB}"/>
          </ac:spMkLst>
        </pc:spChg>
      </pc:sldChg>
    </pc:docChg>
  </pc:docChgLst>
  <pc:docChgLst>
    <pc:chgData name="Wilmer Ortega Erazo" userId="19082e28a51afb61" providerId="LiveId" clId="{3AF631D2-C106-40CF-B00F-2AE2F875672D}"/>
    <pc:docChg chg="undo redo custSel addSld delSld modSld sldOrd">
      <pc:chgData name="Wilmer Ortega Erazo" userId="19082e28a51afb61" providerId="LiveId" clId="{3AF631D2-C106-40CF-B00F-2AE2F875672D}" dt="2023-12-01T02:23:23.722" v="439" actId="27309"/>
      <pc:docMkLst>
        <pc:docMk/>
      </pc:docMkLst>
      <pc:sldChg chg="modSp mod">
        <pc:chgData name="Wilmer Ortega Erazo" userId="19082e28a51afb61" providerId="LiveId" clId="{3AF631D2-C106-40CF-B00F-2AE2F875672D}" dt="2023-11-12T21:16:03.178" v="23" actId="20577"/>
        <pc:sldMkLst>
          <pc:docMk/>
          <pc:sldMk cId="1286385962" sldId="257"/>
        </pc:sldMkLst>
        <pc:spChg chg="mod">
          <ac:chgData name="Wilmer Ortega Erazo" userId="19082e28a51afb61" providerId="LiveId" clId="{3AF631D2-C106-40CF-B00F-2AE2F875672D}" dt="2023-11-12T21:16:03.178" v="23" actId="20577"/>
          <ac:spMkLst>
            <pc:docMk/>
            <pc:sldMk cId="1286385962" sldId="257"/>
            <ac:spMk id="4" creationId="{A29C0834-3DBC-9FB3-0E0A-F77D599198EB}"/>
          </ac:spMkLst>
        </pc:spChg>
      </pc:sldChg>
      <pc:sldChg chg="addSp modSp mod">
        <pc:chgData name="Wilmer Ortega Erazo" userId="19082e28a51afb61" providerId="LiveId" clId="{3AF631D2-C106-40CF-B00F-2AE2F875672D}" dt="2023-12-01T02:23:23.722" v="439" actId="27309"/>
        <pc:sldMkLst>
          <pc:docMk/>
          <pc:sldMk cId="2529119344" sldId="264"/>
        </pc:sldMkLst>
        <pc:graphicFrameChg chg="add modGraphic">
          <ac:chgData name="Wilmer Ortega Erazo" userId="19082e28a51afb61" providerId="LiveId" clId="{3AF631D2-C106-40CF-B00F-2AE2F875672D}" dt="2023-12-01T02:23:23.722" v="439" actId="27309"/>
          <ac:graphicFrameMkLst>
            <pc:docMk/>
            <pc:sldMk cId="2529119344" sldId="264"/>
            <ac:graphicFrameMk id="3" creationId="{F6D59CD5-A792-B847-395E-170619CFBEC5}"/>
          </ac:graphicFrameMkLst>
        </pc:graphicFrameChg>
      </pc:sldChg>
      <pc:sldChg chg="modSp mod">
        <pc:chgData name="Wilmer Ortega Erazo" userId="19082e28a51afb61" providerId="LiveId" clId="{3AF631D2-C106-40CF-B00F-2AE2F875672D}" dt="2023-11-12T21:18:25.565" v="34" actId="255"/>
        <pc:sldMkLst>
          <pc:docMk/>
          <pc:sldMk cId="3431946679" sldId="265"/>
        </pc:sldMkLst>
        <pc:spChg chg="mod">
          <ac:chgData name="Wilmer Ortega Erazo" userId="19082e28a51afb61" providerId="LiveId" clId="{3AF631D2-C106-40CF-B00F-2AE2F875672D}" dt="2023-11-12T21:17:50.855" v="29" actId="20577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18:25.565" v="34" actId="255"/>
          <ac:spMkLst>
            <pc:docMk/>
            <pc:sldMk cId="3431946679" sldId="265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AF631D2-C106-40CF-B00F-2AE2F875672D}" dt="2023-11-12T21:20:03.072" v="44" actId="1076"/>
        <pc:sldMkLst>
          <pc:docMk/>
          <pc:sldMk cId="3413775637" sldId="266"/>
        </pc:sldMkLst>
        <pc:spChg chg="mod">
          <ac:chgData name="Wilmer Ortega Erazo" userId="19082e28a51afb61" providerId="LiveId" clId="{3AF631D2-C106-40CF-B00F-2AE2F875672D}" dt="2023-11-12T21:19:55.002" v="42" actId="255"/>
          <ac:spMkLst>
            <pc:docMk/>
            <pc:sldMk cId="3413775637" sldId="266"/>
            <ac:spMk id="4" creationId="{A29C0834-3DBC-9FB3-0E0A-F77D599198EB}"/>
          </ac:spMkLst>
        </pc:spChg>
        <pc:picChg chg="add mod">
          <ac:chgData name="Wilmer Ortega Erazo" userId="19082e28a51afb61" providerId="LiveId" clId="{3AF631D2-C106-40CF-B00F-2AE2F875672D}" dt="2023-11-12T21:20:00.496" v="43" actId="1076"/>
          <ac:picMkLst>
            <pc:docMk/>
            <pc:sldMk cId="3413775637" sldId="266"/>
            <ac:picMk id="3" creationId="{A1D218DD-8A32-C759-6D91-F1F057ADA771}"/>
          </ac:picMkLst>
        </pc:picChg>
        <pc:picChg chg="add mod">
          <ac:chgData name="Wilmer Ortega Erazo" userId="19082e28a51afb61" providerId="LiveId" clId="{3AF631D2-C106-40CF-B00F-2AE2F875672D}" dt="2023-11-12T21:20:03.072" v="44" actId="1076"/>
          <ac:picMkLst>
            <pc:docMk/>
            <pc:sldMk cId="3413775637" sldId="266"/>
            <ac:picMk id="5" creationId="{0099EF8D-FDD2-1B2C-435D-942B82D52B8D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4174490874" sldId="266"/>
        </pc:sldMkLst>
      </pc:sldChg>
      <pc:sldChg chg="addSp delSp modSp add mod">
        <pc:chgData name="Wilmer Ortega Erazo" userId="19082e28a51afb61" providerId="LiveId" clId="{3AF631D2-C106-40CF-B00F-2AE2F875672D}" dt="2023-11-12T21:40:25.553" v="55" actId="1076"/>
        <pc:sldMkLst>
          <pc:docMk/>
          <pc:sldMk cId="147154938" sldId="267"/>
        </pc:sldMkLst>
        <pc:spChg chg="mod">
          <ac:chgData name="Wilmer Ortega Erazo" userId="19082e28a51afb61" providerId="LiveId" clId="{3AF631D2-C106-40CF-B00F-2AE2F875672D}" dt="2023-11-12T21:40:11.840" v="52" actId="33524"/>
          <ac:spMkLst>
            <pc:docMk/>
            <pc:sldMk cId="147154938" sldId="267"/>
            <ac:spMk id="4" creationId="{A29C0834-3DBC-9FB3-0E0A-F77D599198EB}"/>
          </ac:spMkLst>
        </pc:spChg>
        <pc:picChg chg="del">
          <ac:chgData name="Wilmer Ortega Erazo" userId="19082e28a51afb61" providerId="LiveId" clId="{3AF631D2-C106-40CF-B00F-2AE2F875672D}" dt="2023-11-12T21:20:17.437" v="46" actId="478"/>
          <ac:picMkLst>
            <pc:docMk/>
            <pc:sldMk cId="147154938" sldId="267"/>
            <ac:picMk id="3" creationId="{A1D218DD-8A32-C759-6D91-F1F057ADA771}"/>
          </ac:picMkLst>
        </pc:picChg>
        <pc:picChg chg="del">
          <ac:chgData name="Wilmer Ortega Erazo" userId="19082e28a51afb61" providerId="LiveId" clId="{3AF631D2-C106-40CF-B00F-2AE2F875672D}" dt="2023-11-12T21:20:17.437" v="46" actId="478"/>
          <ac:picMkLst>
            <pc:docMk/>
            <pc:sldMk cId="147154938" sldId="267"/>
            <ac:picMk id="5" creationId="{0099EF8D-FDD2-1B2C-435D-942B82D52B8D}"/>
          </ac:picMkLst>
        </pc:picChg>
        <pc:picChg chg="add mod">
          <ac:chgData name="Wilmer Ortega Erazo" userId="19082e28a51afb61" providerId="LiveId" clId="{3AF631D2-C106-40CF-B00F-2AE2F875672D}" dt="2023-11-12T21:40:20.785" v="54" actId="1076"/>
          <ac:picMkLst>
            <pc:docMk/>
            <pc:sldMk cId="147154938" sldId="267"/>
            <ac:picMk id="6" creationId="{56119E8C-C502-0B67-11A5-A50F0DD183E3}"/>
          </ac:picMkLst>
        </pc:picChg>
        <pc:picChg chg="add mod">
          <ac:chgData name="Wilmer Ortega Erazo" userId="19082e28a51afb61" providerId="LiveId" clId="{3AF631D2-C106-40CF-B00F-2AE2F875672D}" dt="2023-11-12T21:40:25.553" v="55" actId="1076"/>
          <ac:picMkLst>
            <pc:docMk/>
            <pc:sldMk cId="147154938" sldId="267"/>
            <ac:picMk id="7" creationId="{CE786312-EFF6-1CC5-F97E-F097371AA9DB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740811249" sldId="267"/>
        </pc:sldMkLst>
      </pc:sldChg>
      <pc:sldChg chg="delSp modSp add mod">
        <pc:chgData name="Wilmer Ortega Erazo" userId="19082e28a51afb61" providerId="LiveId" clId="{3AF631D2-C106-40CF-B00F-2AE2F875672D}" dt="2023-11-12T21:41:28.033" v="74" actId="33524"/>
        <pc:sldMkLst>
          <pc:docMk/>
          <pc:sldMk cId="1348188907" sldId="268"/>
        </pc:sldMkLst>
        <pc:spChg chg="mod">
          <ac:chgData name="Wilmer Ortega Erazo" userId="19082e28a51afb61" providerId="LiveId" clId="{3AF631D2-C106-40CF-B00F-2AE2F875672D}" dt="2023-11-12T21:41:00.583" v="68" actId="20577"/>
          <ac:spMkLst>
            <pc:docMk/>
            <pc:sldMk cId="1348188907" sldId="268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41:28.033" v="74" actId="33524"/>
          <ac:spMkLst>
            <pc:docMk/>
            <pc:sldMk cId="1348188907" sldId="268"/>
            <ac:spMk id="4" creationId="{A29C0834-3DBC-9FB3-0E0A-F77D599198EB}"/>
          </ac:spMkLst>
        </pc:spChg>
        <pc:picChg chg="del">
          <ac:chgData name="Wilmer Ortega Erazo" userId="19082e28a51afb61" providerId="LiveId" clId="{3AF631D2-C106-40CF-B00F-2AE2F875672D}" dt="2023-11-12T21:41:08.456" v="70" actId="478"/>
          <ac:picMkLst>
            <pc:docMk/>
            <pc:sldMk cId="1348188907" sldId="268"/>
            <ac:picMk id="6" creationId="{56119E8C-C502-0B67-11A5-A50F0DD183E3}"/>
          </ac:picMkLst>
        </pc:picChg>
        <pc:picChg chg="del mod">
          <ac:chgData name="Wilmer Ortega Erazo" userId="19082e28a51afb61" providerId="LiveId" clId="{3AF631D2-C106-40CF-B00F-2AE2F875672D}" dt="2023-11-12T21:41:08.456" v="70" actId="478"/>
          <ac:picMkLst>
            <pc:docMk/>
            <pc:sldMk cId="1348188907" sldId="268"/>
            <ac:picMk id="7" creationId="{CE786312-EFF6-1CC5-F97E-F097371AA9DB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829306844" sldId="268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741062176" sldId="269"/>
        </pc:sldMkLst>
      </pc:sldChg>
      <pc:sldChg chg="modSp add mod">
        <pc:chgData name="Wilmer Ortega Erazo" userId="19082e28a51afb61" providerId="LiveId" clId="{3AF631D2-C106-40CF-B00F-2AE2F875672D}" dt="2023-11-12T21:42:04.183" v="82" actId="33524"/>
        <pc:sldMkLst>
          <pc:docMk/>
          <pc:sldMk cId="2522645288" sldId="269"/>
        </pc:sldMkLst>
        <pc:spChg chg="mod">
          <ac:chgData name="Wilmer Ortega Erazo" userId="19082e28a51afb61" providerId="LiveId" clId="{3AF631D2-C106-40CF-B00F-2AE2F875672D}" dt="2023-11-12T21:42:04.183" v="82" actId="33524"/>
          <ac:spMkLst>
            <pc:docMk/>
            <pc:sldMk cId="2522645288" sldId="269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41043996" sldId="270"/>
        </pc:sldMkLst>
      </pc:sldChg>
      <pc:sldChg chg="addSp modSp add mod">
        <pc:chgData name="Wilmer Ortega Erazo" userId="19082e28a51afb61" providerId="LiveId" clId="{3AF631D2-C106-40CF-B00F-2AE2F875672D}" dt="2023-11-12T21:42:38.329" v="90" actId="1076"/>
        <pc:sldMkLst>
          <pc:docMk/>
          <pc:sldMk cId="3473754440" sldId="270"/>
        </pc:sldMkLst>
        <pc:spChg chg="mod">
          <ac:chgData name="Wilmer Ortega Erazo" userId="19082e28a51afb61" providerId="LiveId" clId="{3AF631D2-C106-40CF-B00F-2AE2F875672D}" dt="2023-11-12T21:42:31.113" v="88" actId="33524"/>
          <ac:spMkLst>
            <pc:docMk/>
            <pc:sldMk cId="3473754440" sldId="270"/>
            <ac:spMk id="4" creationId="{A29C0834-3DBC-9FB3-0E0A-F77D599198EB}"/>
          </ac:spMkLst>
        </pc:spChg>
        <pc:picChg chg="add mod">
          <ac:chgData name="Wilmer Ortega Erazo" userId="19082e28a51afb61" providerId="LiveId" clId="{3AF631D2-C106-40CF-B00F-2AE2F875672D}" dt="2023-11-12T21:42:38.329" v="90" actId="1076"/>
          <ac:picMkLst>
            <pc:docMk/>
            <pc:sldMk cId="3473754440" sldId="270"/>
            <ac:picMk id="3" creationId="{3D87AF3D-1416-C3D1-8967-E4F59D04E34C}"/>
          </ac:picMkLst>
        </pc:picChg>
      </pc:sldChg>
      <pc:sldChg chg="addSp delSp modSp add mod">
        <pc:chgData name="Wilmer Ortega Erazo" userId="19082e28a51afb61" providerId="LiveId" clId="{3AF631D2-C106-40CF-B00F-2AE2F875672D}" dt="2023-11-12T21:43:21.337" v="103" actId="1076"/>
        <pc:sldMkLst>
          <pc:docMk/>
          <pc:sldMk cId="380443000" sldId="271"/>
        </pc:sldMkLst>
        <pc:spChg chg="mod">
          <ac:chgData name="Wilmer Ortega Erazo" userId="19082e28a51afb61" providerId="LiveId" clId="{3AF631D2-C106-40CF-B00F-2AE2F875672D}" dt="2023-11-12T21:43:15.136" v="101" actId="33524"/>
          <ac:spMkLst>
            <pc:docMk/>
            <pc:sldMk cId="380443000" sldId="271"/>
            <ac:spMk id="4" creationId="{A29C0834-3DBC-9FB3-0E0A-F77D599198EB}"/>
          </ac:spMkLst>
        </pc:spChg>
        <pc:picChg chg="del">
          <ac:chgData name="Wilmer Ortega Erazo" userId="19082e28a51afb61" providerId="LiveId" clId="{3AF631D2-C106-40CF-B00F-2AE2F875672D}" dt="2023-11-12T21:42:53.111" v="92" actId="478"/>
          <ac:picMkLst>
            <pc:docMk/>
            <pc:sldMk cId="380443000" sldId="271"/>
            <ac:picMk id="3" creationId="{3D87AF3D-1416-C3D1-8967-E4F59D04E34C}"/>
          </ac:picMkLst>
        </pc:picChg>
        <pc:picChg chg="add mod">
          <ac:chgData name="Wilmer Ortega Erazo" userId="19082e28a51afb61" providerId="LiveId" clId="{3AF631D2-C106-40CF-B00F-2AE2F875672D}" dt="2023-11-12T21:43:21.337" v="103" actId="1076"/>
          <ac:picMkLst>
            <pc:docMk/>
            <pc:sldMk cId="380443000" sldId="271"/>
            <ac:picMk id="5" creationId="{DD2BDCD8-49C0-D3E7-89CF-A2888D9E8C4F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575138044" sldId="271"/>
        </pc:sldMkLst>
      </pc:sldChg>
      <pc:sldChg chg="delSp modSp add mod">
        <pc:chgData name="Wilmer Ortega Erazo" userId="19082e28a51afb61" providerId="LiveId" clId="{3AF631D2-C106-40CF-B00F-2AE2F875672D}" dt="2023-11-12T21:46:18.371" v="133" actId="313"/>
        <pc:sldMkLst>
          <pc:docMk/>
          <pc:sldMk cId="921820898" sldId="272"/>
        </pc:sldMkLst>
        <pc:spChg chg="mod">
          <ac:chgData name="Wilmer Ortega Erazo" userId="19082e28a51afb61" providerId="LiveId" clId="{3AF631D2-C106-40CF-B00F-2AE2F875672D}" dt="2023-11-12T21:45:24.137" v="125" actId="20577"/>
          <ac:spMkLst>
            <pc:docMk/>
            <pc:sldMk cId="921820898" sldId="272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46:18.371" v="133" actId="313"/>
          <ac:spMkLst>
            <pc:docMk/>
            <pc:sldMk cId="921820898" sldId="272"/>
            <ac:spMk id="4" creationId="{A29C0834-3DBC-9FB3-0E0A-F77D599198EB}"/>
          </ac:spMkLst>
        </pc:spChg>
        <pc:picChg chg="del">
          <ac:chgData name="Wilmer Ortega Erazo" userId="19082e28a51afb61" providerId="LiveId" clId="{3AF631D2-C106-40CF-B00F-2AE2F875672D}" dt="2023-11-12T21:43:36.007" v="105" actId="478"/>
          <ac:picMkLst>
            <pc:docMk/>
            <pc:sldMk cId="921820898" sldId="272"/>
            <ac:picMk id="5" creationId="{DD2BDCD8-49C0-D3E7-89CF-A2888D9E8C4F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613072232" sldId="272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091347457" sldId="273"/>
        </pc:sldMkLst>
      </pc:sldChg>
      <pc:sldChg chg="modSp add mod">
        <pc:chgData name="Wilmer Ortega Erazo" userId="19082e28a51afb61" providerId="LiveId" clId="{3AF631D2-C106-40CF-B00F-2AE2F875672D}" dt="2023-11-12T21:46:50.134" v="139" actId="255"/>
        <pc:sldMkLst>
          <pc:docMk/>
          <pc:sldMk cId="3290430429" sldId="273"/>
        </pc:sldMkLst>
        <pc:spChg chg="mod">
          <ac:chgData name="Wilmer Ortega Erazo" userId="19082e28a51afb61" providerId="LiveId" clId="{3AF631D2-C106-40CF-B00F-2AE2F875672D}" dt="2023-11-12T21:46:50.134" v="139" actId="255"/>
          <ac:spMkLst>
            <pc:docMk/>
            <pc:sldMk cId="3290430429" sldId="273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212974123" sldId="274"/>
        </pc:sldMkLst>
      </pc:sldChg>
      <pc:sldChg chg="modSp add mod">
        <pc:chgData name="Wilmer Ortega Erazo" userId="19082e28a51afb61" providerId="LiveId" clId="{3AF631D2-C106-40CF-B00F-2AE2F875672D}" dt="2023-11-12T21:47:06.850" v="142" actId="6549"/>
        <pc:sldMkLst>
          <pc:docMk/>
          <pc:sldMk cId="3506450710" sldId="274"/>
        </pc:sldMkLst>
        <pc:spChg chg="mod">
          <ac:chgData name="Wilmer Ortega Erazo" userId="19082e28a51afb61" providerId="LiveId" clId="{3AF631D2-C106-40CF-B00F-2AE2F875672D}" dt="2023-11-12T21:47:06.850" v="142" actId="6549"/>
          <ac:spMkLst>
            <pc:docMk/>
            <pc:sldMk cId="3506450710" sldId="274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AF631D2-C106-40CF-B00F-2AE2F875672D}" dt="2023-11-12T21:47:37.910" v="146" actId="255"/>
        <pc:sldMkLst>
          <pc:docMk/>
          <pc:sldMk cId="921752367" sldId="275"/>
        </pc:sldMkLst>
        <pc:spChg chg="mod">
          <ac:chgData name="Wilmer Ortega Erazo" userId="19082e28a51afb61" providerId="LiveId" clId="{3AF631D2-C106-40CF-B00F-2AE2F875672D}" dt="2023-11-12T21:47:37.910" v="146" actId="255"/>
          <ac:spMkLst>
            <pc:docMk/>
            <pc:sldMk cId="921752367" sldId="275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319815427" sldId="275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244493863" sldId="276"/>
        </pc:sldMkLst>
      </pc:sldChg>
      <pc:sldChg chg="modSp add mod">
        <pc:chgData name="Wilmer Ortega Erazo" userId="19082e28a51afb61" providerId="LiveId" clId="{3AF631D2-C106-40CF-B00F-2AE2F875672D}" dt="2023-11-12T21:48:24.984" v="154" actId="33524"/>
        <pc:sldMkLst>
          <pc:docMk/>
          <pc:sldMk cId="1510688845" sldId="276"/>
        </pc:sldMkLst>
        <pc:spChg chg="mod">
          <ac:chgData name="Wilmer Ortega Erazo" userId="19082e28a51afb61" providerId="LiveId" clId="{3AF631D2-C106-40CF-B00F-2AE2F875672D}" dt="2023-11-12T21:48:24.984" v="154" actId="33524"/>
          <ac:spMkLst>
            <pc:docMk/>
            <pc:sldMk cId="1510688845" sldId="276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188996019" sldId="277"/>
        </pc:sldMkLst>
      </pc:sldChg>
      <pc:sldChg chg="modSp add mod">
        <pc:chgData name="Wilmer Ortega Erazo" userId="19082e28a51afb61" providerId="LiveId" clId="{3AF631D2-C106-40CF-B00F-2AE2F875672D}" dt="2023-11-12T21:49:12.492" v="164" actId="255"/>
        <pc:sldMkLst>
          <pc:docMk/>
          <pc:sldMk cId="2813364897" sldId="277"/>
        </pc:sldMkLst>
        <pc:spChg chg="mod">
          <ac:chgData name="Wilmer Ortega Erazo" userId="19082e28a51afb61" providerId="LiveId" clId="{3AF631D2-C106-40CF-B00F-2AE2F875672D}" dt="2023-11-12T21:49:12.492" v="164" actId="255"/>
          <ac:spMkLst>
            <pc:docMk/>
            <pc:sldMk cId="2813364897" sldId="277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48:46.058" v="159" actId="20577"/>
          <ac:spMkLst>
            <pc:docMk/>
            <pc:sldMk cId="2813364897" sldId="277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AF631D2-C106-40CF-B00F-2AE2F875672D}" dt="2023-11-12T21:49:40.744" v="169" actId="255"/>
        <pc:sldMkLst>
          <pc:docMk/>
          <pc:sldMk cId="354069190" sldId="278"/>
        </pc:sldMkLst>
        <pc:spChg chg="mod">
          <ac:chgData name="Wilmer Ortega Erazo" userId="19082e28a51afb61" providerId="LiveId" clId="{3AF631D2-C106-40CF-B00F-2AE2F875672D}" dt="2023-11-12T21:49:40.744" v="169" actId="255"/>
          <ac:spMkLst>
            <pc:docMk/>
            <pc:sldMk cId="354069190" sldId="278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135676213" sldId="278"/>
        </pc:sldMkLst>
      </pc:sldChg>
      <pc:sldChg chg="addSp modSp add mod">
        <pc:chgData name="Wilmer Ortega Erazo" userId="19082e28a51afb61" providerId="LiveId" clId="{3AF631D2-C106-40CF-B00F-2AE2F875672D}" dt="2023-11-12T21:50:07.897" v="175" actId="1076"/>
        <pc:sldMkLst>
          <pc:docMk/>
          <pc:sldMk cId="2462792865" sldId="279"/>
        </pc:sldMkLst>
        <pc:spChg chg="mod">
          <ac:chgData name="Wilmer Ortega Erazo" userId="19082e28a51afb61" providerId="LiveId" clId="{3AF631D2-C106-40CF-B00F-2AE2F875672D}" dt="2023-11-12T21:50:03.023" v="173" actId="255"/>
          <ac:spMkLst>
            <pc:docMk/>
            <pc:sldMk cId="2462792865" sldId="279"/>
            <ac:spMk id="4" creationId="{A29C0834-3DBC-9FB3-0E0A-F77D599198EB}"/>
          </ac:spMkLst>
        </pc:spChg>
        <pc:picChg chg="add mod">
          <ac:chgData name="Wilmer Ortega Erazo" userId="19082e28a51afb61" providerId="LiveId" clId="{3AF631D2-C106-40CF-B00F-2AE2F875672D}" dt="2023-11-12T21:50:07.897" v="175" actId="1076"/>
          <ac:picMkLst>
            <pc:docMk/>
            <pc:sldMk cId="2462792865" sldId="279"/>
            <ac:picMk id="3" creationId="{F988FC49-D5B9-C6E1-7269-4C0D82E91D04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452294737" sldId="279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249436642" sldId="280"/>
        </pc:sldMkLst>
      </pc:sldChg>
      <pc:sldChg chg="delSp modSp add mod">
        <pc:chgData name="Wilmer Ortega Erazo" userId="19082e28a51afb61" providerId="LiveId" clId="{3AF631D2-C106-40CF-B00F-2AE2F875672D}" dt="2023-11-12T21:50:37.924" v="182" actId="20577"/>
        <pc:sldMkLst>
          <pc:docMk/>
          <pc:sldMk cId="1953031084" sldId="280"/>
        </pc:sldMkLst>
        <pc:spChg chg="mod">
          <ac:chgData name="Wilmer Ortega Erazo" userId="19082e28a51afb61" providerId="LiveId" clId="{3AF631D2-C106-40CF-B00F-2AE2F875672D}" dt="2023-11-12T21:50:37.924" v="182" actId="20577"/>
          <ac:spMkLst>
            <pc:docMk/>
            <pc:sldMk cId="1953031084" sldId="280"/>
            <ac:spMk id="4" creationId="{A29C0834-3DBC-9FB3-0E0A-F77D599198EB}"/>
          </ac:spMkLst>
        </pc:spChg>
        <pc:picChg chg="del">
          <ac:chgData name="Wilmer Ortega Erazo" userId="19082e28a51afb61" providerId="LiveId" clId="{3AF631D2-C106-40CF-B00F-2AE2F875672D}" dt="2023-11-12T21:50:16.641" v="177" actId="478"/>
          <ac:picMkLst>
            <pc:docMk/>
            <pc:sldMk cId="1953031084" sldId="280"/>
            <ac:picMk id="3" creationId="{F988FC49-D5B9-C6E1-7269-4C0D82E91D04}"/>
          </ac:picMkLst>
        </pc:pic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968171575" sldId="281"/>
        </pc:sldMkLst>
      </pc:sldChg>
      <pc:sldChg chg="modSp add mod">
        <pc:chgData name="Wilmer Ortega Erazo" userId="19082e28a51afb61" providerId="LiveId" clId="{3AF631D2-C106-40CF-B00F-2AE2F875672D}" dt="2023-11-12T21:52:10.709" v="194" actId="6549"/>
        <pc:sldMkLst>
          <pc:docMk/>
          <pc:sldMk cId="3735352646" sldId="281"/>
        </pc:sldMkLst>
        <pc:spChg chg="mod">
          <ac:chgData name="Wilmer Ortega Erazo" userId="19082e28a51afb61" providerId="LiveId" clId="{3AF631D2-C106-40CF-B00F-2AE2F875672D}" dt="2023-11-12T21:52:10.709" v="194" actId="6549"/>
          <ac:spMkLst>
            <pc:docMk/>
            <pc:sldMk cId="3735352646" sldId="281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04477602" sldId="282"/>
        </pc:sldMkLst>
      </pc:sldChg>
      <pc:sldChg chg="modSp add mod">
        <pc:chgData name="Wilmer Ortega Erazo" userId="19082e28a51afb61" providerId="LiveId" clId="{3AF631D2-C106-40CF-B00F-2AE2F875672D}" dt="2023-11-12T21:52:05.859" v="193" actId="6549"/>
        <pc:sldMkLst>
          <pc:docMk/>
          <pc:sldMk cId="3433687346" sldId="282"/>
        </pc:sldMkLst>
        <pc:spChg chg="mod">
          <ac:chgData name="Wilmer Ortega Erazo" userId="19082e28a51afb61" providerId="LiveId" clId="{3AF631D2-C106-40CF-B00F-2AE2F875672D}" dt="2023-11-12T21:52:05.859" v="193" actId="6549"/>
          <ac:spMkLst>
            <pc:docMk/>
            <pc:sldMk cId="3433687346" sldId="282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524006769" sldId="283"/>
        </pc:sldMkLst>
      </pc:sldChg>
      <pc:sldChg chg="modSp add mod">
        <pc:chgData name="Wilmer Ortega Erazo" userId="19082e28a51afb61" providerId="LiveId" clId="{3AF631D2-C106-40CF-B00F-2AE2F875672D}" dt="2023-11-12T21:52:55.008" v="214" actId="20577"/>
        <pc:sldMkLst>
          <pc:docMk/>
          <pc:sldMk cId="3969038115" sldId="283"/>
        </pc:sldMkLst>
        <pc:spChg chg="mod">
          <ac:chgData name="Wilmer Ortega Erazo" userId="19082e28a51afb61" providerId="LiveId" clId="{3AF631D2-C106-40CF-B00F-2AE2F875672D}" dt="2023-11-12T21:52:55.008" v="214" actId="20577"/>
          <ac:spMkLst>
            <pc:docMk/>
            <pc:sldMk cId="3969038115" sldId="283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52:45.671" v="202" actId="33524"/>
          <ac:spMkLst>
            <pc:docMk/>
            <pc:sldMk cId="3969038115" sldId="283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AF631D2-C106-40CF-B00F-2AE2F875672D}" dt="2023-11-12T21:53:41.226" v="222" actId="255"/>
        <pc:sldMkLst>
          <pc:docMk/>
          <pc:sldMk cId="45686078" sldId="284"/>
        </pc:sldMkLst>
        <pc:spChg chg="mod">
          <ac:chgData name="Wilmer Ortega Erazo" userId="19082e28a51afb61" providerId="LiveId" clId="{3AF631D2-C106-40CF-B00F-2AE2F875672D}" dt="2023-11-12T21:53:32.281" v="221" actId="6549"/>
          <ac:spMkLst>
            <pc:docMk/>
            <pc:sldMk cId="45686078" sldId="284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1:53:41.226" v="222" actId="255"/>
          <ac:spMkLst>
            <pc:docMk/>
            <pc:sldMk cId="45686078" sldId="284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493926123" sldId="284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91979419" sldId="285"/>
        </pc:sldMkLst>
      </pc:sldChg>
      <pc:sldChg chg="addSp delSp modSp add mod">
        <pc:chgData name="Wilmer Ortega Erazo" userId="19082e28a51afb61" providerId="LiveId" clId="{3AF631D2-C106-40CF-B00F-2AE2F875672D}" dt="2023-11-12T21:54:57.518" v="236" actId="255"/>
        <pc:sldMkLst>
          <pc:docMk/>
          <pc:sldMk cId="2765830287" sldId="285"/>
        </pc:sldMkLst>
        <pc:spChg chg="add del mod">
          <ac:chgData name="Wilmer Ortega Erazo" userId="19082e28a51afb61" providerId="LiveId" clId="{3AF631D2-C106-40CF-B00F-2AE2F875672D}" dt="2023-11-12T21:54:30.851" v="232" actId="478"/>
          <ac:spMkLst>
            <pc:docMk/>
            <pc:sldMk cId="2765830287" sldId="285"/>
            <ac:spMk id="3" creationId="{D28F6CA7-BE24-79B5-AEC4-DD7F2E88DFDF}"/>
          </ac:spMkLst>
        </pc:spChg>
        <pc:spChg chg="mod">
          <ac:chgData name="Wilmer Ortega Erazo" userId="19082e28a51afb61" providerId="LiveId" clId="{3AF631D2-C106-40CF-B00F-2AE2F875672D}" dt="2023-11-12T21:54:57.518" v="236" actId="255"/>
          <ac:spMkLst>
            <pc:docMk/>
            <pc:sldMk cId="2765830287" sldId="285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939997241" sldId="286"/>
        </pc:sldMkLst>
      </pc:sldChg>
      <pc:sldChg chg="addSp delSp modSp add del mod">
        <pc:chgData name="Wilmer Ortega Erazo" userId="19082e28a51afb61" providerId="LiveId" clId="{3AF631D2-C106-40CF-B00F-2AE2F875672D}" dt="2023-11-12T21:59:58.243" v="342" actId="2696"/>
        <pc:sldMkLst>
          <pc:docMk/>
          <pc:sldMk cId="1871153355" sldId="286"/>
        </pc:sldMkLst>
        <pc:spChg chg="mod">
          <ac:chgData name="Wilmer Ortega Erazo" userId="19082e28a51afb61" providerId="LiveId" clId="{3AF631D2-C106-40CF-B00F-2AE2F875672D}" dt="2023-11-12T21:57:16.980" v="249" actId="6549"/>
          <ac:spMkLst>
            <pc:docMk/>
            <pc:sldMk cId="1871153355" sldId="286"/>
            <ac:spMk id="2" creationId="{91A14A99-37E7-FD86-1156-A753F20D5A3A}"/>
          </ac:spMkLst>
        </pc:spChg>
        <pc:spChg chg="add mod">
          <ac:chgData name="Wilmer Ortega Erazo" userId="19082e28a51afb61" providerId="LiveId" clId="{3AF631D2-C106-40CF-B00F-2AE2F875672D}" dt="2023-11-12T21:57:32.818" v="252" actId="1076"/>
          <ac:spMkLst>
            <pc:docMk/>
            <pc:sldMk cId="1871153355" sldId="286"/>
            <ac:spMk id="3" creationId="{34DCEF90-7991-F7A4-C493-5CB44C408C38}"/>
          </ac:spMkLst>
        </pc:spChg>
        <pc:spChg chg="del mod">
          <ac:chgData name="Wilmer Ortega Erazo" userId="19082e28a51afb61" providerId="LiveId" clId="{3AF631D2-C106-40CF-B00F-2AE2F875672D}" dt="2023-11-12T21:57:19.296" v="250" actId="478"/>
          <ac:spMkLst>
            <pc:docMk/>
            <pc:sldMk cId="1871153355" sldId="286"/>
            <ac:spMk id="4" creationId="{A29C0834-3DBC-9FB3-0E0A-F77D599198EB}"/>
          </ac:spMkLst>
        </pc:spChg>
        <pc:spChg chg="add mod">
          <ac:chgData name="Wilmer Ortega Erazo" userId="19082e28a51afb61" providerId="LiveId" clId="{3AF631D2-C106-40CF-B00F-2AE2F875672D}" dt="2023-11-12T21:58:08.368" v="325" actId="20577"/>
          <ac:spMkLst>
            <pc:docMk/>
            <pc:sldMk cId="1871153355" sldId="286"/>
            <ac:spMk id="5" creationId="{7468528E-3622-024F-7F50-429918AA8617}"/>
          </ac:spMkLst>
        </pc:spChg>
      </pc:sldChg>
      <pc:sldChg chg="add del">
        <pc:chgData name="Wilmer Ortega Erazo" userId="19082e28a51afb61" providerId="LiveId" clId="{3AF631D2-C106-40CF-B00F-2AE2F875672D}" dt="2023-11-12T21:58:19.409" v="327" actId="2696"/>
        <pc:sldMkLst>
          <pc:docMk/>
          <pc:sldMk cId="885624664" sldId="287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906179917" sldId="287"/>
        </pc:sldMkLst>
      </pc:sldChg>
      <pc:sldChg chg="modSp add mod ord">
        <pc:chgData name="Wilmer Ortega Erazo" userId="19082e28a51afb61" providerId="LiveId" clId="{3AF631D2-C106-40CF-B00F-2AE2F875672D}" dt="2023-11-12T22:02:32.779" v="402"/>
        <pc:sldMkLst>
          <pc:docMk/>
          <pc:sldMk cId="2669387643" sldId="287"/>
        </pc:sldMkLst>
        <pc:spChg chg="mod">
          <ac:chgData name="Wilmer Ortega Erazo" userId="19082e28a51afb61" providerId="LiveId" clId="{3AF631D2-C106-40CF-B00F-2AE2F875672D}" dt="2023-11-12T21:59:53.574" v="341"/>
          <ac:spMkLst>
            <pc:docMk/>
            <pc:sldMk cId="2669387643" sldId="287"/>
            <ac:spMk id="2" creationId="{91A14A99-37E7-FD86-1156-A753F20D5A3A}"/>
          </ac:spMkLst>
        </pc:spChg>
        <pc:spChg chg="mod">
          <ac:chgData name="Wilmer Ortega Erazo" userId="19082e28a51afb61" providerId="LiveId" clId="{3AF631D2-C106-40CF-B00F-2AE2F875672D}" dt="2023-11-12T22:02:32.779" v="402"/>
          <ac:spMkLst>
            <pc:docMk/>
            <pc:sldMk cId="2669387643" sldId="287"/>
            <ac:spMk id="4" creationId="{A29C0834-3DBC-9FB3-0E0A-F77D599198EB}"/>
          </ac:spMkLst>
        </pc:spChg>
      </pc:sldChg>
      <pc:sldChg chg="add del">
        <pc:chgData name="Wilmer Ortega Erazo" userId="19082e28a51afb61" providerId="LiveId" clId="{3AF631D2-C106-40CF-B00F-2AE2F875672D}" dt="2023-11-12T22:01:59.145" v="398" actId="2696"/>
        <pc:sldMkLst>
          <pc:docMk/>
          <pc:sldMk cId="1125332064" sldId="288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106481261" sldId="288"/>
        </pc:sldMkLst>
      </pc:sldChg>
      <pc:sldChg chg="modSp add mod">
        <pc:chgData name="Wilmer Ortega Erazo" userId="19082e28a51afb61" providerId="LiveId" clId="{3AF631D2-C106-40CF-B00F-2AE2F875672D}" dt="2023-11-12T22:03:53.433" v="438" actId="255"/>
        <pc:sldMkLst>
          <pc:docMk/>
          <pc:sldMk cId="14523574" sldId="289"/>
        </pc:sldMkLst>
        <pc:spChg chg="mod">
          <ac:chgData name="Wilmer Ortega Erazo" userId="19082e28a51afb61" providerId="LiveId" clId="{3AF631D2-C106-40CF-B00F-2AE2F875672D}" dt="2023-11-12T22:03:53.433" v="438" actId="255"/>
          <ac:spMkLst>
            <pc:docMk/>
            <pc:sldMk cId="14523574" sldId="289"/>
            <ac:spMk id="4" creationId="{A29C0834-3DBC-9FB3-0E0A-F77D599198EB}"/>
          </ac:spMkLst>
        </pc:spChg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945025521" sldId="289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4279495897" sldId="290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339230634" sldId="291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475750214" sldId="292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86768506" sldId="293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404988024" sldId="294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810781759" sldId="295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094856676" sldId="296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900673992" sldId="297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1698005168" sldId="298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77465205" sldId="299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855636165" sldId="300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717445376" sldId="301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236091124" sldId="302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611105292" sldId="303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636620521" sldId="304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889286629" sldId="305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3290689773" sldId="306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106618839" sldId="307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4218856161" sldId="308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090083842" sldId="309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4231000121" sldId="310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402282868" sldId="311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947220556" sldId="312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471225204" sldId="313"/>
        </pc:sldMkLst>
      </pc:sldChg>
      <pc:sldChg chg="del">
        <pc:chgData name="Wilmer Ortega Erazo" userId="19082e28a51afb61" providerId="LiveId" clId="{3AF631D2-C106-40CF-B00F-2AE2F875672D}" dt="2023-11-12T21:15:10.506" v="0" actId="2696"/>
        <pc:sldMkLst>
          <pc:docMk/>
          <pc:sldMk cId="2713206301" sldId="314"/>
        </pc:sldMkLst>
      </pc:sldChg>
    </pc:docChg>
  </pc:docChgLst>
  <pc:docChgLst>
    <pc:chgData name="Wilmer Ortega Erazo" userId="19082e28a51afb61" providerId="LiveId" clId="{865003FC-1581-41DD-AA89-35FD4BC3E962}"/>
    <pc:docChg chg="undo custSel addSld modSld">
      <pc:chgData name="Wilmer Ortega Erazo" userId="19082e28a51afb61" providerId="LiveId" clId="{865003FC-1581-41DD-AA89-35FD4BC3E962}" dt="2023-08-28T02:26:26.873" v="158" actId="1440"/>
      <pc:docMkLst>
        <pc:docMk/>
      </pc:docMkLst>
      <pc:sldChg chg="addSp delSp modSp add mod">
        <pc:chgData name="Wilmer Ortega Erazo" userId="19082e28a51afb61" providerId="LiveId" clId="{865003FC-1581-41DD-AA89-35FD4BC3E962}" dt="2023-08-28T02:12:10.465" v="118" actId="1076"/>
        <pc:sldMkLst>
          <pc:docMk/>
          <pc:sldMk cId="1414673962" sldId="261"/>
        </pc:sldMkLst>
        <pc:spChg chg="mod">
          <ac:chgData name="Wilmer Ortega Erazo" userId="19082e28a51afb61" providerId="LiveId" clId="{865003FC-1581-41DD-AA89-35FD4BC3E962}" dt="2023-08-28T01:55:01.994" v="11" actId="1076"/>
          <ac:spMkLst>
            <pc:docMk/>
            <pc:sldMk cId="1414673962" sldId="261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2:10.465" v="118" actId="1076"/>
          <ac:spMkLst>
            <pc:docMk/>
            <pc:sldMk cId="1414673962" sldId="261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1:55:11.334" v="12" actId="478"/>
          <ac:picMkLst>
            <pc:docMk/>
            <pc:sldMk cId="1414673962" sldId="261"/>
            <ac:picMk id="5" creationId="{F56745AA-55D0-EEB6-4053-9F575DF1C10E}"/>
          </ac:picMkLst>
        </pc:picChg>
        <pc:picChg chg="add mod">
          <ac:chgData name="Wilmer Ortega Erazo" userId="19082e28a51afb61" providerId="LiveId" clId="{865003FC-1581-41DD-AA89-35FD4BC3E962}" dt="2023-08-28T02:11:49.088" v="116" actId="1440"/>
          <ac:picMkLst>
            <pc:docMk/>
            <pc:sldMk cId="1414673962" sldId="261"/>
            <ac:picMk id="6" creationId="{2E7470FF-733C-24AD-3104-A69EC926A476}"/>
          </ac:picMkLst>
        </pc:picChg>
        <pc:picChg chg="add mod">
          <ac:chgData name="Wilmer Ortega Erazo" userId="19082e28a51afb61" providerId="LiveId" clId="{865003FC-1581-41DD-AA89-35FD4BC3E962}" dt="2023-08-28T02:12:03.706" v="117" actId="1440"/>
          <ac:picMkLst>
            <pc:docMk/>
            <pc:sldMk cId="1414673962" sldId="261"/>
            <ac:picMk id="8" creationId="{8D10AC4D-D07F-B96F-9EEE-93BADDB46BEC}"/>
          </ac:picMkLst>
        </pc:picChg>
        <pc:picChg chg="del">
          <ac:chgData name="Wilmer Ortega Erazo" userId="19082e28a51afb61" providerId="LiveId" clId="{865003FC-1581-41DD-AA89-35FD4BC3E962}" dt="2023-08-28T01:55:11.804" v="13" actId="478"/>
          <ac:picMkLst>
            <pc:docMk/>
            <pc:sldMk cId="1414673962" sldId="261"/>
            <ac:picMk id="9" creationId="{9B113F48-7B98-C193-3564-65A8EF5F4BEB}"/>
          </ac:picMkLst>
        </pc:picChg>
      </pc:sldChg>
      <pc:sldChg chg="addSp delSp modSp add mod">
        <pc:chgData name="Wilmer Ortega Erazo" userId="19082e28a51afb61" providerId="LiveId" clId="{865003FC-1581-41DD-AA89-35FD4BC3E962}" dt="2023-08-28T02:17:54.780" v="128" actId="1440"/>
        <pc:sldMkLst>
          <pc:docMk/>
          <pc:sldMk cId="2927838113" sldId="262"/>
        </pc:sldMkLst>
        <pc:spChg chg="mod">
          <ac:chgData name="Wilmer Ortega Erazo" userId="19082e28a51afb61" providerId="LiveId" clId="{865003FC-1581-41DD-AA89-35FD4BC3E962}" dt="2023-08-28T02:04:00.749" v="105" actId="20577"/>
          <ac:spMkLst>
            <pc:docMk/>
            <pc:sldMk cId="2927838113" sldId="262"/>
            <ac:spMk id="4" creationId="{A29C0834-3DBC-9FB3-0E0A-F77D599198EB}"/>
          </ac:spMkLst>
        </pc:spChg>
        <pc:picChg chg="add mod">
          <ac:chgData name="Wilmer Ortega Erazo" userId="19082e28a51afb61" providerId="LiveId" clId="{865003FC-1581-41DD-AA89-35FD4BC3E962}" dt="2023-08-28T02:17:52.209" v="127" actId="1440"/>
          <ac:picMkLst>
            <pc:docMk/>
            <pc:sldMk cId="2927838113" sldId="262"/>
            <ac:picMk id="5" creationId="{FCFAF5DD-2955-0F0D-463E-5E731A4CCFE6}"/>
          </ac:picMkLst>
        </pc:picChg>
        <pc:picChg chg="add del">
          <ac:chgData name="Wilmer Ortega Erazo" userId="19082e28a51afb61" providerId="LiveId" clId="{865003FC-1581-41DD-AA89-35FD4BC3E962}" dt="2023-08-28T02:17:21.343" v="123" actId="22"/>
          <ac:picMkLst>
            <pc:docMk/>
            <pc:sldMk cId="2927838113" sldId="262"/>
            <ac:picMk id="7" creationId="{86399246-F669-27EB-389E-6566E542143F}"/>
          </ac:picMkLst>
        </pc:picChg>
        <pc:picChg chg="add mod">
          <ac:chgData name="Wilmer Ortega Erazo" userId="19082e28a51afb61" providerId="LiveId" clId="{865003FC-1581-41DD-AA89-35FD4BC3E962}" dt="2023-08-28T02:17:54.780" v="128" actId="1440"/>
          <ac:picMkLst>
            <pc:docMk/>
            <pc:sldMk cId="2927838113" sldId="262"/>
            <ac:picMk id="1026" creationId="{E97E9200-6E24-3337-5795-CD2DA8378E04}"/>
          </ac:picMkLst>
        </pc:picChg>
      </pc:sldChg>
      <pc:sldChg chg="addSp delSp modSp add mod">
        <pc:chgData name="Wilmer Ortega Erazo" userId="19082e28a51afb61" providerId="LiveId" clId="{865003FC-1581-41DD-AA89-35FD4BC3E962}" dt="2023-08-28T02:26:26.873" v="158" actId="1440"/>
        <pc:sldMkLst>
          <pc:docMk/>
          <pc:sldMk cId="2948409753" sldId="263"/>
        </pc:sldMkLst>
        <pc:spChg chg="mod">
          <ac:chgData name="Wilmer Ortega Erazo" userId="19082e28a51afb61" providerId="LiveId" clId="{865003FC-1581-41DD-AA89-35FD4BC3E962}" dt="2023-08-28T02:18:24.574" v="131" actId="255"/>
          <ac:spMkLst>
            <pc:docMk/>
            <pc:sldMk cId="2948409753" sldId="263"/>
            <ac:spMk id="2" creationId="{91A14A99-37E7-FD86-1156-A753F20D5A3A}"/>
          </ac:spMkLst>
        </pc:spChg>
        <pc:spChg chg="mod">
          <ac:chgData name="Wilmer Ortega Erazo" userId="19082e28a51afb61" providerId="LiveId" clId="{865003FC-1581-41DD-AA89-35FD4BC3E962}" dt="2023-08-28T02:19:59.330" v="143"/>
          <ac:spMkLst>
            <pc:docMk/>
            <pc:sldMk cId="2948409753" sldId="263"/>
            <ac:spMk id="4" creationId="{A29C0834-3DBC-9FB3-0E0A-F77D599198EB}"/>
          </ac:spMkLst>
        </pc:sp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5" creationId="{FCFAF5DD-2955-0F0D-463E-5E731A4CCFE6}"/>
          </ac:picMkLst>
        </pc:picChg>
        <pc:picChg chg="add mod">
          <ac:chgData name="Wilmer Ortega Erazo" userId="19082e28a51afb61" providerId="LiveId" clId="{865003FC-1581-41DD-AA89-35FD4BC3E962}" dt="2023-08-28T02:26:01.490" v="157" actId="1440"/>
          <ac:picMkLst>
            <pc:docMk/>
            <pc:sldMk cId="2948409753" sldId="263"/>
            <ac:picMk id="6" creationId="{B933694F-943A-473B-B49F-8904BBF93E16}"/>
          </ac:picMkLst>
        </pc:picChg>
        <pc:picChg chg="del">
          <ac:chgData name="Wilmer Ortega Erazo" userId="19082e28a51afb61" providerId="LiveId" clId="{865003FC-1581-41DD-AA89-35FD4BC3E962}" dt="2023-08-28T02:18:27.824" v="132" actId="478"/>
          <ac:picMkLst>
            <pc:docMk/>
            <pc:sldMk cId="2948409753" sldId="263"/>
            <ac:picMk id="1026" creationId="{E97E9200-6E24-3337-5795-CD2DA8378E04}"/>
          </ac:picMkLst>
        </pc:picChg>
        <pc:picChg chg="add mod">
          <ac:chgData name="Wilmer Ortega Erazo" userId="19082e28a51afb61" providerId="LiveId" clId="{865003FC-1581-41DD-AA89-35FD4BC3E962}" dt="2023-08-28T02:26:26.873" v="158" actId="1440"/>
          <ac:picMkLst>
            <pc:docMk/>
            <pc:sldMk cId="2948409753" sldId="263"/>
            <ac:picMk id="2050" creationId="{F4540764-72E5-99A1-FD86-AB0E6F7D3421}"/>
          </ac:picMkLst>
        </pc:picChg>
      </pc:sldChg>
    </pc:docChg>
  </pc:docChgLst>
  <pc:docChgLst>
    <pc:chgData name="Wilmer Ortega Erazo" userId="19082e28a51afb61" providerId="LiveId" clId="{37358661-0E72-41EC-A063-1B1439718DDA}"/>
    <pc:docChg chg="undo custSel addSld delSld modSld sldOrd">
      <pc:chgData name="Wilmer Ortega Erazo" userId="19082e28a51afb61" providerId="LiveId" clId="{37358661-0E72-41EC-A063-1B1439718DDA}" dt="2023-11-06T01:00:22.803" v="1406" actId="33524"/>
      <pc:docMkLst>
        <pc:docMk/>
      </pc:docMkLst>
      <pc:sldChg chg="modSp mod">
        <pc:chgData name="Wilmer Ortega Erazo" userId="19082e28a51afb61" providerId="LiveId" clId="{37358661-0E72-41EC-A063-1B1439718DDA}" dt="2023-10-30T00:45:01.347" v="35" actId="6549"/>
        <pc:sldMkLst>
          <pc:docMk/>
          <pc:sldMk cId="1286385962" sldId="257"/>
        </pc:sldMkLst>
        <pc:spChg chg="mod">
          <ac:chgData name="Wilmer Ortega Erazo" userId="19082e28a51afb61" providerId="LiveId" clId="{37358661-0E72-41EC-A063-1B1439718DDA}" dt="2023-10-30T00:45:01.347" v="35" actId="6549"/>
          <ac:spMkLst>
            <pc:docMk/>
            <pc:sldMk cId="1286385962" sldId="257"/>
            <ac:spMk id="4" creationId="{A29C0834-3DBC-9FB3-0E0A-F77D599198EB}"/>
          </ac:spMkLst>
        </pc:spChg>
      </pc:sldChg>
      <pc:sldChg chg="modSp mod">
        <pc:chgData name="Wilmer Ortega Erazo" userId="19082e28a51afb61" providerId="LiveId" clId="{37358661-0E72-41EC-A063-1B1439718DDA}" dt="2023-10-30T00:49:37.713" v="51" actId="790"/>
        <pc:sldMkLst>
          <pc:docMk/>
          <pc:sldMk cId="3431946679" sldId="265"/>
        </pc:sldMkLst>
        <pc:spChg chg="mod">
          <ac:chgData name="Wilmer Ortega Erazo" userId="19082e28a51afb61" providerId="LiveId" clId="{37358661-0E72-41EC-A063-1B1439718DDA}" dt="2023-10-30T00:49:37.713" v="51" actId="790"/>
          <ac:spMkLst>
            <pc:docMk/>
            <pc:sldMk cId="3431946679" sldId="265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0-30T00:47:22.064" v="41" actId="255"/>
          <ac:spMkLst>
            <pc:docMk/>
            <pc:sldMk cId="3431946679" sldId="26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0-30T00:51:44.963" v="63" actId="790"/>
        <pc:sldMkLst>
          <pc:docMk/>
          <pc:sldMk cId="4174490874" sldId="266"/>
        </pc:sldMkLst>
        <pc:spChg chg="mod">
          <ac:chgData name="Wilmer Ortega Erazo" userId="19082e28a51afb61" providerId="LiveId" clId="{37358661-0E72-41EC-A063-1B1439718DDA}" dt="2023-10-30T00:49:55.898" v="53" actId="255"/>
          <ac:spMkLst>
            <pc:docMk/>
            <pc:sldMk cId="4174490874" sldId="266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0-30T00:51:44.963" v="63" actId="790"/>
          <ac:spMkLst>
            <pc:docMk/>
            <pc:sldMk cId="4174490874" sldId="266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7358661-0E72-41EC-A063-1B1439718DDA}" dt="2023-10-30T00:56:27.860" v="95" actId="313"/>
        <pc:sldMkLst>
          <pc:docMk/>
          <pc:sldMk cId="1740811249" sldId="267"/>
        </pc:sldMkLst>
        <pc:spChg chg="mod">
          <ac:chgData name="Wilmer Ortega Erazo" userId="19082e28a51afb61" providerId="LiveId" clId="{37358661-0E72-41EC-A063-1B1439718DDA}" dt="2023-10-30T00:52:05.712" v="68" actId="2711"/>
          <ac:spMkLst>
            <pc:docMk/>
            <pc:sldMk cId="1740811249" sldId="267"/>
            <ac:spMk id="4" creationId="{A29C0834-3DBC-9FB3-0E0A-F77D599198EB}"/>
          </ac:spMkLst>
        </pc:spChg>
        <pc:spChg chg="add mod">
          <ac:chgData name="Wilmer Ortega Erazo" userId="19082e28a51afb61" providerId="LiveId" clId="{37358661-0E72-41EC-A063-1B1439718DDA}" dt="2023-10-30T00:52:20.839" v="70" actId="1076"/>
          <ac:spMkLst>
            <pc:docMk/>
            <pc:sldMk cId="1740811249" sldId="267"/>
            <ac:spMk id="5" creationId="{CCEA8020-B3AA-3F92-612A-A2743A262AC7}"/>
          </ac:spMkLst>
        </pc:spChg>
        <pc:spChg chg="add mod">
          <ac:chgData name="Wilmer Ortega Erazo" userId="19082e28a51afb61" providerId="LiveId" clId="{37358661-0E72-41EC-A063-1B1439718DDA}" dt="2023-10-30T00:52:28.350" v="71" actId="1076"/>
          <ac:spMkLst>
            <pc:docMk/>
            <pc:sldMk cId="1740811249" sldId="267"/>
            <ac:spMk id="6" creationId="{4ADF12B9-C484-6A3C-74B4-B02D4DE12F46}"/>
          </ac:spMkLst>
        </pc:spChg>
        <pc:spChg chg="add mod">
          <ac:chgData name="Wilmer Ortega Erazo" userId="19082e28a51afb61" providerId="LiveId" clId="{37358661-0E72-41EC-A063-1B1439718DDA}" dt="2023-10-30T00:56:27.860" v="95" actId="313"/>
          <ac:spMkLst>
            <pc:docMk/>
            <pc:sldMk cId="1740811249" sldId="267"/>
            <ac:spMk id="8" creationId="{4E795774-4A0A-22B0-6E7C-94B42DE02D57}"/>
          </ac:spMkLst>
        </pc:spChg>
        <pc:graphicFrameChg chg="add mod">
          <ac:chgData name="Wilmer Ortega Erazo" userId="19082e28a51afb61" providerId="LiveId" clId="{37358661-0E72-41EC-A063-1B1439718DDA}" dt="2023-10-30T00:55:23.734" v="90"/>
          <ac:graphicFrameMkLst>
            <pc:docMk/>
            <pc:sldMk cId="1740811249" sldId="267"/>
            <ac:graphicFrameMk id="3" creationId="{6A0B82A3-0C37-B584-1A1B-CA106BE61DE1}"/>
          </ac:graphicFrameMkLst>
        </pc:graphicFrameChg>
        <pc:graphicFrameChg chg="add mod">
          <ac:chgData name="Wilmer Ortega Erazo" userId="19082e28a51afb61" providerId="LiveId" clId="{37358661-0E72-41EC-A063-1B1439718DDA}" dt="2023-10-30T00:54:59.207" v="85"/>
          <ac:graphicFrameMkLst>
            <pc:docMk/>
            <pc:sldMk cId="1740811249" sldId="267"/>
            <ac:graphicFrameMk id="7" creationId="{CE6A826B-02D1-1C77-0EDB-DA81E7EB9D04}"/>
          </ac:graphicFrameMkLst>
        </pc:graphicFrameChg>
        <pc:graphicFrameChg chg="add mod">
          <ac:chgData name="Wilmer Ortega Erazo" userId="19082e28a51afb61" providerId="LiveId" clId="{37358661-0E72-41EC-A063-1B1439718DDA}" dt="2023-10-30T00:55:54.272" v="94"/>
          <ac:graphicFrameMkLst>
            <pc:docMk/>
            <pc:sldMk cId="1740811249" sldId="267"/>
            <ac:graphicFrameMk id="9" creationId="{CBF83E7A-3679-C37A-05D1-2C7D4100386F}"/>
          </ac:graphicFrameMkLst>
        </pc:graphicFrameChg>
      </pc:sldChg>
      <pc:sldChg chg="addSp delSp modSp add mod">
        <pc:chgData name="Wilmer Ortega Erazo" userId="19082e28a51afb61" providerId="LiveId" clId="{37358661-0E72-41EC-A063-1B1439718DDA}" dt="2023-10-30T00:57:22.310" v="101" actId="1076"/>
        <pc:sldMkLst>
          <pc:docMk/>
          <pc:sldMk cId="1829306844" sldId="268"/>
        </pc:sldMkLst>
        <pc:spChg chg="mod">
          <ac:chgData name="Wilmer Ortega Erazo" userId="19082e28a51afb61" providerId="LiveId" clId="{37358661-0E72-41EC-A063-1B1439718DDA}" dt="2023-10-30T00:57:10.224" v="99" actId="2711"/>
          <ac:spMkLst>
            <pc:docMk/>
            <pc:sldMk cId="1829306844" sldId="268"/>
            <ac:spMk id="4" creationId="{A29C0834-3DBC-9FB3-0E0A-F77D599198EB}"/>
          </ac:spMkLst>
        </pc:spChg>
        <pc:spChg chg="del">
          <ac:chgData name="Wilmer Ortega Erazo" userId="19082e28a51afb61" providerId="LiveId" clId="{37358661-0E72-41EC-A063-1B1439718DDA}" dt="2023-10-30T00:56:51.438" v="97" actId="478"/>
          <ac:spMkLst>
            <pc:docMk/>
            <pc:sldMk cId="1829306844" sldId="268"/>
            <ac:spMk id="5" creationId="{CCEA8020-B3AA-3F92-612A-A2743A262AC7}"/>
          </ac:spMkLst>
        </pc:spChg>
        <pc:spChg chg="del">
          <ac:chgData name="Wilmer Ortega Erazo" userId="19082e28a51afb61" providerId="LiveId" clId="{37358661-0E72-41EC-A063-1B1439718DDA}" dt="2023-10-30T00:56:51.438" v="97" actId="478"/>
          <ac:spMkLst>
            <pc:docMk/>
            <pc:sldMk cId="1829306844" sldId="268"/>
            <ac:spMk id="6" creationId="{4ADF12B9-C484-6A3C-74B4-B02D4DE12F46}"/>
          </ac:spMkLst>
        </pc:spChg>
        <pc:spChg chg="del">
          <ac:chgData name="Wilmer Ortega Erazo" userId="19082e28a51afb61" providerId="LiveId" clId="{37358661-0E72-41EC-A063-1B1439718DDA}" dt="2023-10-30T00:56:51.438" v="97" actId="478"/>
          <ac:spMkLst>
            <pc:docMk/>
            <pc:sldMk cId="1829306844" sldId="268"/>
            <ac:spMk id="8" creationId="{4E795774-4A0A-22B0-6E7C-94B42DE02D57}"/>
          </ac:spMkLst>
        </pc:spChg>
        <pc:graphicFrameChg chg="del">
          <ac:chgData name="Wilmer Ortega Erazo" userId="19082e28a51afb61" providerId="LiveId" clId="{37358661-0E72-41EC-A063-1B1439718DDA}" dt="2023-10-30T00:56:51.438" v="97" actId="478"/>
          <ac:graphicFrameMkLst>
            <pc:docMk/>
            <pc:sldMk cId="1829306844" sldId="268"/>
            <ac:graphicFrameMk id="3" creationId="{6A0B82A3-0C37-B584-1A1B-CA106BE61DE1}"/>
          </ac:graphicFrameMkLst>
        </pc:graphicFrameChg>
        <pc:graphicFrameChg chg="del">
          <ac:chgData name="Wilmer Ortega Erazo" userId="19082e28a51afb61" providerId="LiveId" clId="{37358661-0E72-41EC-A063-1B1439718DDA}" dt="2023-10-30T00:56:51.438" v="97" actId="478"/>
          <ac:graphicFrameMkLst>
            <pc:docMk/>
            <pc:sldMk cId="1829306844" sldId="268"/>
            <ac:graphicFrameMk id="7" creationId="{CE6A826B-02D1-1C77-0EDB-DA81E7EB9D04}"/>
          </ac:graphicFrameMkLst>
        </pc:graphicFrameChg>
        <pc:graphicFrameChg chg="del">
          <ac:chgData name="Wilmer Ortega Erazo" userId="19082e28a51afb61" providerId="LiveId" clId="{37358661-0E72-41EC-A063-1B1439718DDA}" dt="2023-10-30T00:56:51.438" v="97" actId="478"/>
          <ac:graphicFrameMkLst>
            <pc:docMk/>
            <pc:sldMk cId="1829306844" sldId="268"/>
            <ac:graphicFrameMk id="9" creationId="{CBF83E7A-3679-C37A-05D1-2C7D4100386F}"/>
          </ac:graphicFrameMkLst>
        </pc:graphicFrameChg>
        <pc:graphicFrameChg chg="add mod">
          <ac:chgData name="Wilmer Ortega Erazo" userId="19082e28a51afb61" providerId="LiveId" clId="{37358661-0E72-41EC-A063-1B1439718DDA}" dt="2023-10-30T00:57:22.310" v="101" actId="1076"/>
          <ac:graphicFrameMkLst>
            <pc:docMk/>
            <pc:sldMk cId="1829306844" sldId="268"/>
            <ac:graphicFrameMk id="10" creationId="{024F427C-B5B6-3247-E28A-A8E09F2CC892}"/>
          </ac:graphicFrameMkLst>
        </pc:graphicFrameChg>
        <pc:graphicFrameChg chg="add mod">
          <ac:chgData name="Wilmer Ortega Erazo" userId="19082e28a51afb61" providerId="LiveId" clId="{37358661-0E72-41EC-A063-1B1439718DDA}" dt="2023-10-30T00:57:22.310" v="101" actId="1076"/>
          <ac:graphicFrameMkLst>
            <pc:docMk/>
            <pc:sldMk cId="1829306844" sldId="268"/>
            <ac:graphicFrameMk id="11" creationId="{7A9524C5-177F-5AF7-936B-7CD682370302}"/>
          </ac:graphicFrameMkLst>
        </pc:graphicFrameChg>
      </pc:sldChg>
      <pc:sldChg chg="delSp modSp add mod">
        <pc:chgData name="Wilmer Ortega Erazo" userId="19082e28a51afb61" providerId="LiveId" clId="{37358661-0E72-41EC-A063-1B1439718DDA}" dt="2023-10-30T01:30:04" v="130" actId="33524"/>
        <pc:sldMkLst>
          <pc:docMk/>
          <pc:sldMk cId="1741062176" sldId="269"/>
        </pc:sldMkLst>
        <pc:spChg chg="mod">
          <ac:chgData name="Wilmer Ortega Erazo" userId="19082e28a51afb61" providerId="LiveId" clId="{37358661-0E72-41EC-A063-1B1439718DDA}" dt="2023-10-30T01:27:39.547" v="123" actId="20577"/>
          <ac:spMkLst>
            <pc:docMk/>
            <pc:sldMk cId="1741062176" sldId="269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0-30T01:30:04" v="130" actId="33524"/>
          <ac:spMkLst>
            <pc:docMk/>
            <pc:sldMk cId="1741062176" sldId="269"/>
            <ac:spMk id="4" creationId="{A29C0834-3DBC-9FB3-0E0A-F77D599198EB}"/>
          </ac:spMkLst>
        </pc:spChg>
        <pc:graphicFrameChg chg="del">
          <ac:chgData name="Wilmer Ortega Erazo" userId="19082e28a51afb61" providerId="LiveId" clId="{37358661-0E72-41EC-A063-1B1439718DDA}" dt="2023-10-30T01:27:43.581" v="124" actId="478"/>
          <ac:graphicFrameMkLst>
            <pc:docMk/>
            <pc:sldMk cId="1741062176" sldId="269"/>
            <ac:graphicFrameMk id="10" creationId="{024F427C-B5B6-3247-E28A-A8E09F2CC892}"/>
          </ac:graphicFrameMkLst>
        </pc:graphicFrameChg>
        <pc:graphicFrameChg chg="del">
          <ac:chgData name="Wilmer Ortega Erazo" userId="19082e28a51afb61" providerId="LiveId" clId="{37358661-0E72-41EC-A063-1B1439718DDA}" dt="2023-10-30T01:27:43.581" v="124" actId="478"/>
          <ac:graphicFrameMkLst>
            <pc:docMk/>
            <pc:sldMk cId="1741062176" sldId="269"/>
            <ac:graphicFrameMk id="11" creationId="{7A9524C5-177F-5AF7-936B-7CD682370302}"/>
          </ac:graphicFrameMkLst>
        </pc:graphicFrameChg>
      </pc:sldChg>
      <pc:sldChg chg="modSp add mod">
        <pc:chgData name="Wilmer Ortega Erazo" userId="19082e28a51afb61" providerId="LiveId" clId="{37358661-0E72-41EC-A063-1B1439718DDA}" dt="2023-10-30T01:39:09.714" v="132"/>
        <pc:sldMkLst>
          <pc:docMk/>
          <pc:sldMk cId="241043996" sldId="270"/>
        </pc:sldMkLst>
        <pc:spChg chg="mod">
          <ac:chgData name="Wilmer Ortega Erazo" userId="19082e28a51afb61" providerId="LiveId" clId="{37358661-0E72-41EC-A063-1B1439718DDA}" dt="2023-10-30T01:39:09.714" v="132"/>
          <ac:spMkLst>
            <pc:docMk/>
            <pc:sldMk cId="241043996" sldId="270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0-30T01:47:32.361" v="196" actId="790"/>
        <pc:sldMkLst>
          <pc:docMk/>
          <pc:sldMk cId="3575138044" sldId="271"/>
        </pc:sldMkLst>
        <pc:spChg chg="mod">
          <ac:chgData name="Wilmer Ortega Erazo" userId="19082e28a51afb61" providerId="LiveId" clId="{37358661-0E72-41EC-A063-1B1439718DDA}" dt="2023-10-30T01:47:32.361" v="196" actId="790"/>
          <ac:spMkLst>
            <pc:docMk/>
            <pc:sldMk cId="3575138044" sldId="271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0-30T01:41:45.380" v="142" actId="790"/>
        <pc:sldMkLst>
          <pc:docMk/>
          <pc:sldMk cId="1613072232" sldId="272"/>
        </pc:sldMkLst>
        <pc:spChg chg="mod">
          <ac:chgData name="Wilmer Ortega Erazo" userId="19082e28a51afb61" providerId="LiveId" clId="{37358661-0E72-41EC-A063-1B1439718DDA}" dt="2023-10-30T01:41:45.380" v="142" actId="790"/>
          <ac:spMkLst>
            <pc:docMk/>
            <pc:sldMk cId="1613072232" sldId="27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0-30T01:45:09.148" v="173" actId="20577"/>
        <pc:sldMkLst>
          <pc:docMk/>
          <pc:sldMk cId="2091347457" sldId="273"/>
        </pc:sldMkLst>
        <pc:spChg chg="mod">
          <ac:chgData name="Wilmer Ortega Erazo" userId="19082e28a51afb61" providerId="LiveId" clId="{37358661-0E72-41EC-A063-1B1439718DDA}" dt="2023-10-30T01:45:09.148" v="173" actId="20577"/>
          <ac:spMkLst>
            <pc:docMk/>
            <pc:sldMk cId="2091347457" sldId="273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0-30T01:44:53.824" v="150" actId="20577"/>
          <ac:spMkLst>
            <pc:docMk/>
            <pc:sldMk cId="2091347457" sldId="273"/>
            <ac:spMk id="4" creationId="{A29C0834-3DBC-9FB3-0E0A-F77D599198EB}"/>
          </ac:spMkLst>
        </pc:spChg>
      </pc:sldChg>
      <pc:sldChg chg="new del">
        <pc:chgData name="Wilmer Ortega Erazo" userId="19082e28a51afb61" providerId="LiveId" clId="{37358661-0E72-41EC-A063-1B1439718DDA}" dt="2023-10-30T01:44:26.435" v="144" actId="2696"/>
        <pc:sldMkLst>
          <pc:docMk/>
          <pc:sldMk cId="2265983643" sldId="273"/>
        </pc:sldMkLst>
      </pc:sldChg>
      <pc:sldChg chg="addSp delSp modSp add mod">
        <pc:chgData name="Wilmer Ortega Erazo" userId="19082e28a51afb61" providerId="LiveId" clId="{37358661-0E72-41EC-A063-1B1439718DDA}" dt="2023-10-30T01:46:17.506" v="193" actId="20577"/>
        <pc:sldMkLst>
          <pc:docMk/>
          <pc:sldMk cId="1212974123" sldId="274"/>
        </pc:sldMkLst>
        <pc:spChg chg="mod">
          <ac:chgData name="Wilmer Ortega Erazo" userId="19082e28a51afb61" providerId="LiveId" clId="{37358661-0E72-41EC-A063-1B1439718DDA}" dt="2023-10-30T01:46:17.506" v="193" actId="20577"/>
          <ac:spMkLst>
            <pc:docMk/>
            <pc:sldMk cId="1212974123" sldId="274"/>
            <ac:spMk id="4" creationId="{A29C0834-3DBC-9FB3-0E0A-F77D599198EB}"/>
          </ac:spMkLst>
        </pc:spChg>
        <pc:spChg chg="add del">
          <ac:chgData name="Wilmer Ortega Erazo" userId="19082e28a51afb61" providerId="LiveId" clId="{37358661-0E72-41EC-A063-1B1439718DDA}" dt="2023-10-30T01:45:41.849" v="178" actId="22"/>
          <ac:spMkLst>
            <pc:docMk/>
            <pc:sldMk cId="1212974123" sldId="274"/>
            <ac:spMk id="5" creationId="{569C37AF-3738-6809-DBF7-02071AA8EF7D}"/>
          </ac:spMkLst>
        </pc:spChg>
        <pc:spChg chg="add del mod">
          <ac:chgData name="Wilmer Ortega Erazo" userId="19082e28a51afb61" providerId="LiveId" clId="{37358661-0E72-41EC-A063-1B1439718DDA}" dt="2023-10-30T01:46:03.710" v="182" actId="478"/>
          <ac:spMkLst>
            <pc:docMk/>
            <pc:sldMk cId="1212974123" sldId="274"/>
            <ac:spMk id="6" creationId="{23780EAF-E9C3-6845-7EA6-854F4962D456}"/>
          </ac:spMkLst>
        </pc:spChg>
      </pc:sldChg>
      <pc:sldChg chg="modSp add mod">
        <pc:chgData name="Wilmer Ortega Erazo" userId="19082e28a51afb61" providerId="LiveId" clId="{37358661-0E72-41EC-A063-1B1439718DDA}" dt="2023-10-30T01:48:16.204" v="221" actId="255"/>
        <pc:sldMkLst>
          <pc:docMk/>
          <pc:sldMk cId="2319815427" sldId="275"/>
        </pc:sldMkLst>
        <pc:spChg chg="mod">
          <ac:chgData name="Wilmer Ortega Erazo" userId="19082e28a51afb61" providerId="LiveId" clId="{37358661-0E72-41EC-A063-1B1439718DDA}" dt="2023-10-30T01:48:16.204" v="221" actId="255"/>
          <ac:spMkLst>
            <pc:docMk/>
            <pc:sldMk cId="2319815427" sldId="275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0-30T01:47:52.532" v="202" actId="33524"/>
          <ac:spMkLst>
            <pc:docMk/>
            <pc:sldMk cId="2319815427" sldId="275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0-30T01:48:42.043" v="228" actId="20577"/>
        <pc:sldMkLst>
          <pc:docMk/>
          <pc:sldMk cId="1244493863" sldId="276"/>
        </pc:sldMkLst>
        <pc:spChg chg="mod">
          <ac:chgData name="Wilmer Ortega Erazo" userId="19082e28a51afb61" providerId="LiveId" clId="{37358661-0E72-41EC-A063-1B1439718DDA}" dt="2023-10-30T01:48:42.043" v="228" actId="20577"/>
          <ac:spMkLst>
            <pc:docMk/>
            <pc:sldMk cId="1244493863" sldId="276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7358661-0E72-41EC-A063-1B1439718DDA}" dt="2023-10-30T02:13:38.339" v="604" actId="108"/>
        <pc:sldMkLst>
          <pc:docMk/>
          <pc:sldMk cId="1188996019" sldId="277"/>
        </pc:sldMkLst>
        <pc:spChg chg="mod">
          <ac:chgData name="Wilmer Ortega Erazo" userId="19082e28a51afb61" providerId="LiveId" clId="{37358661-0E72-41EC-A063-1B1439718DDA}" dt="2023-10-30T01:51:32.163" v="281" actId="20577"/>
          <ac:spMkLst>
            <pc:docMk/>
            <pc:sldMk cId="1188996019" sldId="277"/>
            <ac:spMk id="2" creationId="{91A14A99-37E7-FD86-1156-A753F20D5A3A}"/>
          </ac:spMkLst>
        </pc:spChg>
        <pc:spChg chg="add mod">
          <ac:chgData name="Wilmer Ortega Erazo" userId="19082e28a51afb61" providerId="LiveId" clId="{37358661-0E72-41EC-A063-1B1439718DDA}" dt="2023-10-30T01:52:22.812" v="286" actId="1076"/>
          <ac:spMkLst>
            <pc:docMk/>
            <pc:sldMk cId="1188996019" sldId="277"/>
            <ac:spMk id="3" creationId="{90488AC3-D92E-0129-61EF-2DB3FBAA759C}"/>
          </ac:spMkLst>
        </pc:spChg>
        <pc:spChg chg="mod">
          <ac:chgData name="Wilmer Ortega Erazo" userId="19082e28a51afb61" providerId="LiveId" clId="{37358661-0E72-41EC-A063-1B1439718DDA}" dt="2023-10-30T02:13:38.339" v="604" actId="108"/>
          <ac:spMkLst>
            <pc:docMk/>
            <pc:sldMk cId="1188996019" sldId="277"/>
            <ac:spMk id="4" creationId="{A29C0834-3DBC-9FB3-0E0A-F77D599198EB}"/>
          </ac:spMkLst>
        </pc:spChg>
        <pc:spChg chg="add mod">
          <ac:chgData name="Wilmer Ortega Erazo" userId="19082e28a51afb61" providerId="LiveId" clId="{37358661-0E72-41EC-A063-1B1439718DDA}" dt="2023-10-30T01:52:25.290" v="287" actId="1076"/>
          <ac:spMkLst>
            <pc:docMk/>
            <pc:sldMk cId="1188996019" sldId="277"/>
            <ac:spMk id="5" creationId="{B6E1A909-E82D-3AE8-E550-ECE143606FCD}"/>
          </ac:spMkLst>
        </pc:spChg>
      </pc:sldChg>
      <pc:sldChg chg="delSp modSp add mod">
        <pc:chgData name="Wilmer Ortega Erazo" userId="19082e28a51afb61" providerId="LiveId" clId="{37358661-0E72-41EC-A063-1B1439718DDA}" dt="2023-10-30T01:56:45.866" v="353" actId="20577"/>
        <pc:sldMkLst>
          <pc:docMk/>
          <pc:sldMk cId="3135676213" sldId="278"/>
        </pc:sldMkLst>
        <pc:spChg chg="mod">
          <ac:chgData name="Wilmer Ortega Erazo" userId="19082e28a51afb61" providerId="LiveId" clId="{37358661-0E72-41EC-A063-1B1439718DDA}" dt="2023-10-30T01:53:58.499" v="316" actId="20577"/>
          <ac:spMkLst>
            <pc:docMk/>
            <pc:sldMk cId="3135676213" sldId="278"/>
            <ac:spMk id="2" creationId="{91A14A99-37E7-FD86-1156-A753F20D5A3A}"/>
          </ac:spMkLst>
        </pc:spChg>
        <pc:spChg chg="del">
          <ac:chgData name="Wilmer Ortega Erazo" userId="19082e28a51afb61" providerId="LiveId" clId="{37358661-0E72-41EC-A063-1B1439718DDA}" dt="2023-10-30T01:54:03.827" v="317" actId="478"/>
          <ac:spMkLst>
            <pc:docMk/>
            <pc:sldMk cId="3135676213" sldId="278"/>
            <ac:spMk id="3" creationId="{90488AC3-D92E-0129-61EF-2DB3FBAA759C}"/>
          </ac:spMkLst>
        </pc:spChg>
        <pc:spChg chg="mod">
          <ac:chgData name="Wilmer Ortega Erazo" userId="19082e28a51afb61" providerId="LiveId" clId="{37358661-0E72-41EC-A063-1B1439718DDA}" dt="2023-10-30T01:56:45.866" v="353" actId="20577"/>
          <ac:spMkLst>
            <pc:docMk/>
            <pc:sldMk cId="3135676213" sldId="278"/>
            <ac:spMk id="4" creationId="{A29C0834-3DBC-9FB3-0E0A-F77D599198EB}"/>
          </ac:spMkLst>
        </pc:spChg>
        <pc:spChg chg="del">
          <ac:chgData name="Wilmer Ortega Erazo" userId="19082e28a51afb61" providerId="LiveId" clId="{37358661-0E72-41EC-A063-1B1439718DDA}" dt="2023-10-30T01:54:05.129" v="318" actId="478"/>
          <ac:spMkLst>
            <pc:docMk/>
            <pc:sldMk cId="3135676213" sldId="278"/>
            <ac:spMk id="5" creationId="{B6E1A909-E82D-3AE8-E550-ECE143606FCD}"/>
          </ac:spMkLst>
        </pc:spChg>
      </pc:sldChg>
      <pc:sldChg chg="addSp delSp modSp add mod">
        <pc:chgData name="Wilmer Ortega Erazo" userId="19082e28a51afb61" providerId="LiveId" clId="{37358661-0E72-41EC-A063-1B1439718DDA}" dt="2023-11-05T23:48:30.998" v="610" actId="478"/>
        <pc:sldMkLst>
          <pc:docMk/>
          <pc:sldMk cId="3452294737" sldId="279"/>
        </pc:sldMkLst>
        <pc:spChg chg="del mod">
          <ac:chgData name="Wilmer Ortega Erazo" userId="19082e28a51afb61" providerId="LiveId" clId="{37358661-0E72-41EC-A063-1B1439718DDA}" dt="2023-10-30T02:11:50.321" v="595" actId="478"/>
          <ac:spMkLst>
            <pc:docMk/>
            <pc:sldMk cId="3452294737" sldId="279"/>
            <ac:spMk id="3" creationId="{90488AC3-D92E-0129-61EF-2DB3FBAA759C}"/>
          </ac:spMkLst>
        </pc:spChg>
        <pc:spChg chg="mod">
          <ac:chgData name="Wilmer Ortega Erazo" userId="19082e28a51afb61" providerId="LiveId" clId="{37358661-0E72-41EC-A063-1B1439718DDA}" dt="2023-10-30T02:13:22.826" v="601" actId="108"/>
          <ac:spMkLst>
            <pc:docMk/>
            <pc:sldMk cId="3452294737" sldId="279"/>
            <ac:spMk id="4" creationId="{A29C0834-3DBC-9FB3-0E0A-F77D599198EB}"/>
          </ac:spMkLst>
        </pc:spChg>
        <pc:spChg chg="del mod">
          <ac:chgData name="Wilmer Ortega Erazo" userId="19082e28a51afb61" providerId="LiveId" clId="{37358661-0E72-41EC-A063-1B1439718DDA}" dt="2023-10-30T02:11:48.905" v="594" actId="478"/>
          <ac:spMkLst>
            <pc:docMk/>
            <pc:sldMk cId="3452294737" sldId="279"/>
            <ac:spMk id="5" creationId="{B6E1A909-E82D-3AE8-E550-ECE143606FCD}"/>
          </ac:spMkLst>
        </pc:spChg>
        <pc:spChg chg="add del">
          <ac:chgData name="Wilmer Ortega Erazo" userId="19082e28a51afb61" providerId="LiveId" clId="{37358661-0E72-41EC-A063-1B1439718DDA}" dt="2023-11-05T23:48:30.998" v="610" actId="478"/>
          <ac:spMkLst>
            <pc:docMk/>
            <pc:sldMk cId="3452294737" sldId="279"/>
            <ac:spMk id="6" creationId="{7FB23471-35A3-DF2B-163B-AB596F9CD3AF}"/>
          </ac:spMkLst>
        </pc:spChg>
        <pc:spChg chg="add del mod">
          <ac:chgData name="Wilmer Ortega Erazo" userId="19082e28a51afb61" providerId="LiveId" clId="{37358661-0E72-41EC-A063-1B1439718DDA}" dt="2023-10-30T02:04:01.888" v="367"/>
          <ac:spMkLst>
            <pc:docMk/>
            <pc:sldMk cId="3452294737" sldId="279"/>
            <ac:spMk id="7" creationId="{751CA3F1-5610-ADA6-3680-B1AAF1EBC1E9}"/>
          </ac:spMkLst>
        </pc:spChg>
      </pc:sldChg>
      <pc:sldChg chg="addSp delSp modSp add mod ord">
        <pc:chgData name="Wilmer Ortega Erazo" userId="19082e28a51afb61" providerId="LiveId" clId="{37358661-0E72-41EC-A063-1B1439718DDA}" dt="2023-11-06T00:11:34.804" v="962" actId="20577"/>
        <pc:sldMkLst>
          <pc:docMk/>
          <pc:sldMk cId="1249436642" sldId="280"/>
        </pc:sldMkLst>
        <pc:spChg chg="mod">
          <ac:chgData name="Wilmer Ortega Erazo" userId="19082e28a51afb61" providerId="LiveId" clId="{37358661-0E72-41EC-A063-1B1439718DDA}" dt="2023-11-05T23:49:21.165" v="636" actId="20577"/>
          <ac:spMkLst>
            <pc:docMk/>
            <pc:sldMk cId="1249436642" sldId="280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34.804" v="962" actId="20577"/>
          <ac:spMkLst>
            <pc:docMk/>
            <pc:sldMk cId="1249436642" sldId="280"/>
            <ac:spMk id="4" creationId="{A29C0834-3DBC-9FB3-0E0A-F77D599198EB}"/>
          </ac:spMkLst>
        </pc:spChg>
        <pc:spChg chg="del">
          <ac:chgData name="Wilmer Ortega Erazo" userId="19082e28a51afb61" providerId="LiveId" clId="{37358661-0E72-41EC-A063-1B1439718DDA}" dt="2023-11-05T23:48:20.446" v="608" actId="478"/>
          <ac:spMkLst>
            <pc:docMk/>
            <pc:sldMk cId="1249436642" sldId="280"/>
            <ac:spMk id="6" creationId="{7FB23471-35A3-DF2B-163B-AB596F9CD3AF}"/>
          </ac:spMkLst>
        </pc:spChg>
        <pc:picChg chg="add mod">
          <ac:chgData name="Wilmer Ortega Erazo" userId="19082e28a51afb61" providerId="LiveId" clId="{37358661-0E72-41EC-A063-1B1439718DDA}" dt="2023-11-06T00:04:07.925" v="847" actId="1076"/>
          <ac:picMkLst>
            <pc:docMk/>
            <pc:sldMk cId="1249436642" sldId="280"/>
            <ac:picMk id="3" creationId="{519522D0-EFC3-C4A5-8DA0-6257FF3120E4}"/>
          </ac:picMkLst>
        </pc:picChg>
      </pc:sldChg>
      <pc:sldChg chg="modSp add mod">
        <pc:chgData name="Wilmer Ortega Erazo" userId="19082e28a51afb61" providerId="LiveId" clId="{37358661-0E72-41EC-A063-1B1439718DDA}" dt="2023-11-05T23:58:26.508" v="700" actId="20577"/>
        <pc:sldMkLst>
          <pc:docMk/>
          <pc:sldMk cId="968171575" sldId="281"/>
        </pc:sldMkLst>
        <pc:spChg chg="mod">
          <ac:chgData name="Wilmer Ortega Erazo" userId="19082e28a51afb61" providerId="LiveId" clId="{37358661-0E72-41EC-A063-1B1439718DDA}" dt="2023-11-05T23:58:26.508" v="700" actId="20577"/>
          <ac:spMkLst>
            <pc:docMk/>
            <pc:sldMk cId="968171575" sldId="281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5T23:51:04.516" v="645" actId="255"/>
          <ac:spMkLst>
            <pc:docMk/>
            <pc:sldMk cId="968171575" sldId="281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7358661-0E72-41EC-A063-1B1439718DDA}" dt="2023-11-06T00:11:30.340" v="961" actId="20577"/>
        <pc:sldMkLst>
          <pc:docMk/>
          <pc:sldMk cId="304477602" sldId="282"/>
        </pc:sldMkLst>
        <pc:spChg chg="mod">
          <ac:chgData name="Wilmer Ortega Erazo" userId="19082e28a51afb61" providerId="LiveId" clId="{37358661-0E72-41EC-A063-1B1439718DDA}" dt="2023-11-05T23:58:33.532" v="701"/>
          <ac:spMkLst>
            <pc:docMk/>
            <pc:sldMk cId="304477602" sldId="282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30.340" v="961" actId="20577"/>
          <ac:spMkLst>
            <pc:docMk/>
            <pc:sldMk cId="304477602" sldId="282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4:30.077" v="852" actId="1076"/>
          <ac:picMkLst>
            <pc:docMk/>
            <pc:sldMk cId="304477602" sldId="282"/>
            <ac:picMk id="3" creationId="{27F1070A-D6A0-F83C-15BD-E60CC4035D8F}"/>
          </ac:picMkLst>
        </pc:picChg>
      </pc:sldChg>
      <pc:sldChg chg="modSp add mod">
        <pc:chgData name="Wilmer Ortega Erazo" userId="19082e28a51afb61" providerId="LiveId" clId="{37358661-0E72-41EC-A063-1B1439718DDA}" dt="2023-11-05T23:59:04.108" v="741" actId="20577"/>
        <pc:sldMkLst>
          <pc:docMk/>
          <pc:sldMk cId="3524006769" sldId="283"/>
        </pc:sldMkLst>
        <pc:spChg chg="mod">
          <ac:chgData name="Wilmer Ortega Erazo" userId="19082e28a51afb61" providerId="LiveId" clId="{37358661-0E72-41EC-A063-1B1439718DDA}" dt="2023-11-05T23:59:04.108" v="741" actId="20577"/>
          <ac:spMkLst>
            <pc:docMk/>
            <pc:sldMk cId="3524006769" sldId="283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5T23:54:14.853" v="656" actId="33524"/>
          <ac:spMkLst>
            <pc:docMk/>
            <pc:sldMk cId="3524006769" sldId="283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7358661-0E72-41EC-A063-1B1439718DDA}" dt="2023-11-06T00:11:23.476" v="960" actId="20577"/>
        <pc:sldMkLst>
          <pc:docMk/>
          <pc:sldMk cId="1493926123" sldId="284"/>
        </pc:sldMkLst>
        <pc:spChg chg="mod">
          <ac:chgData name="Wilmer Ortega Erazo" userId="19082e28a51afb61" providerId="LiveId" clId="{37358661-0E72-41EC-A063-1B1439718DDA}" dt="2023-11-05T23:59:21.356" v="764" actId="20577"/>
          <ac:spMkLst>
            <pc:docMk/>
            <pc:sldMk cId="1493926123" sldId="284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23.476" v="960" actId="20577"/>
          <ac:spMkLst>
            <pc:docMk/>
            <pc:sldMk cId="1493926123" sldId="284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5:29.029" v="867" actId="1076"/>
          <ac:picMkLst>
            <pc:docMk/>
            <pc:sldMk cId="1493926123" sldId="284"/>
            <ac:picMk id="3" creationId="{8C33A94E-0CCB-7310-6B71-0AD6A7548865}"/>
          </ac:picMkLst>
        </pc:picChg>
      </pc:sldChg>
      <pc:sldChg chg="addSp modSp add mod">
        <pc:chgData name="Wilmer Ortega Erazo" userId="19082e28a51afb61" providerId="LiveId" clId="{37358661-0E72-41EC-A063-1B1439718DDA}" dt="2023-11-06T00:11:20.140" v="959" actId="20577"/>
        <pc:sldMkLst>
          <pc:docMk/>
          <pc:sldMk cId="391979419" sldId="285"/>
        </pc:sldMkLst>
        <pc:spChg chg="mod">
          <ac:chgData name="Wilmer Ortega Erazo" userId="19082e28a51afb61" providerId="LiveId" clId="{37358661-0E72-41EC-A063-1B1439718DDA}" dt="2023-11-05T23:59:33.763" v="765"/>
          <ac:spMkLst>
            <pc:docMk/>
            <pc:sldMk cId="391979419" sldId="285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20.140" v="959" actId="20577"/>
          <ac:spMkLst>
            <pc:docMk/>
            <pc:sldMk cId="391979419" sldId="285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6:00.293" v="877" actId="14100"/>
          <ac:picMkLst>
            <pc:docMk/>
            <pc:sldMk cId="391979419" sldId="285"/>
            <ac:picMk id="3" creationId="{8E8FC5AD-37E6-D72A-9E51-F7863274597C}"/>
          </ac:picMkLst>
        </pc:picChg>
        <pc:picChg chg="add mod">
          <ac:chgData name="Wilmer Ortega Erazo" userId="19082e28a51afb61" providerId="LiveId" clId="{37358661-0E72-41EC-A063-1B1439718DDA}" dt="2023-11-06T00:06:08.973" v="879" actId="1076"/>
          <ac:picMkLst>
            <pc:docMk/>
            <pc:sldMk cId="391979419" sldId="285"/>
            <ac:picMk id="5" creationId="{D3F8BDD6-BC92-23B9-D14B-67FAB4344E34}"/>
          </ac:picMkLst>
        </pc:picChg>
      </pc:sldChg>
      <pc:sldChg chg="addSp modSp add mod">
        <pc:chgData name="Wilmer Ortega Erazo" userId="19082e28a51afb61" providerId="LiveId" clId="{37358661-0E72-41EC-A063-1B1439718DDA}" dt="2023-11-06T00:11:14.604" v="957" actId="20577"/>
        <pc:sldMkLst>
          <pc:docMk/>
          <pc:sldMk cId="939997241" sldId="286"/>
        </pc:sldMkLst>
        <pc:spChg chg="mod">
          <ac:chgData name="Wilmer Ortega Erazo" userId="19082e28a51afb61" providerId="LiveId" clId="{37358661-0E72-41EC-A063-1B1439718DDA}" dt="2023-11-06T00:00:46.037" v="817" actId="20577"/>
          <ac:spMkLst>
            <pc:docMk/>
            <pc:sldMk cId="939997241" sldId="286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14.604" v="957" actId="20577"/>
          <ac:spMkLst>
            <pc:docMk/>
            <pc:sldMk cId="939997241" sldId="286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6:45.925" v="885" actId="1076"/>
          <ac:picMkLst>
            <pc:docMk/>
            <pc:sldMk cId="939997241" sldId="286"/>
            <ac:picMk id="3" creationId="{F070C40F-0613-8A40-F4CC-2C4176F6F0ED}"/>
          </ac:picMkLst>
        </pc:picChg>
      </pc:sldChg>
      <pc:sldChg chg="addSp modSp add mod">
        <pc:chgData name="Wilmer Ortega Erazo" userId="19082e28a51afb61" providerId="LiveId" clId="{37358661-0E72-41EC-A063-1B1439718DDA}" dt="2023-11-06T00:11:11.093" v="956" actId="33524"/>
        <pc:sldMkLst>
          <pc:docMk/>
          <pc:sldMk cId="906179917" sldId="287"/>
        </pc:sldMkLst>
        <pc:spChg chg="mod">
          <ac:chgData name="Wilmer Ortega Erazo" userId="19082e28a51afb61" providerId="LiveId" clId="{37358661-0E72-41EC-A063-1B1439718DDA}" dt="2023-11-06T00:03:19.148" v="841" actId="20577"/>
          <ac:spMkLst>
            <pc:docMk/>
            <pc:sldMk cId="906179917" sldId="287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1:11.093" v="956" actId="33524"/>
          <ac:spMkLst>
            <pc:docMk/>
            <pc:sldMk cId="906179917" sldId="287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6:59.165" v="887" actId="1076"/>
          <ac:picMkLst>
            <pc:docMk/>
            <pc:sldMk cId="906179917" sldId="287"/>
            <ac:picMk id="3" creationId="{C71E9087-03FC-F952-4294-8489729D22AF}"/>
          </ac:picMkLst>
        </pc:picChg>
      </pc:sldChg>
      <pc:sldChg chg="delSp modSp add mod">
        <pc:chgData name="Wilmer Ortega Erazo" userId="19082e28a51afb61" providerId="LiveId" clId="{37358661-0E72-41EC-A063-1B1439718DDA}" dt="2023-11-06T00:08:16.944" v="898" actId="6549"/>
        <pc:sldMkLst>
          <pc:docMk/>
          <pc:sldMk cId="2106481261" sldId="288"/>
        </pc:sldMkLst>
        <pc:spChg chg="mod">
          <ac:chgData name="Wilmer Ortega Erazo" userId="19082e28a51afb61" providerId="LiveId" clId="{37358661-0E72-41EC-A063-1B1439718DDA}" dt="2023-11-06T00:08:16.944" v="898" actId="6549"/>
          <ac:spMkLst>
            <pc:docMk/>
            <pc:sldMk cId="2106481261" sldId="288"/>
            <ac:spMk id="4" creationId="{A29C0834-3DBC-9FB3-0E0A-F77D599198EB}"/>
          </ac:spMkLst>
        </pc:spChg>
        <pc:picChg chg="del mod">
          <ac:chgData name="Wilmer Ortega Erazo" userId="19082e28a51afb61" providerId="LiveId" clId="{37358661-0E72-41EC-A063-1B1439718DDA}" dt="2023-11-06T00:07:12.080" v="890" actId="478"/>
          <ac:picMkLst>
            <pc:docMk/>
            <pc:sldMk cId="2106481261" sldId="288"/>
            <ac:picMk id="3" creationId="{C71E9087-03FC-F952-4294-8489729D22AF}"/>
          </ac:picMkLst>
        </pc:picChg>
      </pc:sldChg>
      <pc:sldChg chg="addSp modSp add mod">
        <pc:chgData name="Wilmer Ortega Erazo" userId="19082e28a51afb61" providerId="LiveId" clId="{37358661-0E72-41EC-A063-1B1439718DDA}" dt="2023-11-06T00:11:01.197" v="954" actId="20577"/>
        <pc:sldMkLst>
          <pc:docMk/>
          <pc:sldMk cId="3945025521" sldId="289"/>
        </pc:sldMkLst>
        <pc:spChg chg="mod">
          <ac:chgData name="Wilmer Ortega Erazo" userId="19082e28a51afb61" providerId="LiveId" clId="{37358661-0E72-41EC-A063-1B1439718DDA}" dt="2023-11-06T00:11:01.197" v="954" actId="20577"/>
          <ac:spMkLst>
            <pc:docMk/>
            <pc:sldMk cId="3945025521" sldId="289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09:11.292" v="906" actId="1076"/>
          <ac:picMkLst>
            <pc:docMk/>
            <pc:sldMk cId="3945025521" sldId="289"/>
            <ac:picMk id="3" creationId="{58A1FB2A-97C4-6924-F3CF-04E90639C2DD}"/>
          </ac:picMkLst>
        </pc:picChg>
        <pc:picChg chg="add mod">
          <ac:chgData name="Wilmer Ortega Erazo" userId="19082e28a51afb61" providerId="LiveId" clId="{37358661-0E72-41EC-A063-1B1439718DDA}" dt="2023-11-06T00:09:19.694" v="909" actId="14100"/>
          <ac:picMkLst>
            <pc:docMk/>
            <pc:sldMk cId="3945025521" sldId="289"/>
            <ac:picMk id="5" creationId="{D81E1CE5-54C5-8F34-67F8-0AE79F2B39FE}"/>
          </ac:picMkLst>
        </pc:picChg>
      </pc:sldChg>
      <pc:sldChg chg="addSp delSp modSp add mod">
        <pc:chgData name="Wilmer Ortega Erazo" userId="19082e28a51afb61" providerId="LiveId" clId="{37358661-0E72-41EC-A063-1B1439718DDA}" dt="2023-11-06T00:12:06.453" v="967" actId="33524"/>
        <pc:sldMkLst>
          <pc:docMk/>
          <pc:sldMk cId="4279495897" sldId="290"/>
        </pc:sldMkLst>
        <pc:spChg chg="mod">
          <ac:chgData name="Wilmer Ortega Erazo" userId="19082e28a51afb61" providerId="LiveId" clId="{37358661-0E72-41EC-A063-1B1439718DDA}" dt="2023-11-06T00:10:13.451" v="937" actId="20577"/>
          <ac:spMkLst>
            <pc:docMk/>
            <pc:sldMk cId="4279495897" sldId="290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2:06.453" v="967" actId="33524"/>
          <ac:spMkLst>
            <pc:docMk/>
            <pc:sldMk cId="4279495897" sldId="290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10:24.755" v="938" actId="478"/>
          <ac:picMkLst>
            <pc:docMk/>
            <pc:sldMk cId="4279495897" sldId="290"/>
            <ac:picMk id="3" creationId="{58A1FB2A-97C4-6924-F3CF-04E90639C2DD}"/>
          </ac:picMkLst>
        </pc:picChg>
        <pc:picChg chg="del">
          <ac:chgData name="Wilmer Ortega Erazo" userId="19082e28a51afb61" providerId="LiveId" clId="{37358661-0E72-41EC-A063-1B1439718DDA}" dt="2023-11-06T00:10:25.403" v="939" actId="478"/>
          <ac:picMkLst>
            <pc:docMk/>
            <pc:sldMk cId="4279495897" sldId="290"/>
            <ac:picMk id="5" creationId="{D81E1CE5-54C5-8F34-67F8-0AE79F2B39FE}"/>
          </ac:picMkLst>
        </pc:picChg>
        <pc:picChg chg="add mod">
          <ac:chgData name="Wilmer Ortega Erazo" userId="19082e28a51afb61" providerId="LiveId" clId="{37358661-0E72-41EC-A063-1B1439718DDA}" dt="2023-11-06T00:11:50.835" v="966" actId="14100"/>
          <ac:picMkLst>
            <pc:docMk/>
            <pc:sldMk cId="4279495897" sldId="290"/>
            <ac:picMk id="6" creationId="{8B46F8FF-AAA2-31B3-5867-9AC435036998}"/>
          </ac:picMkLst>
        </pc:picChg>
      </pc:sldChg>
      <pc:sldChg chg="delSp modSp add mod">
        <pc:chgData name="Wilmer Ortega Erazo" userId="19082e28a51afb61" providerId="LiveId" clId="{37358661-0E72-41EC-A063-1B1439718DDA}" dt="2023-11-06T00:12:55.187" v="977" actId="33524"/>
        <pc:sldMkLst>
          <pc:docMk/>
          <pc:sldMk cId="1339230634" sldId="291"/>
        </pc:sldMkLst>
        <pc:spChg chg="mod">
          <ac:chgData name="Wilmer Ortega Erazo" userId="19082e28a51afb61" providerId="LiveId" clId="{37358661-0E72-41EC-A063-1B1439718DDA}" dt="2023-11-06T00:12:55.187" v="977" actId="33524"/>
          <ac:spMkLst>
            <pc:docMk/>
            <pc:sldMk cId="1339230634" sldId="291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12:26.180" v="969" actId="478"/>
          <ac:picMkLst>
            <pc:docMk/>
            <pc:sldMk cId="1339230634" sldId="291"/>
            <ac:picMk id="6" creationId="{8B46F8FF-AAA2-31B3-5867-9AC435036998}"/>
          </ac:picMkLst>
        </pc:picChg>
      </pc:sldChg>
      <pc:sldChg chg="addSp modSp add mod">
        <pc:chgData name="Wilmer Ortega Erazo" userId="19082e28a51afb61" providerId="LiveId" clId="{37358661-0E72-41EC-A063-1B1439718DDA}" dt="2023-11-06T00:15:44.556" v="997" actId="33524"/>
        <pc:sldMkLst>
          <pc:docMk/>
          <pc:sldMk cId="475750214" sldId="292"/>
        </pc:sldMkLst>
        <pc:spChg chg="mod">
          <ac:chgData name="Wilmer Ortega Erazo" userId="19082e28a51afb61" providerId="LiveId" clId="{37358661-0E72-41EC-A063-1B1439718DDA}" dt="2023-11-06T00:15:44.556" v="997" actId="33524"/>
          <ac:spMkLst>
            <pc:docMk/>
            <pc:sldMk cId="475750214" sldId="292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14:05.244" v="986" actId="1076"/>
          <ac:picMkLst>
            <pc:docMk/>
            <pc:sldMk cId="475750214" sldId="292"/>
            <ac:picMk id="3" creationId="{BEC25358-CA80-1E75-08C2-B968A8CEB0C0}"/>
          </ac:picMkLst>
        </pc:picChg>
      </pc:sldChg>
      <pc:sldChg chg="addSp delSp modSp add mod">
        <pc:chgData name="Wilmer Ortega Erazo" userId="19082e28a51afb61" providerId="LiveId" clId="{37358661-0E72-41EC-A063-1B1439718DDA}" dt="2023-11-06T00:16:25.356" v="1012" actId="20577"/>
        <pc:sldMkLst>
          <pc:docMk/>
          <pc:sldMk cId="386768506" sldId="293"/>
        </pc:sldMkLst>
        <pc:spChg chg="mod">
          <ac:chgData name="Wilmer Ortega Erazo" userId="19082e28a51afb61" providerId="LiveId" clId="{37358661-0E72-41EC-A063-1B1439718DDA}" dt="2023-11-06T00:16:25.356" v="1012" actId="20577"/>
          <ac:spMkLst>
            <pc:docMk/>
            <pc:sldMk cId="386768506" sldId="293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15:37.754" v="996" actId="478"/>
          <ac:picMkLst>
            <pc:docMk/>
            <pc:sldMk cId="386768506" sldId="293"/>
            <ac:picMk id="3" creationId="{BEC25358-CA80-1E75-08C2-B968A8CEB0C0}"/>
          </ac:picMkLst>
        </pc:picChg>
        <pc:picChg chg="add mod">
          <ac:chgData name="Wilmer Ortega Erazo" userId="19082e28a51afb61" providerId="LiveId" clId="{37358661-0E72-41EC-A063-1B1439718DDA}" dt="2023-11-06T00:16:08.236" v="1002" actId="1076"/>
          <ac:picMkLst>
            <pc:docMk/>
            <pc:sldMk cId="386768506" sldId="293"/>
            <ac:picMk id="5" creationId="{4ED79295-6CAF-F539-118D-CB6FC9CB1F22}"/>
          </ac:picMkLst>
        </pc:picChg>
      </pc:sldChg>
      <pc:sldChg chg="addSp delSp modSp add mod">
        <pc:chgData name="Wilmer Ortega Erazo" userId="19082e28a51afb61" providerId="LiveId" clId="{37358661-0E72-41EC-A063-1B1439718DDA}" dt="2023-11-06T00:19:10.613" v="1045" actId="20577"/>
        <pc:sldMkLst>
          <pc:docMk/>
          <pc:sldMk cId="3404988024" sldId="294"/>
        </pc:sldMkLst>
        <pc:spChg chg="mod">
          <ac:chgData name="Wilmer Ortega Erazo" userId="19082e28a51afb61" providerId="LiveId" clId="{37358661-0E72-41EC-A063-1B1439718DDA}" dt="2023-11-06T00:18:21.507" v="1026" actId="20577"/>
          <ac:spMkLst>
            <pc:docMk/>
            <pc:sldMk cId="3404988024" sldId="294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19:10.613" v="1045" actId="20577"/>
          <ac:spMkLst>
            <pc:docMk/>
            <pc:sldMk cId="3404988024" sldId="294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18:46.468" v="1034" actId="1076"/>
          <ac:picMkLst>
            <pc:docMk/>
            <pc:sldMk cId="3404988024" sldId="294"/>
            <ac:picMk id="3" creationId="{F41229AF-E5CD-E98E-6B6C-4151973CA426}"/>
          </ac:picMkLst>
        </pc:picChg>
        <pc:picChg chg="del">
          <ac:chgData name="Wilmer Ortega Erazo" userId="19082e28a51afb61" providerId="LiveId" clId="{37358661-0E72-41EC-A063-1B1439718DDA}" dt="2023-11-06T00:18:13.956" v="1014" actId="478"/>
          <ac:picMkLst>
            <pc:docMk/>
            <pc:sldMk cId="3404988024" sldId="294"/>
            <ac:picMk id="5" creationId="{4ED79295-6CAF-F539-118D-CB6FC9CB1F22}"/>
          </ac:picMkLst>
        </pc:picChg>
        <pc:picChg chg="add mod">
          <ac:chgData name="Wilmer Ortega Erazo" userId="19082e28a51afb61" providerId="LiveId" clId="{37358661-0E72-41EC-A063-1B1439718DDA}" dt="2023-11-06T00:18:52.248" v="1036" actId="1076"/>
          <ac:picMkLst>
            <pc:docMk/>
            <pc:sldMk cId="3404988024" sldId="294"/>
            <ac:picMk id="6" creationId="{79AD23DA-DB50-5636-F9B9-3A2781CD89D8}"/>
          </ac:picMkLst>
        </pc:picChg>
      </pc:sldChg>
      <pc:sldChg chg="delSp modSp add mod">
        <pc:chgData name="Wilmer Ortega Erazo" userId="19082e28a51afb61" providerId="LiveId" clId="{37358661-0E72-41EC-A063-1B1439718DDA}" dt="2023-11-06T00:20:16.205" v="1053" actId="6549"/>
        <pc:sldMkLst>
          <pc:docMk/>
          <pc:sldMk cId="1810781759" sldId="295"/>
        </pc:sldMkLst>
        <pc:spChg chg="mod">
          <ac:chgData name="Wilmer Ortega Erazo" userId="19082e28a51afb61" providerId="LiveId" clId="{37358661-0E72-41EC-A063-1B1439718DDA}" dt="2023-11-06T00:20:16.205" v="1053" actId="6549"/>
          <ac:spMkLst>
            <pc:docMk/>
            <pc:sldMk cId="1810781759" sldId="295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19:30.154" v="1047" actId="478"/>
          <ac:picMkLst>
            <pc:docMk/>
            <pc:sldMk cId="1810781759" sldId="295"/>
            <ac:picMk id="3" creationId="{F41229AF-E5CD-E98E-6B6C-4151973CA426}"/>
          </ac:picMkLst>
        </pc:picChg>
        <pc:picChg chg="del">
          <ac:chgData name="Wilmer Ortega Erazo" userId="19082e28a51afb61" providerId="LiveId" clId="{37358661-0E72-41EC-A063-1B1439718DDA}" dt="2023-11-06T00:19:30.154" v="1047" actId="478"/>
          <ac:picMkLst>
            <pc:docMk/>
            <pc:sldMk cId="1810781759" sldId="295"/>
            <ac:picMk id="6" creationId="{79AD23DA-DB50-5636-F9B9-3A2781CD89D8}"/>
          </ac:picMkLst>
        </pc:picChg>
      </pc:sldChg>
      <pc:sldChg chg="addSp modSp add mod">
        <pc:chgData name="Wilmer Ortega Erazo" userId="19082e28a51afb61" providerId="LiveId" clId="{37358661-0E72-41EC-A063-1B1439718DDA}" dt="2023-11-06T00:21:21.578" v="1065" actId="20577"/>
        <pc:sldMkLst>
          <pc:docMk/>
          <pc:sldMk cId="3094856676" sldId="296"/>
        </pc:sldMkLst>
        <pc:spChg chg="mod">
          <ac:chgData name="Wilmer Ortega Erazo" userId="19082e28a51afb61" providerId="LiveId" clId="{37358661-0E72-41EC-A063-1B1439718DDA}" dt="2023-11-06T00:21:21.578" v="1065" actId="20577"/>
          <ac:spMkLst>
            <pc:docMk/>
            <pc:sldMk cId="3094856676" sldId="296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20:43.053" v="1057" actId="1076"/>
          <ac:picMkLst>
            <pc:docMk/>
            <pc:sldMk cId="3094856676" sldId="296"/>
            <ac:picMk id="3" creationId="{C76A31BE-18F5-F147-7B50-D730E76AFECF}"/>
          </ac:picMkLst>
        </pc:picChg>
      </pc:sldChg>
      <pc:sldChg chg="addSp delSp modSp add mod">
        <pc:chgData name="Wilmer Ortega Erazo" userId="19082e28a51afb61" providerId="LiveId" clId="{37358661-0E72-41EC-A063-1B1439718DDA}" dt="2023-11-06T00:22:42.426" v="1095" actId="790"/>
        <pc:sldMkLst>
          <pc:docMk/>
          <pc:sldMk cId="2900673992" sldId="297"/>
        </pc:sldMkLst>
        <pc:spChg chg="mod">
          <ac:chgData name="Wilmer Ortega Erazo" userId="19082e28a51afb61" providerId="LiveId" clId="{37358661-0E72-41EC-A063-1B1439718DDA}" dt="2023-11-06T00:21:48.003" v="1085" actId="20577"/>
          <ac:spMkLst>
            <pc:docMk/>
            <pc:sldMk cId="2900673992" sldId="297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22:42.426" v="1095" actId="790"/>
          <ac:spMkLst>
            <pc:docMk/>
            <pc:sldMk cId="2900673992" sldId="297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21:50.843" v="1086" actId="478"/>
          <ac:picMkLst>
            <pc:docMk/>
            <pc:sldMk cId="2900673992" sldId="297"/>
            <ac:picMk id="3" creationId="{C76A31BE-18F5-F147-7B50-D730E76AFECF}"/>
          </ac:picMkLst>
        </pc:picChg>
        <pc:picChg chg="add mod">
          <ac:chgData name="Wilmer Ortega Erazo" userId="19082e28a51afb61" providerId="LiveId" clId="{37358661-0E72-41EC-A063-1B1439718DDA}" dt="2023-11-06T00:22:14.596" v="1091" actId="1076"/>
          <ac:picMkLst>
            <pc:docMk/>
            <pc:sldMk cId="2900673992" sldId="297"/>
            <ac:picMk id="5" creationId="{557557AF-51E2-68B5-D3F4-6BEDADD43090}"/>
          </ac:picMkLst>
        </pc:picChg>
        <pc:picChg chg="add mod">
          <ac:chgData name="Wilmer Ortega Erazo" userId="19082e28a51afb61" providerId="LiveId" clId="{37358661-0E72-41EC-A063-1B1439718DDA}" dt="2023-11-06T00:22:20.772" v="1092" actId="1076"/>
          <ac:picMkLst>
            <pc:docMk/>
            <pc:sldMk cId="2900673992" sldId="297"/>
            <ac:picMk id="6" creationId="{EF2E839B-A544-3D34-3063-7D887C46E636}"/>
          </ac:picMkLst>
        </pc:picChg>
      </pc:sldChg>
      <pc:sldChg chg="addSp delSp modSp add mod">
        <pc:chgData name="Wilmer Ortega Erazo" userId="19082e28a51afb61" providerId="LiveId" clId="{37358661-0E72-41EC-A063-1B1439718DDA}" dt="2023-11-06T00:24:38.908" v="1125" actId="20577"/>
        <pc:sldMkLst>
          <pc:docMk/>
          <pc:sldMk cId="1698005168" sldId="298"/>
        </pc:sldMkLst>
        <pc:spChg chg="mod">
          <ac:chgData name="Wilmer Ortega Erazo" userId="19082e28a51afb61" providerId="LiveId" clId="{37358661-0E72-41EC-A063-1B1439718DDA}" dt="2023-11-06T00:23:52.091" v="1115" actId="20577"/>
          <ac:spMkLst>
            <pc:docMk/>
            <pc:sldMk cId="1698005168" sldId="298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24:38.908" v="1125" actId="20577"/>
          <ac:spMkLst>
            <pc:docMk/>
            <pc:sldMk cId="1698005168" sldId="298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24:26.164" v="1121" actId="1076"/>
          <ac:picMkLst>
            <pc:docMk/>
            <pc:sldMk cId="1698005168" sldId="298"/>
            <ac:picMk id="3" creationId="{5AA35F79-6F40-391E-3B24-6C4ED60D6E28}"/>
          </ac:picMkLst>
        </pc:picChg>
        <pc:picChg chg="del">
          <ac:chgData name="Wilmer Ortega Erazo" userId="19082e28a51afb61" providerId="LiveId" clId="{37358661-0E72-41EC-A063-1B1439718DDA}" dt="2023-11-06T00:23:40.283" v="1099" actId="478"/>
          <ac:picMkLst>
            <pc:docMk/>
            <pc:sldMk cId="1698005168" sldId="298"/>
            <ac:picMk id="5" creationId="{557557AF-51E2-68B5-D3F4-6BEDADD43090}"/>
          </ac:picMkLst>
        </pc:picChg>
        <pc:picChg chg="del">
          <ac:chgData name="Wilmer Ortega Erazo" userId="19082e28a51afb61" providerId="LiveId" clId="{37358661-0E72-41EC-A063-1B1439718DDA}" dt="2023-11-06T00:23:40.746" v="1100" actId="478"/>
          <ac:picMkLst>
            <pc:docMk/>
            <pc:sldMk cId="1698005168" sldId="298"/>
            <ac:picMk id="6" creationId="{EF2E839B-A544-3D34-3063-7D887C46E636}"/>
          </ac:picMkLst>
        </pc:picChg>
      </pc:sldChg>
      <pc:sldChg chg="delSp modSp add mod">
        <pc:chgData name="Wilmer Ortega Erazo" userId="19082e28a51afb61" providerId="LiveId" clId="{37358661-0E72-41EC-A063-1B1439718DDA}" dt="2023-11-06T00:25:29.725" v="1133" actId="33524"/>
        <pc:sldMkLst>
          <pc:docMk/>
          <pc:sldMk cId="77465205" sldId="299"/>
        </pc:sldMkLst>
        <pc:spChg chg="mod">
          <ac:chgData name="Wilmer Ortega Erazo" userId="19082e28a51afb61" providerId="LiveId" clId="{37358661-0E72-41EC-A063-1B1439718DDA}" dt="2023-11-06T00:25:29.725" v="1133" actId="33524"/>
          <ac:spMkLst>
            <pc:docMk/>
            <pc:sldMk cId="77465205" sldId="299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24:53.196" v="1127" actId="478"/>
          <ac:picMkLst>
            <pc:docMk/>
            <pc:sldMk cId="77465205" sldId="299"/>
            <ac:picMk id="3" creationId="{5AA35F79-6F40-391E-3B24-6C4ED60D6E28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667583572" sldId="300"/>
        </pc:sldMkLst>
      </pc:sldChg>
      <pc:sldChg chg="addSp modSp add mod">
        <pc:chgData name="Wilmer Ortega Erazo" userId="19082e28a51afb61" providerId="LiveId" clId="{37358661-0E72-41EC-A063-1B1439718DDA}" dt="2023-11-06T00:27:02.484" v="1162" actId="20577"/>
        <pc:sldMkLst>
          <pc:docMk/>
          <pc:sldMk cId="3855636165" sldId="300"/>
        </pc:sldMkLst>
        <pc:spChg chg="mod">
          <ac:chgData name="Wilmer Ortega Erazo" userId="19082e28a51afb61" providerId="LiveId" clId="{37358661-0E72-41EC-A063-1B1439718DDA}" dt="2023-11-06T00:26:22.291" v="1145" actId="20577"/>
          <ac:spMkLst>
            <pc:docMk/>
            <pc:sldMk cId="3855636165" sldId="300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27:02.484" v="1162" actId="20577"/>
          <ac:spMkLst>
            <pc:docMk/>
            <pc:sldMk cId="3855636165" sldId="300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26:49.804" v="1150" actId="1076"/>
          <ac:picMkLst>
            <pc:docMk/>
            <pc:sldMk cId="3855636165" sldId="300"/>
            <ac:picMk id="3" creationId="{C799E2C5-8CAD-0A0F-C394-753C67D9119A}"/>
          </ac:picMkLst>
        </pc:picChg>
        <pc:picChg chg="add mod">
          <ac:chgData name="Wilmer Ortega Erazo" userId="19082e28a51afb61" providerId="LiveId" clId="{37358661-0E72-41EC-A063-1B1439718DDA}" dt="2023-11-06T00:26:49.804" v="1150" actId="1076"/>
          <ac:picMkLst>
            <pc:docMk/>
            <pc:sldMk cId="3855636165" sldId="300"/>
            <ac:picMk id="5" creationId="{8C6D7B83-BEFD-D4D0-1231-4D7C71BAB5E3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57352372" sldId="301"/>
        </pc:sldMkLst>
      </pc:sldChg>
      <pc:sldChg chg="delSp modSp add mod">
        <pc:chgData name="Wilmer Ortega Erazo" userId="19082e28a51afb61" providerId="LiveId" clId="{37358661-0E72-41EC-A063-1B1439718DDA}" dt="2023-11-06T00:28:12.595" v="1169" actId="33524"/>
        <pc:sldMkLst>
          <pc:docMk/>
          <pc:sldMk cId="717445376" sldId="301"/>
        </pc:sldMkLst>
        <pc:spChg chg="mod">
          <ac:chgData name="Wilmer Ortega Erazo" userId="19082e28a51afb61" providerId="LiveId" clId="{37358661-0E72-41EC-A063-1B1439718DDA}" dt="2023-11-06T00:28:12.595" v="1169" actId="33524"/>
          <ac:spMkLst>
            <pc:docMk/>
            <pc:sldMk cId="717445376" sldId="301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27:57.195" v="1164" actId="478"/>
          <ac:picMkLst>
            <pc:docMk/>
            <pc:sldMk cId="717445376" sldId="301"/>
            <ac:picMk id="3" creationId="{C799E2C5-8CAD-0A0F-C394-753C67D9119A}"/>
          </ac:picMkLst>
        </pc:picChg>
        <pc:picChg chg="del">
          <ac:chgData name="Wilmer Ortega Erazo" userId="19082e28a51afb61" providerId="LiveId" clId="{37358661-0E72-41EC-A063-1B1439718DDA}" dt="2023-11-06T00:27:57.195" v="1164" actId="478"/>
          <ac:picMkLst>
            <pc:docMk/>
            <pc:sldMk cId="717445376" sldId="301"/>
            <ac:picMk id="5" creationId="{8C6D7B83-BEFD-D4D0-1231-4D7C71BAB5E3}"/>
          </ac:picMkLst>
        </pc:picChg>
      </pc:sldChg>
      <pc:sldChg chg="modSp add mod">
        <pc:chgData name="Wilmer Ortega Erazo" userId="19082e28a51afb61" providerId="LiveId" clId="{37358661-0E72-41EC-A063-1B1439718DDA}" dt="2023-11-06T00:28:52.627" v="1183" actId="20577"/>
        <pc:sldMkLst>
          <pc:docMk/>
          <pc:sldMk cId="3236091124" sldId="302"/>
        </pc:sldMkLst>
        <pc:spChg chg="mod">
          <ac:chgData name="Wilmer Ortega Erazo" userId="19082e28a51afb61" providerId="LiveId" clId="{37358661-0E72-41EC-A063-1B1439718DDA}" dt="2023-11-06T00:28:52.627" v="1183" actId="20577"/>
          <ac:spMkLst>
            <pc:docMk/>
            <pc:sldMk cId="3236091124" sldId="302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212173715" sldId="302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398646774" sldId="303"/>
        </pc:sldMkLst>
      </pc:sldChg>
      <pc:sldChg chg="modSp add mod">
        <pc:chgData name="Wilmer Ortega Erazo" userId="19082e28a51afb61" providerId="LiveId" clId="{37358661-0E72-41EC-A063-1B1439718DDA}" dt="2023-11-06T00:39:45.806" v="1253" actId="20577"/>
        <pc:sldMkLst>
          <pc:docMk/>
          <pc:sldMk cId="3611105292" sldId="303"/>
        </pc:sldMkLst>
        <pc:spChg chg="mod">
          <ac:chgData name="Wilmer Ortega Erazo" userId="19082e28a51afb61" providerId="LiveId" clId="{37358661-0E72-41EC-A063-1B1439718DDA}" dt="2023-11-06T00:37:05.739" v="1233" actId="255"/>
          <ac:spMkLst>
            <pc:docMk/>
            <pc:sldMk cId="3611105292" sldId="303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39:45.806" v="1253" actId="20577"/>
          <ac:spMkLst>
            <pc:docMk/>
            <pc:sldMk cId="3611105292" sldId="303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174243289" sldId="304"/>
        </pc:sldMkLst>
      </pc:sldChg>
      <pc:sldChg chg="addSp modSp add mod">
        <pc:chgData name="Wilmer Ortega Erazo" userId="19082e28a51afb61" providerId="LiveId" clId="{37358661-0E72-41EC-A063-1B1439718DDA}" dt="2023-11-06T00:39:42.899" v="1252" actId="20577"/>
        <pc:sldMkLst>
          <pc:docMk/>
          <pc:sldMk cId="3636620521" sldId="304"/>
        </pc:sldMkLst>
        <pc:spChg chg="mod">
          <ac:chgData name="Wilmer Ortega Erazo" userId="19082e28a51afb61" providerId="LiveId" clId="{37358661-0E72-41EC-A063-1B1439718DDA}" dt="2023-11-06T00:39:42.899" v="1252" actId="20577"/>
          <ac:spMkLst>
            <pc:docMk/>
            <pc:sldMk cId="3636620521" sldId="304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39:32.851" v="1250" actId="1076"/>
          <ac:picMkLst>
            <pc:docMk/>
            <pc:sldMk cId="3636620521" sldId="304"/>
            <ac:picMk id="3" creationId="{69FE4160-2488-CFD3-5290-B824D6CC44FE}"/>
          </ac:picMkLst>
        </pc:picChg>
        <pc:picChg chg="add mod">
          <ac:chgData name="Wilmer Ortega Erazo" userId="19082e28a51afb61" providerId="LiveId" clId="{37358661-0E72-41EC-A063-1B1439718DDA}" dt="2023-11-06T00:39:28.602" v="1249" actId="1076"/>
          <ac:picMkLst>
            <pc:docMk/>
            <pc:sldMk cId="3636620521" sldId="304"/>
            <ac:picMk id="5" creationId="{EDB0C80F-D7E8-0AE5-D454-8B76FF2F25D2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493740496" sldId="305"/>
        </pc:sldMkLst>
      </pc:sldChg>
      <pc:sldChg chg="delSp modSp add mod">
        <pc:chgData name="Wilmer Ortega Erazo" userId="19082e28a51afb61" providerId="LiveId" clId="{37358661-0E72-41EC-A063-1B1439718DDA}" dt="2023-11-06T00:41:15.079" v="1264" actId="255"/>
        <pc:sldMkLst>
          <pc:docMk/>
          <pc:sldMk cId="3889286629" sldId="305"/>
        </pc:sldMkLst>
        <pc:spChg chg="mod">
          <ac:chgData name="Wilmer Ortega Erazo" userId="19082e28a51afb61" providerId="LiveId" clId="{37358661-0E72-41EC-A063-1B1439718DDA}" dt="2023-11-06T00:41:15.079" v="1264" actId="255"/>
          <ac:spMkLst>
            <pc:docMk/>
            <pc:sldMk cId="3889286629" sldId="305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40:52.379" v="1258" actId="255"/>
          <ac:spMkLst>
            <pc:docMk/>
            <pc:sldMk cId="3889286629" sldId="305"/>
            <ac:spMk id="4" creationId="{A29C0834-3DBC-9FB3-0E0A-F77D599198EB}"/>
          </ac:spMkLst>
        </pc:spChg>
        <pc:picChg chg="del">
          <ac:chgData name="Wilmer Ortega Erazo" userId="19082e28a51afb61" providerId="LiveId" clId="{37358661-0E72-41EC-A063-1B1439718DDA}" dt="2023-11-06T00:40:36.794" v="1255" actId="478"/>
          <ac:picMkLst>
            <pc:docMk/>
            <pc:sldMk cId="3889286629" sldId="305"/>
            <ac:picMk id="3" creationId="{69FE4160-2488-CFD3-5290-B824D6CC44FE}"/>
          </ac:picMkLst>
        </pc:picChg>
        <pc:picChg chg="del">
          <ac:chgData name="Wilmer Ortega Erazo" userId="19082e28a51afb61" providerId="LiveId" clId="{37358661-0E72-41EC-A063-1B1439718DDA}" dt="2023-11-06T00:40:36.794" v="1255" actId="478"/>
          <ac:picMkLst>
            <pc:docMk/>
            <pc:sldMk cId="3889286629" sldId="305"/>
            <ac:picMk id="5" creationId="{EDB0C80F-D7E8-0AE5-D454-8B76FF2F25D2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83477028" sldId="306"/>
        </pc:sldMkLst>
      </pc:sldChg>
      <pc:sldChg chg="modSp add mod">
        <pc:chgData name="Wilmer Ortega Erazo" userId="19082e28a51afb61" providerId="LiveId" clId="{37358661-0E72-41EC-A063-1B1439718DDA}" dt="2023-11-06T00:44:00.532" v="1271" actId="6549"/>
        <pc:sldMkLst>
          <pc:docMk/>
          <pc:sldMk cId="3290689773" sldId="306"/>
        </pc:sldMkLst>
        <pc:spChg chg="mod">
          <ac:chgData name="Wilmer Ortega Erazo" userId="19082e28a51afb61" providerId="LiveId" clId="{37358661-0E72-41EC-A063-1B1439718DDA}" dt="2023-11-06T00:44:00.532" v="1271" actId="6549"/>
          <ac:spMkLst>
            <pc:docMk/>
            <pc:sldMk cId="3290689773" sldId="306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43:45.914" v="1268" actId="255"/>
          <ac:spMkLst>
            <pc:docMk/>
            <pc:sldMk cId="3290689773" sldId="306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1-06T00:45:59.947" v="1281" actId="790"/>
        <pc:sldMkLst>
          <pc:docMk/>
          <pc:sldMk cId="2106618839" sldId="307"/>
        </pc:sldMkLst>
        <pc:spChg chg="mod">
          <ac:chgData name="Wilmer Ortega Erazo" userId="19082e28a51afb61" providerId="LiveId" clId="{37358661-0E72-41EC-A063-1B1439718DDA}" dt="2023-11-06T00:45:59.947" v="1281" actId="790"/>
          <ac:spMkLst>
            <pc:docMk/>
            <pc:sldMk cId="2106618839" sldId="307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44:31.355" v="1276" actId="20577"/>
          <ac:spMkLst>
            <pc:docMk/>
            <pc:sldMk cId="2106618839" sldId="307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824200280" sldId="307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390981850" sldId="308"/>
        </pc:sldMkLst>
      </pc:sldChg>
      <pc:sldChg chg="addSp modSp add mod">
        <pc:chgData name="Wilmer Ortega Erazo" userId="19082e28a51afb61" providerId="LiveId" clId="{37358661-0E72-41EC-A063-1B1439718DDA}" dt="2023-11-06T00:46:59.222" v="1295" actId="20577"/>
        <pc:sldMkLst>
          <pc:docMk/>
          <pc:sldMk cId="4218856161" sldId="308"/>
        </pc:sldMkLst>
        <pc:spChg chg="mod">
          <ac:chgData name="Wilmer Ortega Erazo" userId="19082e28a51afb61" providerId="LiveId" clId="{37358661-0E72-41EC-A063-1B1439718DDA}" dt="2023-11-06T00:46:59.222" v="1295" actId="20577"/>
          <ac:spMkLst>
            <pc:docMk/>
            <pc:sldMk cId="4218856161" sldId="308"/>
            <ac:spMk id="4" creationId="{A29C0834-3DBC-9FB3-0E0A-F77D599198EB}"/>
          </ac:spMkLst>
        </pc:spChg>
        <pc:picChg chg="add mod">
          <ac:chgData name="Wilmer Ortega Erazo" userId="19082e28a51afb61" providerId="LiveId" clId="{37358661-0E72-41EC-A063-1B1439718DDA}" dt="2023-11-06T00:46:34.083" v="1287" actId="1076"/>
          <ac:picMkLst>
            <pc:docMk/>
            <pc:sldMk cId="4218856161" sldId="308"/>
            <ac:picMk id="3" creationId="{F343326B-F664-4C5D-9239-2EFB4EABE6E9}"/>
          </ac:picMkLst>
        </pc:picChg>
      </pc:sldChg>
      <pc:sldChg chg="addSp delSp modSp add mod">
        <pc:chgData name="Wilmer Ortega Erazo" userId="19082e28a51afb61" providerId="LiveId" clId="{37358661-0E72-41EC-A063-1B1439718DDA}" dt="2023-11-06T00:53:46.761" v="1332" actId="20577"/>
        <pc:sldMkLst>
          <pc:docMk/>
          <pc:sldMk cId="2090083842" sldId="309"/>
        </pc:sldMkLst>
        <pc:spChg chg="mod">
          <ac:chgData name="Wilmer Ortega Erazo" userId="19082e28a51afb61" providerId="LiveId" clId="{37358661-0E72-41EC-A063-1B1439718DDA}" dt="2023-11-06T00:53:46.761" v="1332" actId="20577"/>
          <ac:spMkLst>
            <pc:docMk/>
            <pc:sldMk cId="2090083842" sldId="309"/>
            <ac:spMk id="4" creationId="{A29C0834-3DBC-9FB3-0E0A-F77D599198EB}"/>
          </ac:spMkLst>
        </pc:spChg>
        <pc:spChg chg="add mod">
          <ac:chgData name="Wilmer Ortega Erazo" userId="19082e28a51afb61" providerId="LiveId" clId="{37358661-0E72-41EC-A063-1B1439718DDA}" dt="2023-11-06T00:47:39.723" v="1302" actId="1076"/>
          <ac:spMkLst>
            <pc:docMk/>
            <pc:sldMk cId="2090083842" sldId="309"/>
            <ac:spMk id="5" creationId="{44837F4C-9DBB-AB24-4149-C9E101FD6744}"/>
          </ac:spMkLst>
        </pc:spChg>
        <pc:picChg chg="del">
          <ac:chgData name="Wilmer Ortega Erazo" userId="19082e28a51afb61" providerId="LiveId" clId="{37358661-0E72-41EC-A063-1B1439718DDA}" dt="2023-11-06T00:47:20.409" v="1297" actId="478"/>
          <ac:picMkLst>
            <pc:docMk/>
            <pc:sldMk cId="2090083842" sldId="309"/>
            <ac:picMk id="3" creationId="{F343326B-F664-4C5D-9239-2EFB4EABE6E9}"/>
          </ac:picMkLst>
        </pc:picChg>
        <pc:picChg chg="add mod">
          <ac:chgData name="Wilmer Ortega Erazo" userId="19082e28a51afb61" providerId="LiveId" clId="{37358661-0E72-41EC-A063-1B1439718DDA}" dt="2023-11-06T00:53:37.618" v="1330" actId="1076"/>
          <ac:picMkLst>
            <pc:docMk/>
            <pc:sldMk cId="2090083842" sldId="309"/>
            <ac:picMk id="6" creationId="{A7B9A068-CB1F-AD0D-20D0-0987D01B4313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991830784" sldId="309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173136445" sldId="310"/>
        </pc:sldMkLst>
      </pc:sldChg>
      <pc:sldChg chg="delSp modSp add mod">
        <pc:chgData name="Wilmer Ortega Erazo" userId="19082e28a51afb61" providerId="LiveId" clId="{37358661-0E72-41EC-A063-1B1439718DDA}" dt="2023-11-06T00:57:10.889" v="1363" actId="20577"/>
        <pc:sldMkLst>
          <pc:docMk/>
          <pc:sldMk cId="4231000121" sldId="310"/>
        </pc:sldMkLst>
        <pc:spChg chg="mod">
          <ac:chgData name="Wilmer Ortega Erazo" userId="19082e28a51afb61" providerId="LiveId" clId="{37358661-0E72-41EC-A063-1B1439718DDA}" dt="2023-11-06T00:57:10.889" v="1363" actId="20577"/>
          <ac:spMkLst>
            <pc:docMk/>
            <pc:sldMk cId="4231000121" sldId="310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56:57.898" v="1337" actId="255"/>
          <ac:spMkLst>
            <pc:docMk/>
            <pc:sldMk cId="4231000121" sldId="310"/>
            <ac:spMk id="4" creationId="{A29C0834-3DBC-9FB3-0E0A-F77D599198EB}"/>
          </ac:spMkLst>
        </pc:spChg>
        <pc:spChg chg="del">
          <ac:chgData name="Wilmer Ortega Erazo" userId="19082e28a51afb61" providerId="LiveId" clId="{37358661-0E72-41EC-A063-1B1439718DDA}" dt="2023-11-06T00:56:43.675" v="1334" actId="478"/>
          <ac:spMkLst>
            <pc:docMk/>
            <pc:sldMk cId="4231000121" sldId="310"/>
            <ac:spMk id="5" creationId="{44837F4C-9DBB-AB24-4149-C9E101FD6744}"/>
          </ac:spMkLst>
        </pc:spChg>
        <pc:picChg chg="del">
          <ac:chgData name="Wilmer Ortega Erazo" userId="19082e28a51afb61" providerId="LiveId" clId="{37358661-0E72-41EC-A063-1B1439718DDA}" dt="2023-11-06T00:56:43.675" v="1334" actId="478"/>
          <ac:picMkLst>
            <pc:docMk/>
            <pc:sldMk cId="4231000121" sldId="310"/>
            <ac:picMk id="6" creationId="{A7B9A068-CB1F-AD0D-20D0-0987D01B4313}"/>
          </ac:picMkLst>
        </pc:pic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100035186" sldId="311"/>
        </pc:sldMkLst>
      </pc:sldChg>
      <pc:sldChg chg="modSp add mod">
        <pc:chgData name="Wilmer Ortega Erazo" userId="19082e28a51afb61" providerId="LiveId" clId="{37358661-0E72-41EC-A063-1B1439718DDA}" dt="2023-11-06T00:58:12.707" v="1372" actId="6549"/>
        <pc:sldMkLst>
          <pc:docMk/>
          <pc:sldMk cId="2402282868" sldId="311"/>
        </pc:sldMkLst>
        <pc:spChg chg="mod">
          <ac:chgData name="Wilmer Ortega Erazo" userId="19082e28a51afb61" providerId="LiveId" clId="{37358661-0E72-41EC-A063-1B1439718DDA}" dt="2023-11-06T00:58:12.707" v="1372" actId="6549"/>
          <ac:spMkLst>
            <pc:docMk/>
            <pc:sldMk cId="2402282868" sldId="311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57:54.538" v="1367" actId="255"/>
          <ac:spMkLst>
            <pc:docMk/>
            <pc:sldMk cId="2402282868" sldId="311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191080266" sldId="312"/>
        </pc:sldMkLst>
      </pc:sldChg>
      <pc:sldChg chg="modSp add mod">
        <pc:chgData name="Wilmer Ortega Erazo" userId="19082e28a51afb61" providerId="LiveId" clId="{37358661-0E72-41EC-A063-1B1439718DDA}" dt="2023-11-06T00:58:39.723" v="1376" actId="255"/>
        <pc:sldMkLst>
          <pc:docMk/>
          <pc:sldMk cId="2947220556" sldId="312"/>
        </pc:sldMkLst>
        <pc:spChg chg="mod">
          <ac:chgData name="Wilmer Ortega Erazo" userId="19082e28a51afb61" providerId="LiveId" clId="{37358661-0E72-41EC-A063-1B1439718DDA}" dt="2023-11-06T00:58:39.723" v="1376" actId="255"/>
          <ac:spMkLst>
            <pc:docMk/>
            <pc:sldMk cId="2947220556" sldId="312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7358661-0E72-41EC-A063-1B1439718DDA}" dt="2023-11-06T01:00:22.803" v="1406" actId="33524"/>
        <pc:sldMkLst>
          <pc:docMk/>
          <pc:sldMk cId="2471225204" sldId="313"/>
        </pc:sldMkLst>
        <pc:spChg chg="mod">
          <ac:chgData name="Wilmer Ortega Erazo" userId="19082e28a51afb61" providerId="LiveId" clId="{37358661-0E72-41EC-A063-1B1439718DDA}" dt="2023-11-06T00:59:21.523" v="1389" actId="20577"/>
          <ac:spMkLst>
            <pc:docMk/>
            <pc:sldMk cId="2471225204" sldId="313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1:00:22.803" v="1406" actId="33524"/>
          <ac:spMkLst>
            <pc:docMk/>
            <pc:sldMk cId="2471225204" sldId="313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055528431" sldId="313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411740308" sldId="314"/>
        </pc:sldMkLst>
      </pc:sldChg>
      <pc:sldChg chg="modSp add mod">
        <pc:chgData name="Wilmer Ortega Erazo" userId="19082e28a51afb61" providerId="LiveId" clId="{37358661-0E72-41EC-A063-1B1439718DDA}" dt="2023-11-06T01:00:03.811" v="1405" actId="6549"/>
        <pc:sldMkLst>
          <pc:docMk/>
          <pc:sldMk cId="2713206301" sldId="314"/>
        </pc:sldMkLst>
        <pc:spChg chg="mod">
          <ac:chgData name="Wilmer Ortega Erazo" userId="19082e28a51afb61" providerId="LiveId" clId="{37358661-0E72-41EC-A063-1B1439718DDA}" dt="2023-11-06T01:00:03.811" v="1405" actId="6549"/>
          <ac:spMkLst>
            <pc:docMk/>
            <pc:sldMk cId="2713206301" sldId="314"/>
            <ac:spMk id="2" creationId="{91A14A99-37E7-FD86-1156-A753F20D5A3A}"/>
          </ac:spMkLst>
        </pc:spChg>
        <pc:spChg chg="mod">
          <ac:chgData name="Wilmer Ortega Erazo" userId="19082e28a51afb61" providerId="LiveId" clId="{37358661-0E72-41EC-A063-1B1439718DDA}" dt="2023-11-06T00:59:49.434" v="1394" actId="20577"/>
          <ac:spMkLst>
            <pc:docMk/>
            <pc:sldMk cId="2713206301" sldId="314"/>
            <ac:spMk id="4" creationId="{A29C0834-3DBC-9FB3-0E0A-F77D599198EB}"/>
          </ac:spMkLst>
        </pc:spChg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199982045" sldId="315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080923643" sldId="317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676643198" sldId="318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11752650" sldId="319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222143272" sldId="320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00266501" sldId="321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54617296" sldId="322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86398042" sldId="323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930966444" sldId="324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169525786" sldId="325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192899345" sldId="326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89716390" sldId="327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4151778330" sldId="328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950599006" sldId="329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182126900" sldId="330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530406308" sldId="331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658430548" sldId="332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634442229" sldId="333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656004892" sldId="334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2332564257" sldId="335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030916952" sldId="336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1746969026" sldId="337"/>
        </pc:sldMkLst>
      </pc:sldChg>
      <pc:sldChg chg="del">
        <pc:chgData name="Wilmer Ortega Erazo" userId="19082e28a51afb61" providerId="LiveId" clId="{37358661-0E72-41EC-A063-1B1439718DDA}" dt="2023-10-30T00:30:53.006" v="0" actId="2696"/>
        <pc:sldMkLst>
          <pc:docMk/>
          <pc:sldMk cId="347407109" sldId="338"/>
        </pc:sldMkLst>
      </pc:sldChg>
    </pc:docChg>
  </pc:docChgLst>
  <pc:docChgLst>
    <pc:chgData name="Wilmer Ortega Erazo" userId="19082e28a51afb61" providerId="LiveId" clId="{30D428CD-1BB2-4A03-8594-A68FE992CDE1}"/>
    <pc:docChg chg="undo redo custSel addSld delSld modSld sldOrd">
      <pc:chgData name="Wilmer Ortega Erazo" userId="19082e28a51afb61" providerId="LiveId" clId="{30D428CD-1BB2-4A03-8594-A68FE992CDE1}" dt="2023-09-12T01:47:27.099" v="702"/>
      <pc:docMkLst>
        <pc:docMk/>
      </pc:docMkLst>
      <pc:sldChg chg="modSp mod">
        <pc:chgData name="Wilmer Ortega Erazo" userId="19082e28a51afb61" providerId="LiveId" clId="{30D428CD-1BB2-4A03-8594-A68FE992CDE1}" dt="2023-08-30T01:13:15.270" v="17" actId="2711"/>
        <pc:sldMkLst>
          <pc:docMk/>
          <pc:sldMk cId="1583028937" sldId="256"/>
        </pc:sldMkLst>
        <pc:spChg chg="mod">
          <ac:chgData name="Wilmer Ortega Erazo" userId="19082e28a51afb61" providerId="LiveId" clId="{30D428CD-1BB2-4A03-8594-A68FE992CDE1}" dt="2023-08-30T01:13:06.224" v="16" actId="2711"/>
          <ac:spMkLst>
            <pc:docMk/>
            <pc:sldMk cId="1583028937" sldId="256"/>
            <ac:spMk id="2" creationId="{4845F8A7-5B09-2297-049A-F770AF606363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3" creationId="{F8B71A42-09A7-91A0-BE8B-AE0E01E969CD}"/>
          </ac:spMkLst>
        </pc:spChg>
        <pc:spChg chg="mod">
          <ac:chgData name="Wilmer Ortega Erazo" userId="19082e28a51afb61" providerId="LiveId" clId="{30D428CD-1BB2-4A03-8594-A68FE992CDE1}" dt="2023-08-30T01:13:15.270" v="17" actId="2711"/>
          <ac:spMkLst>
            <pc:docMk/>
            <pc:sldMk cId="1583028937" sldId="256"/>
            <ac:spMk id="4" creationId="{DEDFEFCA-5464-FE50-AF10-130E28C56120}"/>
          </ac:spMkLst>
        </pc:spChg>
      </pc:sldChg>
      <pc:sldChg chg="delSp modSp mod">
        <pc:chgData name="Wilmer Ortega Erazo" userId="19082e28a51afb61" providerId="LiveId" clId="{30D428CD-1BB2-4A03-8594-A68FE992CDE1}" dt="2023-09-05T01:44:02.969" v="633" actId="113"/>
        <pc:sldMkLst>
          <pc:docMk/>
          <pc:sldMk cId="1286385962" sldId="257"/>
        </pc:sldMkLst>
        <pc:spChg chg="mod">
          <ac:chgData name="Wilmer Ortega Erazo" userId="19082e28a51afb61" providerId="LiveId" clId="{30D428CD-1BB2-4A03-8594-A68FE992CDE1}" dt="2023-09-05T01:44:02.969" v="633" actId="113"/>
          <ac:spMkLst>
            <pc:docMk/>
            <pc:sldMk cId="1286385962" sldId="257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8-30T01:13:57.232" v="21" actId="14100"/>
          <ac:spMkLst>
            <pc:docMk/>
            <pc:sldMk cId="1286385962" sldId="257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6" creationId="{6157D0E8-B3D1-2E6E-B2DD-E20727E8F6D1}"/>
          </ac:picMkLst>
        </pc:picChg>
        <pc:picChg chg="del">
          <ac:chgData name="Wilmer Ortega Erazo" userId="19082e28a51afb61" providerId="LiveId" clId="{30D428CD-1BB2-4A03-8594-A68FE992CDE1}" dt="2023-08-30T01:09:31.950" v="1" actId="478"/>
          <ac:picMkLst>
            <pc:docMk/>
            <pc:sldMk cId="1286385962" sldId="257"/>
            <ac:picMk id="8" creationId="{E2B9195A-6AA2-C56D-7E52-FECA58CE4643}"/>
          </ac:picMkLst>
        </pc:picChg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9571593" sldId="258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31248305" sldId="259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600829027" sldId="260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1414673962" sldId="261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27838113" sldId="262"/>
        </pc:sldMkLst>
      </pc:sldChg>
      <pc:sldChg chg="del">
        <pc:chgData name="Wilmer Ortega Erazo" userId="19082e28a51afb61" providerId="LiveId" clId="{30D428CD-1BB2-4A03-8594-A68FE992CDE1}" dt="2023-08-30T00:37:03.942" v="0" actId="2696"/>
        <pc:sldMkLst>
          <pc:docMk/>
          <pc:sldMk cId="2948409753" sldId="263"/>
        </pc:sldMkLst>
      </pc:sldChg>
      <pc:sldChg chg="addSp delSp modSp add mod">
        <pc:chgData name="Wilmer Ortega Erazo" userId="19082e28a51afb61" providerId="LiveId" clId="{30D428CD-1BB2-4A03-8594-A68FE992CDE1}" dt="2023-09-05T01:44:02.592" v="632" actId="113"/>
        <pc:sldMkLst>
          <pc:docMk/>
          <pc:sldMk cId="3431946679" sldId="265"/>
        </pc:sldMkLst>
        <pc:spChg chg="mod">
          <ac:chgData name="Wilmer Ortega Erazo" userId="19082e28a51afb61" providerId="LiveId" clId="{30D428CD-1BB2-4A03-8594-A68FE992CDE1}" dt="2023-09-05T01:44:02.592" v="632" actId="113"/>
          <ac:spMkLst>
            <pc:docMk/>
            <pc:sldMk cId="3431946679" sldId="265"/>
            <ac:spMk id="2" creationId="{91A14A99-37E7-FD86-1156-A753F20D5A3A}"/>
          </ac:spMkLst>
        </pc:spChg>
        <pc:spChg chg="add del mod">
          <ac:chgData name="Wilmer Ortega Erazo" userId="19082e28a51afb61" providerId="LiveId" clId="{30D428CD-1BB2-4A03-8594-A68FE992CDE1}" dt="2023-08-30T01:21:25.840" v="66" actId="478"/>
          <ac:spMkLst>
            <pc:docMk/>
            <pc:sldMk cId="3431946679" sldId="265"/>
            <ac:spMk id="3" creationId="{4CA065CB-486D-24AB-C97B-C4B4CECCE64B}"/>
          </ac:spMkLst>
        </pc:spChg>
        <pc:spChg chg="mod">
          <ac:chgData name="Wilmer Ortega Erazo" userId="19082e28a51afb61" providerId="LiveId" clId="{30D428CD-1BB2-4A03-8594-A68FE992CDE1}" dt="2023-08-30T01:33:46.223" v="125" actId="1076"/>
          <ac:spMkLst>
            <pc:docMk/>
            <pc:sldMk cId="3431946679" sldId="26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9-05T02:04:52.111" v="694" actId="20577"/>
        <pc:sldMkLst>
          <pc:docMk/>
          <pc:sldMk cId="1781570308" sldId="266"/>
        </pc:sldMkLst>
        <pc:spChg chg="del">
          <ac:chgData name="Wilmer Ortega Erazo" userId="19082e28a51afb61" providerId="LiveId" clId="{30D428CD-1BB2-4A03-8594-A68FE992CDE1}" dt="2023-08-30T01:28:39.768" v="96" actId="478"/>
          <ac:spMkLst>
            <pc:docMk/>
            <pc:sldMk cId="1781570308" sldId="266"/>
            <ac:spMk id="2" creationId="{91A14A99-37E7-FD86-1156-A753F20D5A3A}"/>
          </ac:spMkLst>
        </pc:spChg>
        <pc:spChg chg="mod">
          <ac:chgData name="Wilmer Ortega Erazo" userId="19082e28a51afb61" providerId="LiveId" clId="{30D428CD-1BB2-4A03-8594-A68FE992CDE1}" dt="2023-09-05T02:04:52.111" v="694" actId="20577"/>
          <ac:spMkLst>
            <pc:docMk/>
            <pc:sldMk cId="1781570308" sldId="266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1:28:44.383" v="98" actId="478"/>
          <ac:spMkLst>
            <pc:docMk/>
            <pc:sldMk cId="1781570308" sldId="266"/>
            <ac:spMk id="5" creationId="{50FB1015-6069-55D4-338A-0972B1DEF288}"/>
          </ac:spMkLst>
        </pc:spChg>
        <pc:spChg chg="add del mod">
          <ac:chgData name="Wilmer Ortega Erazo" userId="19082e28a51afb61" providerId="LiveId" clId="{30D428CD-1BB2-4A03-8594-A68FE992CDE1}" dt="2023-08-30T01:33:54.798" v="126" actId="478"/>
          <ac:spMkLst>
            <pc:docMk/>
            <pc:sldMk cId="1781570308" sldId="266"/>
            <ac:spMk id="6" creationId="{DD0F9099-57DF-F52F-E664-C7438C0CCB84}"/>
          </ac:spMkLst>
        </pc:spChg>
        <pc:spChg chg="add mod">
          <ac:chgData name="Wilmer Ortega Erazo" userId="19082e28a51afb61" providerId="LiveId" clId="{30D428CD-1BB2-4A03-8594-A68FE992CDE1}" dt="2023-08-30T02:16:59.703" v="235" actId="242"/>
          <ac:spMkLst>
            <pc:docMk/>
            <pc:sldMk cId="1781570308" sldId="266"/>
            <ac:spMk id="7" creationId="{AE1A045B-F7ED-1CBB-FDFC-CF630E86BBC9}"/>
          </ac:spMkLst>
        </pc:spChg>
      </pc:sldChg>
      <pc:sldChg chg="addSp delSp modSp add mod">
        <pc:chgData name="Wilmer Ortega Erazo" userId="19082e28a51afb61" providerId="LiveId" clId="{30D428CD-1BB2-4A03-8594-A68FE992CDE1}" dt="2023-08-30T02:17:05.782" v="236" actId="242"/>
        <pc:sldMkLst>
          <pc:docMk/>
          <pc:sldMk cId="40043588" sldId="267"/>
        </pc:sldMkLst>
        <pc:spChg chg="add mod">
          <ac:chgData name="Wilmer Ortega Erazo" userId="19082e28a51afb61" providerId="LiveId" clId="{30D428CD-1BB2-4A03-8594-A68FE992CDE1}" dt="2023-08-30T02:17:05.782" v="236" actId="242"/>
          <ac:spMkLst>
            <pc:docMk/>
            <pc:sldMk cId="40043588" sldId="267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34:26.882" v="132" actId="207"/>
          <ac:spMkLst>
            <pc:docMk/>
            <pc:sldMk cId="40043588" sldId="26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4:06.367" v="129" actId="478"/>
          <ac:spMkLst>
            <pc:docMk/>
            <pc:sldMk cId="40043588" sldId="267"/>
            <ac:spMk id="6" creationId="{DD0F9099-57DF-F52F-E664-C7438C0CCB84}"/>
          </ac:spMkLst>
        </pc:spChg>
      </pc:sldChg>
      <pc:sldChg chg="addSp modSp add mod">
        <pc:chgData name="Wilmer Ortega Erazo" userId="19082e28a51afb61" providerId="LiveId" clId="{30D428CD-1BB2-4A03-8594-A68FE992CDE1}" dt="2023-08-30T02:19:58.845" v="285" actId="790"/>
        <pc:sldMkLst>
          <pc:docMk/>
          <pc:sldMk cId="3547522046" sldId="268"/>
        </pc:sldMkLst>
        <pc:spChg chg="mod">
          <ac:chgData name="Wilmer Ortega Erazo" userId="19082e28a51afb61" providerId="LiveId" clId="{30D428CD-1BB2-4A03-8594-A68FE992CDE1}" dt="2023-08-30T02:17:42.656" v="237" actId="242"/>
          <ac:spMkLst>
            <pc:docMk/>
            <pc:sldMk cId="3547522046" sldId="26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2:04.197" v="174" actId="255"/>
          <ac:spMkLst>
            <pc:docMk/>
            <pc:sldMk cId="3547522046" sldId="26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5" creationId="{F430A86F-31DE-18B3-1772-77FE149E80B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6" creationId="{2D4B0DF3-EB40-24AE-6DD9-4EC3A9ECCDF0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7" creationId="{16971214-8190-C591-FD74-20DCC9CD1F5A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8" creationId="{0FF574A7-5AAA-1BCF-59A9-6B8FD5FFAFB9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9" creationId="{34F723BD-3D6F-122A-8A23-8172292CA02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0" creationId="{A101D3D9-F115-A5DD-A735-26C4475C3D0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1" creationId="{1AD2AC14-CE93-288B-0D1D-8C695B607CA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2" creationId="{5ECD63F7-4AE6-DA87-F21D-61A67A159C2B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3" creationId="{F853FB6A-36DD-AF92-93F1-08CD4F77DFE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4" creationId="{BC9D68CA-E55E-73D1-B31C-8B96EA0767A3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5" creationId="{C7876893-9B83-C5F7-4F47-038F34A27DAC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6" creationId="{E025CBA2-67D9-FFF2-5B77-582078C40471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7" creationId="{EE2F3EAA-0AD2-04DA-CA22-CE41D7F19FC4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18" creationId="{F5453AF9-F421-9CB0-1C8A-29E6A6774290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0" creationId="{C0AD3CC3-5749-178C-95D5-545043D17E4A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1" creationId="{AC018AF0-4EF5-C780-8F02-AE0A7B30ED6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3" creationId="{1EF37F7B-8B65-3051-DEB9-E765A2125E79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4" creationId="{52E483CF-CB49-BE36-793B-6372B69B163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6" creationId="{DEDAB36C-9BB2-9275-A8FE-1A20C1D724D9}"/>
          </ac:spMkLst>
        </pc:spChg>
        <pc:spChg chg="mod">
          <ac:chgData name="Wilmer Ortega Erazo" userId="19082e28a51afb61" providerId="LiveId" clId="{30D428CD-1BB2-4A03-8594-A68FE992CDE1}" dt="2023-08-30T02:19:46.053" v="284" actId="790"/>
          <ac:spMkLst>
            <pc:docMk/>
            <pc:sldMk cId="3547522046" sldId="268"/>
            <ac:spMk id="27" creationId="{B2703787-9B39-2433-A866-A67E6713FCFB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29" creationId="{8E466CB7-BFCA-55F5-AAEC-BB6F6152D913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0" creationId="{1ADAE563-3BD5-F759-3EFD-DDB57EB9054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2" creationId="{84C33488-96B0-0942-4820-A12E840E0667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3" creationId="{3A288F42-36C7-2868-AFB8-6FCE1F8DFA34}"/>
          </ac:spMkLst>
        </pc:spChg>
        <pc:spChg chg="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5" creationId="{38C63973-A980-16D6-CD2B-94DF5DB19CDC}"/>
          </ac:spMkLst>
        </pc:spChg>
        <pc:spChg chg="mod">
          <ac:chgData name="Wilmer Ortega Erazo" userId="19082e28a51afb61" providerId="LiveId" clId="{30D428CD-1BB2-4A03-8594-A68FE992CDE1}" dt="2023-08-30T02:19:58.845" v="285" actId="790"/>
          <ac:spMkLst>
            <pc:docMk/>
            <pc:sldMk cId="3547522046" sldId="268"/>
            <ac:spMk id="36" creationId="{A69410BA-15D5-16F0-48DD-BCAB09B5536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7" creationId="{EE641286-721F-B541-B316-0FF07F75184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8" creationId="{523C44FB-0045-DBEB-CBE8-223D0B0DEC28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39" creationId="{D233C9D3-C519-E849-8DEF-868C3653C257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0" creationId="{01E98595-AB29-7970-E9A7-25B8DA83465D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1" creationId="{77B789E1-7FA6-ADF0-632C-F97FDEC0146F}"/>
          </ac:spMkLst>
        </pc:spChg>
        <pc:spChg chg="add mod">
          <ac:chgData name="Wilmer Ortega Erazo" userId="19082e28a51afb61" providerId="LiveId" clId="{30D428CD-1BB2-4A03-8594-A68FE992CDE1}" dt="2023-08-30T01:36:56.705" v="137" actId="1076"/>
          <ac:spMkLst>
            <pc:docMk/>
            <pc:sldMk cId="3547522046" sldId="268"/>
            <ac:spMk id="42" creationId="{1CB38F18-95D9-DB89-3294-3B08B4767333}"/>
          </ac:spMkLst>
        </pc:s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" creationId="{F6D97674-9390-2384-6DEC-AC29203F315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19" creationId="{3D6E6DEA-C17D-AE8A-B193-1EB2FFD7A4AB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2" creationId="{AA91D284-49B6-5ABD-8A44-2B56FDC5C9DD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5" creationId="{C01C7CE5-B2D2-57B7-4446-8CF5BA5D2C15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28" creationId="{6435942A-DD65-2927-CBAA-302064328973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1" creationId="{3F702547-F101-1110-6A87-394F88913A26}"/>
          </ac:grpSpMkLst>
        </pc:grpChg>
        <pc:grpChg chg="add mod">
          <ac:chgData name="Wilmer Ortega Erazo" userId="19082e28a51afb61" providerId="LiveId" clId="{30D428CD-1BB2-4A03-8594-A68FE992CDE1}" dt="2023-08-30T01:36:56.705" v="137" actId="1076"/>
          <ac:grpSpMkLst>
            <pc:docMk/>
            <pc:sldMk cId="3547522046" sldId="268"/>
            <ac:grpSpMk id="34" creationId="{0459EC49-5318-9A44-627D-B5F0657C7B62}"/>
          </ac:grpSpMkLst>
        </pc:grpChg>
      </pc:sldChg>
      <pc:sldChg chg="addSp delSp modSp add mod">
        <pc:chgData name="Wilmer Ortega Erazo" userId="19082e28a51afb61" providerId="LiveId" clId="{30D428CD-1BB2-4A03-8594-A68FE992CDE1}" dt="2023-08-30T02:20:07.502" v="287" actId="1076"/>
        <pc:sldMkLst>
          <pc:docMk/>
          <pc:sldMk cId="839485298" sldId="269"/>
        </pc:sldMkLst>
        <pc:spChg chg="mod">
          <ac:chgData name="Wilmer Ortega Erazo" userId="19082e28a51afb61" providerId="LiveId" clId="{30D428CD-1BB2-4A03-8594-A68FE992CDE1}" dt="2023-08-30T02:17:49.445" v="238" actId="242"/>
          <ac:spMkLst>
            <pc:docMk/>
            <pc:sldMk cId="839485298" sldId="269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2:20:07.502" v="287" actId="1076"/>
          <ac:spMkLst>
            <pc:docMk/>
            <pc:sldMk cId="839485298" sldId="26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7" creationId="{16971214-8190-C591-FD74-20DCC9CD1F5A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8" creationId="{0FF574A7-5AAA-1BCF-59A9-6B8FD5FFAFB9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9" creationId="{34F723BD-3D6F-122A-8A23-8172292CA02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0" creationId="{A101D3D9-F115-A5DD-A735-26C4475C3D0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1" creationId="{1AD2AC14-CE93-288B-0D1D-8C695B607CA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2" creationId="{5ECD63F7-4AE6-DA87-F21D-61A67A159C2B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3" creationId="{F853FB6A-36DD-AF92-93F1-08CD4F77DFE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4" creationId="{BC9D68CA-E55E-73D1-B31C-8B96EA0767A3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5" creationId="{C7876893-9B83-C5F7-4F47-038F34A27DAC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6" creationId="{E025CBA2-67D9-FFF2-5B77-582078C40471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7" creationId="{EE2F3EAA-0AD2-04DA-CA22-CE41D7F19FC4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18" creationId="{F5453AF9-F421-9CB0-1C8A-29E6A6774290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7" creationId="{EE641286-721F-B541-B316-0FF07F75184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8" creationId="{523C44FB-0045-DBEB-CBE8-223D0B0DEC28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39" creationId="{D233C9D3-C519-E849-8DEF-868C3653C257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0" creationId="{01E98595-AB29-7970-E9A7-25B8DA83465D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1" creationId="{77B789E1-7FA6-ADF0-632C-F97FDEC0146F}"/>
          </ac:spMkLst>
        </pc:spChg>
        <pc:spChg chg="del">
          <ac:chgData name="Wilmer Ortega Erazo" userId="19082e28a51afb61" providerId="LiveId" clId="{30D428CD-1BB2-4A03-8594-A68FE992CDE1}" dt="2023-08-30T01:37:34.934" v="142" actId="478"/>
          <ac:spMkLst>
            <pc:docMk/>
            <pc:sldMk cId="839485298" sldId="269"/>
            <ac:spMk id="42" creationId="{1CB38F18-95D9-DB89-3294-3B08B4767333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4" creationId="{51DF85D0-5D58-1948-EC55-E3FF3A063FDD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5" creationId="{6C73C57D-0872-B115-1D70-6FFD237B41D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7" creationId="{A9A89E4C-EC71-701C-BA80-F1D65408CB16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48" creationId="{5CA7C03D-B78A-63EC-E910-255727EFC884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0" creationId="{A78287FA-DCE1-9AFD-47FF-9BA1F8CE6378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1" creationId="{1D94576A-B954-16EE-2F8C-15ED99FC9DD9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3" creationId="{C9719B13-CA88-891F-E712-3A6093870C1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4" creationId="{5861CFF0-CE96-71F7-7C4C-7B91440B1CDF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6" creationId="{BFE8CB38-366B-1313-B080-79A219BBA03E}"/>
          </ac:spMkLst>
        </pc:spChg>
        <pc:spChg chg="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7" creationId="{B2B7ABCC-73F0-6972-9DA8-23B2865DCDE7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8" creationId="{BCCB5813-1E2A-CAF3-2012-21DAED0D639B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59" creationId="{1E51F2C6-1B13-C91B-CA3F-EA76F19D901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0" creationId="{2178684F-BCC4-FCBB-ECCE-EB58C56107B4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1" creationId="{E693EE79-425A-F252-C84C-F0B832511583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2" creationId="{D8DA47EB-37D4-D46E-E79D-F76EAF409D8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3" creationId="{32F4AD66-8B01-BAD7-5273-8E13AD7F6050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4" creationId="{DF68190F-1405-B64E-5955-253F044D2E56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5" creationId="{2814691A-BF7A-F44A-FAF7-77B745298E28}"/>
          </ac:spMkLst>
        </pc:spChg>
        <pc:spChg chg="add mod">
          <ac:chgData name="Wilmer Ortega Erazo" userId="19082e28a51afb61" providerId="LiveId" clId="{30D428CD-1BB2-4A03-8594-A68FE992CDE1}" dt="2023-08-30T01:37:41.366" v="144" actId="1076"/>
          <ac:spMkLst>
            <pc:docMk/>
            <pc:sldMk cId="839485298" sldId="269"/>
            <ac:spMk id="66" creationId="{E9B13FF3-AC46-7C82-4CAF-CA90EA43109D}"/>
          </ac:spMkLst>
        </pc:s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" creationId="{F6D97674-9390-2384-6DEC-AC29203F315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19" creationId="{3D6E6DEA-C17D-AE8A-B193-1EB2FFD7A4AB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2" creationId="{AA91D284-49B6-5ABD-8A44-2B56FDC5C9DD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5" creationId="{C01C7CE5-B2D2-57B7-4446-8CF5BA5D2C15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28" creationId="{6435942A-DD65-2927-CBAA-302064328973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1" creationId="{3F702547-F101-1110-6A87-394F88913A26}"/>
          </ac:grpSpMkLst>
        </pc:grpChg>
        <pc:grpChg chg="del">
          <ac:chgData name="Wilmer Ortega Erazo" userId="19082e28a51afb61" providerId="LiveId" clId="{30D428CD-1BB2-4A03-8594-A68FE992CDE1}" dt="2023-08-30T01:37:34.934" v="142" actId="478"/>
          <ac:grpSpMkLst>
            <pc:docMk/>
            <pc:sldMk cId="839485298" sldId="269"/>
            <ac:grpSpMk id="34" creationId="{0459EC49-5318-9A44-627D-B5F0657C7B62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3" creationId="{305F44DF-5294-FAD9-AACF-81575D445C5C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6" creationId="{49671E13-ED6B-D292-0670-CA50CC1C3D93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49" creationId="{D57A6289-ACA1-FAB4-7247-8DE978E7A806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2" creationId="{493A5DA4-9F2C-1F15-470E-AD7843F724CA}"/>
          </ac:grpSpMkLst>
        </pc:grpChg>
        <pc:grpChg chg="add mod">
          <ac:chgData name="Wilmer Ortega Erazo" userId="19082e28a51afb61" providerId="LiveId" clId="{30D428CD-1BB2-4A03-8594-A68FE992CDE1}" dt="2023-08-30T01:37:41.366" v="144" actId="1076"/>
          <ac:grpSpMkLst>
            <pc:docMk/>
            <pc:sldMk cId="839485298" sldId="269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7:53.831" v="239" actId="242"/>
        <pc:sldMkLst>
          <pc:docMk/>
          <pc:sldMk cId="1107773906" sldId="270"/>
        </pc:sldMkLst>
        <pc:spChg chg="mod">
          <ac:chgData name="Wilmer Ortega Erazo" userId="19082e28a51afb61" providerId="LiveId" clId="{30D428CD-1BB2-4A03-8594-A68FE992CDE1}" dt="2023-08-30T02:17:53.831" v="239" actId="242"/>
          <ac:spMkLst>
            <pc:docMk/>
            <pc:sldMk cId="1107773906" sldId="270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1:50.754" v="173" actId="113"/>
          <ac:spMkLst>
            <pc:docMk/>
            <pc:sldMk cId="1107773906" sldId="270"/>
            <ac:spMk id="4" creationId="{A29C0834-3DBC-9FB3-0E0A-F77D599198EB}"/>
          </ac:spMkLst>
        </pc:spChg>
        <pc:spChg chg="add del">
          <ac:chgData name="Wilmer Ortega Erazo" userId="19082e28a51afb61" providerId="LiveId" clId="{30D428CD-1BB2-4A03-8594-A68FE992CDE1}" dt="2023-08-30T01:38:46.844" v="150" actId="22"/>
          <ac:spMkLst>
            <pc:docMk/>
            <pc:sldMk cId="1107773906" sldId="270"/>
            <ac:spMk id="5" creationId="{6CDBDBAA-FF3E-3841-F501-E51FDA8A5D3E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7" creationId="{98430C44-6CAC-59FF-DD58-1C21B6A9925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9" creationId="{86C4ECE6-AB12-D682-B203-6885CD939324}"/>
          </ac:spMkLst>
        </pc:spChg>
        <pc:spChg chg="mod">
          <ac:chgData name="Wilmer Ortega Erazo" userId="19082e28a51afb61" providerId="LiveId" clId="{30D428CD-1BB2-4A03-8594-A68FE992CDE1}" dt="2023-08-30T01:44:15.010" v="191" actId="255"/>
          <ac:spMkLst>
            <pc:docMk/>
            <pc:sldMk cId="1107773906" sldId="270"/>
            <ac:spMk id="10" creationId="{1C5AE57B-A207-403E-B531-BF084B9280CB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2" creationId="{9024A755-2AA3-F3BF-D3D3-CA64F5411D7D}"/>
          </ac:spMkLst>
        </pc:spChg>
        <pc:spChg chg="mod">
          <ac:chgData name="Wilmer Ortega Erazo" userId="19082e28a51afb61" providerId="LiveId" clId="{30D428CD-1BB2-4A03-8594-A68FE992CDE1}" dt="2023-08-30T01:39:32.662" v="159" actId="14100"/>
          <ac:spMkLst>
            <pc:docMk/>
            <pc:sldMk cId="1107773906" sldId="270"/>
            <ac:spMk id="14" creationId="{84F7AADE-DE3E-96B3-9129-0CC7B50CF738}"/>
          </ac:spMkLst>
        </pc:spChg>
        <pc:spChg chg="mod">
          <ac:chgData name="Wilmer Ortega Erazo" userId="19082e28a51afb61" providerId="LiveId" clId="{30D428CD-1BB2-4A03-8594-A68FE992CDE1}" dt="2023-08-30T01:43:41.334" v="182" actId="20577"/>
          <ac:spMkLst>
            <pc:docMk/>
            <pc:sldMk cId="1107773906" sldId="270"/>
            <ac:spMk id="15" creationId="{04FB61CC-7D7C-7323-A2BC-D3F4985635E5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7" creationId="{F40A0425-865C-53C1-D58C-81B602285807}"/>
          </ac:spMkLst>
        </pc:spChg>
        <pc:spChg chg="mod">
          <ac:chgData name="Wilmer Ortega Erazo" userId="19082e28a51afb61" providerId="LiveId" clId="{30D428CD-1BB2-4A03-8594-A68FE992CDE1}" dt="2023-08-30T01:43:31.106" v="178" actId="2711"/>
          <ac:spMkLst>
            <pc:docMk/>
            <pc:sldMk cId="1107773906" sldId="270"/>
            <ac:spMk id="19" creationId="{5732CC89-77D9-415D-6749-D2C345E9CF7F}"/>
          </ac:spMkLst>
        </pc:spChg>
        <pc:spChg chg="mod">
          <ac:chgData name="Wilmer Ortega Erazo" userId="19082e28a51afb61" providerId="LiveId" clId="{30D428CD-1BB2-4A03-8594-A68FE992CDE1}" dt="2023-08-30T01:44:29.531" v="193" actId="12"/>
          <ac:spMkLst>
            <pc:docMk/>
            <pc:sldMk cId="1107773906" sldId="270"/>
            <ac:spMk id="20" creationId="{BEA227CB-3878-9E2D-F5F6-7D21F6797642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8" creationId="{BCCB5813-1E2A-CAF3-2012-21DAED0D639B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59" creationId="{1E51F2C6-1B13-C91B-CA3F-EA76F19D901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0" creationId="{2178684F-BCC4-FCBB-ECCE-EB58C56107B4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1" creationId="{E693EE79-425A-F252-C84C-F0B832511583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2" creationId="{D8DA47EB-37D4-D46E-E79D-F76EAF409D8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3" creationId="{32F4AD66-8B01-BAD7-5273-8E13AD7F6050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4" creationId="{DF68190F-1405-B64E-5955-253F044D2E56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5" creationId="{2814691A-BF7A-F44A-FAF7-77B745298E28}"/>
          </ac:spMkLst>
        </pc:spChg>
        <pc:spChg chg="del">
          <ac:chgData name="Wilmer Ortega Erazo" userId="19082e28a51afb61" providerId="LiveId" clId="{30D428CD-1BB2-4A03-8594-A68FE992CDE1}" dt="2023-08-30T01:38:37.318" v="148" actId="478"/>
          <ac:spMkLst>
            <pc:docMk/>
            <pc:sldMk cId="1107773906" sldId="270"/>
            <ac:spMk id="66" creationId="{E9B13FF3-AC46-7C82-4CAF-CA90EA43109D}"/>
          </ac:spMkLst>
        </pc:spChg>
        <pc:grpChg chg="add 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6" creationId="{E21A471A-E852-A06E-902E-E4415F9A56C7}"/>
          </ac:grpSpMkLst>
        </pc:grpChg>
        <pc:grpChg chg="mod">
          <ac:chgData name="Wilmer Ortega Erazo" userId="19082e28a51afb61" providerId="LiveId" clId="{30D428CD-1BB2-4A03-8594-A68FE992CDE1}" dt="2023-08-30T01:44:15.010" v="191" actId="255"/>
          <ac:grpSpMkLst>
            <pc:docMk/>
            <pc:sldMk cId="1107773906" sldId="270"/>
            <ac:grpSpMk id="8" creationId="{62D48DBF-37E8-35E2-F0E7-80FDA081DFBE}"/>
          </ac:grpSpMkLst>
        </pc:grpChg>
        <pc:grpChg chg="add del mod">
          <ac:chgData name="Wilmer Ortega Erazo" userId="19082e28a51afb61" providerId="LiveId" clId="{30D428CD-1BB2-4A03-8594-A68FE992CDE1}" dt="2023-08-30T01:43:13.612" v="177" actId="2711"/>
          <ac:grpSpMkLst>
            <pc:docMk/>
            <pc:sldMk cId="1107773906" sldId="270"/>
            <ac:grpSpMk id="11" creationId="{9909AC02-3AB4-F963-DD23-D0C7E734334B}"/>
          </ac:grpSpMkLst>
        </pc:grpChg>
        <pc:grpChg chg="mod">
          <ac:chgData name="Wilmer Ortega Erazo" userId="19082e28a51afb61" providerId="LiveId" clId="{30D428CD-1BB2-4A03-8594-A68FE992CDE1}" dt="2023-08-30T01:39:32.662" v="159" actId="14100"/>
          <ac:grpSpMkLst>
            <pc:docMk/>
            <pc:sldMk cId="1107773906" sldId="270"/>
            <ac:grpSpMk id="13" creationId="{763ACDB3-8F3C-8C5D-2A10-E5C1295D6CD8}"/>
          </ac:grpSpMkLst>
        </pc:grpChg>
        <pc:grpChg chg="add 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6" creationId="{B782C77D-9524-7A9C-0179-E77FA2F67868}"/>
          </ac:grpSpMkLst>
        </pc:grpChg>
        <pc:grpChg chg="mod">
          <ac:chgData name="Wilmer Ortega Erazo" userId="19082e28a51afb61" providerId="LiveId" clId="{30D428CD-1BB2-4A03-8594-A68FE992CDE1}" dt="2023-08-30T01:43:31.106" v="178" actId="2711"/>
          <ac:grpSpMkLst>
            <pc:docMk/>
            <pc:sldMk cId="1107773906" sldId="270"/>
            <ac:grpSpMk id="18" creationId="{510B6F9B-95BB-226B-335A-F42637B9770F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3" creationId="{305F44DF-5294-FAD9-AACF-81575D445C5C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6" creationId="{49671E13-ED6B-D292-0670-CA50CC1C3D93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49" creationId="{D57A6289-ACA1-FAB4-7247-8DE978E7A806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2" creationId="{493A5DA4-9F2C-1F15-470E-AD7843F724CA}"/>
          </ac:grpSpMkLst>
        </pc:grpChg>
        <pc:grpChg chg="del">
          <ac:chgData name="Wilmer Ortega Erazo" userId="19082e28a51afb61" providerId="LiveId" clId="{30D428CD-1BB2-4A03-8594-A68FE992CDE1}" dt="2023-08-30T01:38:37.318" v="148" actId="478"/>
          <ac:grpSpMkLst>
            <pc:docMk/>
            <pc:sldMk cId="1107773906" sldId="270"/>
            <ac:grpSpMk id="55" creationId="{0A102D71-1FCB-B883-30F5-85489278D76B}"/>
          </ac:grpSpMkLst>
        </pc:grpChg>
      </pc:sldChg>
      <pc:sldChg chg="addSp delSp modSp add mod">
        <pc:chgData name="Wilmer Ortega Erazo" userId="19082e28a51afb61" providerId="LiveId" clId="{30D428CD-1BB2-4A03-8594-A68FE992CDE1}" dt="2023-08-30T02:18:09.766" v="240" actId="242"/>
        <pc:sldMkLst>
          <pc:docMk/>
          <pc:sldMk cId="4161581513" sldId="271"/>
        </pc:sldMkLst>
        <pc:spChg chg="mod">
          <ac:chgData name="Wilmer Ortega Erazo" userId="19082e28a51afb61" providerId="LiveId" clId="{30D428CD-1BB2-4A03-8594-A68FE992CDE1}" dt="2023-08-30T02:18:09.766" v="240" actId="242"/>
          <ac:spMkLst>
            <pc:docMk/>
            <pc:sldMk cId="4161581513" sldId="271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6:08.693" v="200" actId="255"/>
          <ac:spMkLst>
            <pc:docMk/>
            <pc:sldMk cId="4161581513" sldId="271"/>
            <ac:spMk id="4" creationId="{A29C0834-3DBC-9FB3-0E0A-F77D599198EB}"/>
          </ac:spMkLst>
        </pc:s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6" creationId="{E21A471A-E852-A06E-902E-E4415F9A56C7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1" creationId="{9909AC02-3AB4-F963-DD23-D0C7E734334B}"/>
          </ac:grpSpMkLst>
        </pc:grpChg>
        <pc:grpChg chg="del">
          <ac:chgData name="Wilmer Ortega Erazo" userId="19082e28a51afb61" providerId="LiveId" clId="{30D428CD-1BB2-4A03-8594-A68FE992CDE1}" dt="2023-08-30T01:45:54.998" v="197" actId="478"/>
          <ac:grpSpMkLst>
            <pc:docMk/>
            <pc:sldMk cId="4161581513" sldId="271"/>
            <ac:grpSpMk id="16" creationId="{B782C77D-9524-7A9C-0179-E77FA2F67868}"/>
          </ac:grpSpMkLst>
        </pc:grpChg>
        <pc:graphicFrameChg chg="add mod">
          <ac:chgData name="Wilmer Ortega Erazo" userId="19082e28a51afb61" providerId="LiveId" clId="{30D428CD-1BB2-4A03-8594-A68FE992CDE1}" dt="2023-08-30T01:50:44.400" v="232" actId="108"/>
          <ac:graphicFrameMkLst>
            <pc:docMk/>
            <pc:sldMk cId="4161581513" sldId="271"/>
            <ac:graphicFrameMk id="3" creationId="{DC05F2CE-FC89-014D-AC71-B930B5A0114B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18:55.941" v="242" actId="242"/>
        <pc:sldMkLst>
          <pc:docMk/>
          <pc:sldMk cId="2563264062" sldId="272"/>
        </pc:sldMkLst>
        <pc:spChg chg="mod">
          <ac:chgData name="Wilmer Ortega Erazo" userId="19082e28a51afb61" providerId="LiveId" clId="{30D428CD-1BB2-4A03-8594-A68FE992CDE1}" dt="2023-08-30T02:18:55.941" v="242" actId="242"/>
          <ac:spMkLst>
            <pc:docMk/>
            <pc:sldMk cId="2563264062" sldId="272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8-30T01:48:34.273" v="213" actId="790"/>
          <ac:spMkLst>
            <pc:docMk/>
            <pc:sldMk cId="2563264062" sldId="272"/>
            <ac:spMk id="4" creationId="{A29C0834-3DBC-9FB3-0E0A-F77D599198EB}"/>
          </ac:spMkLst>
        </pc:spChg>
        <pc:graphicFrameChg chg="del">
          <ac:chgData name="Wilmer Ortega Erazo" userId="19082e28a51afb61" providerId="LiveId" clId="{30D428CD-1BB2-4A03-8594-A68FE992CDE1}" dt="2023-08-30T01:47:40.225" v="209" actId="478"/>
          <ac:graphicFrameMkLst>
            <pc:docMk/>
            <pc:sldMk cId="2563264062" sldId="272"/>
            <ac:graphicFrameMk id="3" creationId="{DC05F2CE-FC89-014D-AC71-B930B5A0114B}"/>
          </ac:graphicFrameMkLst>
        </pc:graphicFrameChg>
        <pc:graphicFrameChg chg="add mod">
          <ac:chgData name="Wilmer Ortega Erazo" userId="19082e28a51afb61" providerId="LiveId" clId="{30D428CD-1BB2-4A03-8594-A68FE992CDE1}" dt="2023-08-30T01:50:12.769" v="223"/>
          <ac:graphicFrameMkLst>
            <pc:docMk/>
            <pc:sldMk cId="2563264062" sldId="272"/>
            <ac:graphicFrameMk id="5" creationId="{5D6EE936-8CCD-6CDB-B0F6-724298684CBF}"/>
          </ac:graphicFrameMkLst>
        </pc:graphicFrameChg>
      </pc:sldChg>
      <pc:sldChg chg="addSp delSp modSp add mod">
        <pc:chgData name="Wilmer Ortega Erazo" userId="19082e28a51afb61" providerId="LiveId" clId="{30D428CD-1BB2-4A03-8594-A68FE992CDE1}" dt="2023-08-30T02:24:27.775" v="304" actId="1440"/>
        <pc:sldMkLst>
          <pc:docMk/>
          <pc:sldMk cId="1346196386" sldId="273"/>
        </pc:sldMkLst>
        <pc:spChg chg="mod">
          <ac:chgData name="Wilmer Ortega Erazo" userId="19082e28a51afb61" providerId="LiveId" clId="{30D428CD-1BB2-4A03-8594-A68FE992CDE1}" dt="2023-08-30T02:19:32.256" v="283" actId="20577"/>
          <ac:spMkLst>
            <pc:docMk/>
            <pc:sldMk cId="1346196386" sldId="273"/>
            <ac:spMk id="2" creationId="{C4B3BC51-1413-F46C-B9D5-F37ECB40D137}"/>
          </ac:spMkLst>
        </pc:spChg>
        <pc:spChg chg="add del">
          <ac:chgData name="Wilmer Ortega Erazo" userId="19082e28a51afb61" providerId="LiveId" clId="{30D428CD-1BB2-4A03-8594-A68FE992CDE1}" dt="2023-08-30T02:23:34.863" v="299"/>
          <ac:spMkLst>
            <pc:docMk/>
            <pc:sldMk cId="1346196386" sldId="273"/>
            <ac:spMk id="3" creationId="{B6F6821C-60BD-6903-7ED7-20EB70BC8CC8}"/>
          </ac:spMkLst>
        </pc:spChg>
        <pc:spChg chg="mod">
          <ac:chgData name="Wilmer Ortega Erazo" userId="19082e28a51afb61" providerId="LiveId" clId="{30D428CD-1BB2-4A03-8594-A68FE992CDE1}" dt="2023-08-30T02:20:35.318" v="288"/>
          <ac:spMkLst>
            <pc:docMk/>
            <pc:sldMk cId="1346196386" sldId="27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23:39.862" v="301" actId="14100"/>
          <ac:spMkLst>
            <pc:docMk/>
            <pc:sldMk cId="1346196386" sldId="273"/>
            <ac:spMk id="6" creationId="{609D67D3-827B-686D-F8C3-BCC27C36F2C4}"/>
          </ac:spMkLst>
        </pc:spChg>
        <pc:graphicFrameChg chg="del mod">
          <ac:chgData name="Wilmer Ortega Erazo" userId="19082e28a51afb61" providerId="LiveId" clId="{30D428CD-1BB2-4A03-8594-A68FE992CDE1}" dt="2023-08-30T02:20:43.208" v="291" actId="478"/>
          <ac:graphicFrameMkLst>
            <pc:docMk/>
            <pc:sldMk cId="1346196386" sldId="273"/>
            <ac:graphicFrameMk id="5" creationId="{5D6EE936-8CCD-6CDB-B0F6-724298684CBF}"/>
          </ac:graphicFrameMkLst>
        </pc:graphicFrameChg>
        <pc:picChg chg="add mod">
          <ac:chgData name="Wilmer Ortega Erazo" userId="19082e28a51afb61" providerId="LiveId" clId="{30D428CD-1BB2-4A03-8594-A68FE992CDE1}" dt="2023-08-30T02:24:27.775" v="304" actId="1440"/>
          <ac:picMkLst>
            <pc:docMk/>
            <pc:sldMk cId="1346196386" sldId="273"/>
            <ac:picMk id="8" creationId="{390BBC2B-AB26-3E21-C848-8F40FCD107A6}"/>
          </ac:picMkLst>
        </pc:picChg>
        <pc:picChg chg="add del mod">
          <ac:chgData name="Wilmer Ortega Erazo" userId="19082e28a51afb61" providerId="LiveId" clId="{30D428CD-1BB2-4A03-8594-A68FE992CDE1}" dt="2023-08-30T02:23:31.472" v="297" actId="478"/>
          <ac:picMkLst>
            <pc:docMk/>
            <pc:sldMk cId="1346196386" sldId="273"/>
            <ac:picMk id="1026" creationId="{DF0D4439-95DA-E653-A9BA-89CB65FFE9BE}"/>
          </ac:picMkLst>
        </pc:picChg>
      </pc:sldChg>
      <pc:sldChg chg="delSp modSp add mod">
        <pc:chgData name="Wilmer Ortega Erazo" userId="19082e28a51afb61" providerId="LiveId" clId="{30D428CD-1BB2-4A03-8594-A68FE992CDE1}" dt="2023-08-30T02:26:10.052" v="319" actId="114"/>
        <pc:sldMkLst>
          <pc:docMk/>
          <pc:sldMk cId="2729497186" sldId="274"/>
        </pc:sldMkLst>
        <pc:spChg chg="mod">
          <ac:chgData name="Wilmer Ortega Erazo" userId="19082e28a51afb61" providerId="LiveId" clId="{30D428CD-1BB2-4A03-8594-A68FE992CDE1}" dt="2023-08-30T02:26:10.052" v="319" actId="114"/>
          <ac:spMkLst>
            <pc:docMk/>
            <pc:sldMk cId="2729497186" sldId="274"/>
            <ac:spMk id="4" creationId="{A29C0834-3DBC-9FB3-0E0A-F77D599198EB}"/>
          </ac:spMkLst>
        </pc:spChg>
        <pc:picChg chg="del">
          <ac:chgData name="Wilmer Ortega Erazo" userId="19082e28a51afb61" providerId="LiveId" clId="{30D428CD-1BB2-4A03-8594-A68FE992CDE1}" dt="2023-08-30T02:24:42.544" v="306" actId="478"/>
          <ac:picMkLst>
            <pc:docMk/>
            <pc:sldMk cId="2729497186" sldId="274"/>
            <ac:picMk id="8" creationId="{390BBC2B-AB26-3E21-C848-8F40FCD107A6}"/>
          </ac:picMkLst>
        </pc:picChg>
      </pc:sldChg>
      <pc:sldChg chg="modSp add mod">
        <pc:chgData name="Wilmer Ortega Erazo" userId="19082e28a51afb61" providerId="LiveId" clId="{30D428CD-1BB2-4A03-8594-A68FE992CDE1}" dt="2023-09-05T02:11:29.222" v="695" actId="790"/>
        <pc:sldMkLst>
          <pc:docMk/>
          <pc:sldMk cId="1051404774" sldId="275"/>
        </pc:sldMkLst>
        <pc:spChg chg="mod">
          <ac:chgData name="Wilmer Ortega Erazo" userId="19082e28a51afb61" providerId="LiveId" clId="{30D428CD-1BB2-4A03-8594-A68FE992CDE1}" dt="2023-09-05T02:11:29.222" v="695" actId="790"/>
          <ac:spMkLst>
            <pc:docMk/>
            <pc:sldMk cId="1051404774" sldId="275"/>
            <ac:spMk id="4" creationId="{A29C0834-3DBC-9FB3-0E0A-F77D599198EB}"/>
          </ac:spMkLst>
        </pc:spChg>
      </pc:sldChg>
      <pc:sldChg chg="addSp delSp modSp add mod">
        <pc:chgData name="Wilmer Ortega Erazo" userId="19082e28a51afb61" providerId="LiveId" clId="{30D428CD-1BB2-4A03-8594-A68FE992CDE1}" dt="2023-08-30T02:31:02.623" v="360" actId="20577"/>
        <pc:sldMkLst>
          <pc:docMk/>
          <pc:sldMk cId="3143063018" sldId="276"/>
        </pc:sldMkLst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" creationId="{A48310E0-070F-FDE7-D102-3E94EF571FB0}"/>
          </ac:spMkLst>
        </pc:spChg>
        <pc:spChg chg="del">
          <ac:chgData name="Wilmer Ortega Erazo" userId="19082e28a51afb61" providerId="LiveId" clId="{30D428CD-1BB2-4A03-8594-A68FE992CDE1}" dt="2023-08-30T02:30:38.671" v="353" actId="478"/>
          <ac:spMkLst>
            <pc:docMk/>
            <pc:sldMk cId="3143063018" sldId="27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5" creationId="{1DFEED20-DFA8-0D5E-670B-D3F0D91F783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7" creationId="{D6350C54-803C-FB69-64DF-90C9AA40A5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8" creationId="{8E0055C6-7EEA-0ECC-8AAB-5CA0F29BF8B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9" creationId="{E16EFFB0-99B4-140E-5D1C-4A44A081CA4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0" creationId="{1B05C6A3-3226-7DB8-1378-A2A8179843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1" creationId="{68E0DC83-628B-9078-FAA3-1DBC75D5E467}"/>
          </ac:spMkLst>
        </pc:spChg>
        <pc:spChg chg="add mod">
          <ac:chgData name="Wilmer Ortega Erazo" userId="19082e28a51afb61" providerId="LiveId" clId="{30D428CD-1BB2-4A03-8594-A68FE992CDE1}" dt="2023-08-30T02:31:02.623" v="360" actId="20577"/>
          <ac:spMkLst>
            <pc:docMk/>
            <pc:sldMk cId="3143063018" sldId="276"/>
            <ac:spMk id="12" creationId="{FC0CE479-292B-2F11-0AD6-C7BEFE1D202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3" creationId="{02C44C35-2B0D-4F70-9566-E5C0A65C1A9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4" creationId="{EDBD7E1F-7D97-4CC8-E20A-46F56039D31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5" creationId="{C281DD3E-C06C-93BE-0B94-FD708E22C61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6" creationId="{12DF29F8-0681-6BA2-70B5-8D8F1255E34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7" creationId="{328EB524-648A-F138-B93D-F59162AC27B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8" creationId="{BD52FE8B-C0A2-49ED-E10D-CBCC159E625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19" creationId="{75E3B0C0-49AE-F36A-C708-9A1D24DDF75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0" creationId="{E949BFCF-67CD-C518-40C5-A715AFA958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1" creationId="{370F2EBB-D257-857E-334B-1644C654CBEE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2" creationId="{F66164BB-6FC4-DB6E-7999-24E62353E9B9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3" creationId="{51C1C0AC-C01E-6393-53AF-4B26E593073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4" creationId="{153815BA-0405-CDA5-C1D3-9D64EE2F21CB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5" creationId="{BE9A42E9-02B0-859A-E6F1-0B1BD148A64A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6" creationId="{37F29A18-4550-EC72-E963-43EEDF91339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7" creationId="{0614613F-0E8D-C7AC-35C9-A345AD62F8A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8" creationId="{140260BA-4ABB-7DA7-EDE0-9044476F1D4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29" creationId="{51DC0DB2-C39E-593E-166F-D6D3F51DEF8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0" creationId="{5E3F12E8-A8C0-9C31-E866-D7F0EDC00D6F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1" creationId="{ABBB6B9D-EE51-E66A-B2AD-B36E1388CB05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2" creationId="{7AD8BAFC-4961-9DA8-C58E-34DE1C183812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3" creationId="{3652374E-7C51-BE5A-F4D7-628A87415903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4" creationId="{28756737-DFDE-05BA-B4DB-250492A219E0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5" creationId="{5F474C62-E503-BCCB-545E-C2B8DA7486C6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6" creationId="{B7179A1E-8CF3-C158-927F-EA1169CE70E8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7" creationId="{55310E06-B6CE-6F0E-9B57-C2BE3245FB04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8" creationId="{A51C51EC-1BAD-4ECD-3572-181A5B360EFD}"/>
          </ac:spMkLst>
        </pc:spChg>
        <pc:spChg chg="add mod">
          <ac:chgData name="Wilmer Ortega Erazo" userId="19082e28a51afb61" providerId="LiveId" clId="{30D428CD-1BB2-4A03-8594-A68FE992CDE1}" dt="2023-08-30T02:30:45.169" v="355" actId="1076"/>
          <ac:spMkLst>
            <pc:docMk/>
            <pc:sldMk cId="3143063018" sldId="276"/>
            <ac:spMk id="39" creationId="{F13E0641-09C6-1CC3-8CFB-383B72BFCB65}"/>
          </ac:spMkLst>
        </pc:spChg>
      </pc:sldChg>
      <pc:sldChg chg="modSp add mod ord">
        <pc:chgData name="Wilmer Ortega Erazo" userId="19082e28a51afb61" providerId="LiveId" clId="{30D428CD-1BB2-4A03-8594-A68FE992CDE1}" dt="2023-08-30T02:32:13.547" v="367" actId="790"/>
        <pc:sldMkLst>
          <pc:docMk/>
          <pc:sldMk cId="2808660477" sldId="277"/>
        </pc:sldMkLst>
        <pc:spChg chg="mod">
          <ac:chgData name="Wilmer Ortega Erazo" userId="19082e28a51afb61" providerId="LiveId" clId="{30D428CD-1BB2-4A03-8594-A68FE992CDE1}" dt="2023-08-30T02:32:13.547" v="367" actId="790"/>
          <ac:spMkLst>
            <pc:docMk/>
            <pc:sldMk cId="2808660477" sldId="277"/>
            <ac:spMk id="4" creationId="{A29C0834-3DBC-9FB3-0E0A-F77D599198EB}"/>
          </ac:spMkLst>
        </pc:spChg>
      </pc:sldChg>
      <pc:sldChg chg="addSp modSp add mod">
        <pc:chgData name="Wilmer Ortega Erazo" userId="19082e28a51afb61" providerId="LiveId" clId="{30D428CD-1BB2-4A03-8594-A68FE992CDE1}" dt="2023-08-30T02:44:01.662" v="390" actId="114"/>
        <pc:sldMkLst>
          <pc:docMk/>
          <pc:sldMk cId="801650345" sldId="278"/>
        </pc:sldMkLst>
        <pc:spChg chg="mod">
          <ac:chgData name="Wilmer Ortega Erazo" userId="19082e28a51afb61" providerId="LiveId" clId="{30D428CD-1BB2-4A03-8594-A68FE992CDE1}" dt="2023-08-30T02:44:01.662" v="390" actId="114"/>
          <ac:spMkLst>
            <pc:docMk/>
            <pc:sldMk cId="801650345" sldId="278"/>
            <ac:spMk id="4" creationId="{A29C0834-3DBC-9FB3-0E0A-F77D599198E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5" creationId="{E34FA4EA-3539-7052-4177-0E40BDD7A15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8" creationId="{2544B555-513A-9C09-25E9-D4339B2DAEBB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9" creationId="{CDF14961-044F-65B6-0E33-2EB9BF18BDD1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1" creationId="{31C4BFF3-DE38-E766-8B63-2381559013FC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3" creationId="{0C2F157B-1C09-CA10-280C-09615D4ED98A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4" creationId="{FBD2E630-79BF-3AB8-762B-74C4627E8406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5" creationId="{1761C9A0-F6F5-ECA5-DEA3-D2DA302C5DF2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7" creationId="{DAB205B3-485C-F7BB-4E4A-BACF98F6B127}"/>
          </ac:spMkLst>
        </pc:spChg>
        <pc:spChg chg="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8" creationId="{C67238B9-AAE5-F28A-9863-60AEEBBEADC5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19" creationId="{4201172F-BB2C-250C-9296-18930568A55B}"/>
          </ac:spMkLst>
        </pc:spChg>
        <pc:spChg chg="add mod">
          <ac:chgData name="Wilmer Ortega Erazo" userId="19082e28a51afb61" providerId="LiveId" clId="{30D428CD-1BB2-4A03-8594-A68FE992CDE1}" dt="2023-08-30T02:42:12.411" v="373" actId="1076"/>
          <ac:spMkLst>
            <pc:docMk/>
            <pc:sldMk cId="801650345" sldId="278"/>
            <ac:spMk id="20" creationId="{67B9817D-3094-0631-111C-1DC57B17FF01}"/>
          </ac:spMkLst>
        </pc:s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3" creationId="{9F2D67CB-2E8C-158E-6C00-08BB245E20D1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7" creationId="{C373929B-F896-BEF2-43D5-17896D53D01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0" creationId="{A62E4D75-72C7-A926-0FC1-B42B912D4987}"/>
          </ac:grpSpMkLst>
        </pc:grpChg>
        <pc:grpChg chg="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2" creationId="{DF3B8EE7-85AC-096B-99BA-3154F0C4D2D8}"/>
          </ac:grpSpMkLst>
        </pc:grpChg>
        <pc:grpChg chg="add mod">
          <ac:chgData name="Wilmer Ortega Erazo" userId="19082e28a51afb61" providerId="LiveId" clId="{30D428CD-1BB2-4A03-8594-A68FE992CDE1}" dt="2023-08-30T02:42:12.411" v="373" actId="1076"/>
          <ac:grpSpMkLst>
            <pc:docMk/>
            <pc:sldMk cId="801650345" sldId="278"/>
            <ac:grpSpMk id="16" creationId="{D953A121-4D17-28CD-AEC6-548FE5A52AD8}"/>
          </ac:grpSpMkLst>
        </pc:grpChg>
      </pc:sldChg>
      <pc:sldChg chg="delSp modSp add mod">
        <pc:chgData name="Wilmer Ortega Erazo" userId="19082e28a51afb61" providerId="LiveId" clId="{30D428CD-1BB2-4A03-8594-A68FE992CDE1}" dt="2023-08-30T02:50:45.544" v="414" actId="33524"/>
        <pc:sldMkLst>
          <pc:docMk/>
          <pc:sldMk cId="2377595682" sldId="279"/>
        </pc:sldMkLst>
        <pc:spChg chg="mod">
          <ac:chgData name="Wilmer Ortega Erazo" userId="19082e28a51afb61" providerId="LiveId" clId="{30D428CD-1BB2-4A03-8594-A68FE992CDE1}" dt="2023-08-30T02:50:45.544" v="414" actId="33524"/>
          <ac:spMkLst>
            <pc:docMk/>
            <pc:sldMk cId="2377595682" sldId="279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2:48:09.333" v="393" actId="478"/>
          <ac:spMkLst>
            <pc:docMk/>
            <pc:sldMk cId="2377595682" sldId="279"/>
            <ac:spMk id="15" creationId="{1761C9A0-F6F5-ECA5-DEA3-D2DA302C5DF2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19" creationId="{4201172F-BB2C-250C-9296-18930568A55B}"/>
          </ac:spMkLst>
        </pc:spChg>
        <pc:spChg chg="del">
          <ac:chgData name="Wilmer Ortega Erazo" userId="19082e28a51afb61" providerId="LiveId" clId="{30D428CD-1BB2-4A03-8594-A68FE992CDE1}" dt="2023-08-30T02:48:07.525" v="392" actId="478"/>
          <ac:spMkLst>
            <pc:docMk/>
            <pc:sldMk cId="2377595682" sldId="279"/>
            <ac:spMk id="20" creationId="{67B9817D-3094-0631-111C-1DC57B17FF01}"/>
          </ac:spMkLst>
        </pc:s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3" creationId="{9F2D67CB-2E8C-158E-6C00-08BB245E20D1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0" creationId="{A62E4D75-72C7-A926-0FC1-B42B912D4987}"/>
          </ac:grpSpMkLst>
        </pc:grpChg>
        <pc:grpChg chg="del">
          <ac:chgData name="Wilmer Ortega Erazo" userId="19082e28a51afb61" providerId="LiveId" clId="{30D428CD-1BB2-4A03-8594-A68FE992CDE1}" dt="2023-08-30T02:48:07.525" v="392" actId="478"/>
          <ac:grpSpMkLst>
            <pc:docMk/>
            <pc:sldMk cId="2377595682" sldId="279"/>
            <ac:grpSpMk id="16" creationId="{D953A121-4D17-28CD-AEC6-548FE5A52AD8}"/>
          </ac:grpSpMkLst>
        </pc:grpChg>
      </pc:sldChg>
      <pc:sldChg chg="addSp modSp add mod">
        <pc:chgData name="Wilmer Ortega Erazo" userId="19082e28a51afb61" providerId="LiveId" clId="{30D428CD-1BB2-4A03-8594-A68FE992CDE1}" dt="2023-09-07T23:33:45.485" v="697" actId="20577"/>
        <pc:sldMkLst>
          <pc:docMk/>
          <pc:sldMk cId="4216447524" sldId="280"/>
        </pc:sldMkLst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8-30T02:56:04.841" v="419" actId="790"/>
          <ac:spMkLst>
            <pc:docMk/>
            <pc:sldMk cId="4216447524" sldId="280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5" creationId="{7977FE0A-08D5-1EE4-44D1-B3E1A6BB45D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7" creationId="{F91948AE-519A-93E3-090B-377BA71E5DC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8" creationId="{97AC88AC-EA27-E77A-E9DD-69ECB6E90EF0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9" creationId="{4524E4C0-4ACD-97A2-3A3A-AA02583E0E0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0" creationId="{A453910B-D09D-E227-5678-D6FABDE9EDB0}"/>
          </ac:spMkLst>
        </pc:spChg>
        <pc:spChg chg="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2" creationId="{F5DED50E-1BC1-ECDA-0EF8-A6A00A88EE3C}"/>
          </ac:spMkLst>
        </pc:spChg>
        <pc:spChg chg="mod">
          <ac:chgData name="Wilmer Ortega Erazo" userId="19082e28a51afb61" providerId="LiveId" clId="{30D428CD-1BB2-4A03-8594-A68FE992CDE1}" dt="2023-09-07T23:33:45.485" v="697" actId="20577"/>
          <ac:spMkLst>
            <pc:docMk/>
            <pc:sldMk cId="4216447524" sldId="280"/>
            <ac:spMk id="13" creationId="{378E8405-51D1-3839-61E4-DD820050EB87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4" creationId="{AEFA860E-1C67-7CDE-1229-538343A6C3D1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5" creationId="{9BAA1051-1297-C42A-DCFC-A4C82C4B0D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6" creationId="{628F92FB-87D2-5E06-C4E2-1BC8E3D5ABB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7" creationId="{E12620FF-4947-267F-495E-7C2B681598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8" creationId="{84A325AC-504B-B113-1003-059A5082FDB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19" creationId="{ECD3083E-8099-72AD-5FBD-CC0C794BDE5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0" creationId="{5C47DBD3-405F-011E-DC84-539EF31A53D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1" creationId="{20DE2AD7-79A1-327D-0C87-F59069B68DFC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2" creationId="{617EE9D4-08B8-C8B3-E6B8-1F9AD630B55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3" creationId="{952FA135-9CA5-CF36-3F6E-A6F834751929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4" creationId="{FDD93C5B-D3ED-3995-F287-C2190A75ED3F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5" creationId="{96FA03DD-B24C-232A-B08C-08D85EA7C0F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6" creationId="{8DF465E0-6CF9-EA32-B70D-AAFA6A7562FB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7" creationId="{ECDC918A-7DED-59FB-7E29-8495CB3073C6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8" creationId="{34159FA2-F025-2111-568A-8718352CB6D8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29" creationId="{6D5B988B-D6B3-1EF8-469F-402F61190E22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0" creationId="{3F617075-663B-168E-23FA-AF34241BCB05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1" creationId="{2E9BE6B1-633A-828B-6D34-56FF96E0704D}"/>
          </ac:spMkLst>
        </pc:spChg>
        <pc:spChg chg="add mod">
          <ac:chgData name="Wilmer Ortega Erazo" userId="19082e28a51afb61" providerId="LiveId" clId="{30D428CD-1BB2-4A03-8594-A68FE992CDE1}" dt="2023-08-30T02:56:25.150" v="421" actId="1076"/>
          <ac:spMkLst>
            <pc:docMk/>
            <pc:sldMk cId="4216447524" sldId="280"/>
            <ac:spMk id="32" creationId="{17EA2998-45C3-CA63-A03F-47C8E3A2C13D}"/>
          </ac:spMkLst>
        </pc:spChg>
        <pc:grpChg chg="add mod">
          <ac:chgData name="Wilmer Ortega Erazo" userId="19082e28a51afb61" providerId="LiveId" clId="{30D428CD-1BB2-4A03-8594-A68FE992CDE1}" dt="2023-08-30T02:56:25.150" v="421" actId="1076"/>
          <ac:grpSpMkLst>
            <pc:docMk/>
            <pc:sldMk cId="4216447524" sldId="280"/>
            <ac:grpSpMk id="11" creationId="{71AC92CC-E956-4092-8C7D-D03540E683A8}"/>
          </ac:grpSpMkLst>
        </pc:grpChg>
      </pc:sldChg>
      <pc:sldChg chg="addSp delSp modSp add">
        <pc:chgData name="Wilmer Ortega Erazo" userId="19082e28a51afb61" providerId="LiveId" clId="{30D428CD-1BB2-4A03-8594-A68FE992CDE1}" dt="2023-08-30T03:38:36.835" v="425" actId="1076"/>
        <pc:sldMkLst>
          <pc:docMk/>
          <pc:sldMk cId="1126264911" sldId="281"/>
        </pc:sldMkLst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" creationId="{7E9EC638-89E7-9AA8-D3CC-0B6ADBF17A4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38:13.044" v="423" actId="478"/>
          <ac:spMkLst>
            <pc:docMk/>
            <pc:sldMk cId="1126264911" sldId="281"/>
            <ac:spMk id="32" creationId="{17EA2998-45C3-CA63-A03F-47C8E3A2C13D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3" creationId="{0FE98038-9665-CBFA-1F2F-7523FF3B66F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4" creationId="{0D196746-DF51-2017-26CB-6DF50877EF0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5" creationId="{1D6CA507-6AE8-4418-A01B-7B23D7803B7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6" creationId="{07BA6BF3-9AB9-55EE-EA6C-7B39B647063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7" creationId="{94FD85BA-24B3-0372-99ED-69CBF05465E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8" creationId="{26229A7E-C89E-88D5-94F1-971AE97407A4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39" creationId="{61C156AF-8B53-BC59-DE7F-AE74EA23A7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0" creationId="{55CCF868-1B87-7C3F-E661-F3FBEE7D2DE0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1" creationId="{A3D7F601-0B7B-B508-2559-DEA776F61773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2" creationId="{50391A9B-BE49-293A-A10F-5BC4671C690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3" creationId="{3D6A3464-3BF1-EC28-EF46-34A286AD3DF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4" creationId="{6EFC7E8C-4C0B-0BC2-1C8E-D17FA9EBF5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5" creationId="{82A2F60E-DB8E-5D7E-CEAF-B89E8F9CCCD7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6" creationId="{E9943E9A-C804-1DB1-41B0-852566864C8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7" creationId="{B89EF4CE-2B50-71FE-43C6-2FF88EEC9303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49" creationId="{3874A471-2C3A-56C3-A3ED-C0512F21DCE1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0" creationId="{883927EE-6F9C-C991-ED3C-FE724E752EB6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1" creationId="{30C562DF-72B2-EB6F-D2FC-6AD9D9BB8C41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2" creationId="{690878AA-B57F-281C-379E-72C1E765831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3" creationId="{B75A62C4-AA06-5CD6-4C57-911EED47FD99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4" creationId="{5AE47FC6-D393-E9D7-2022-97F882F6CE4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5" creationId="{D2D39F80-6426-3B1F-B6C5-9190863D4E55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6" creationId="{9E449F8A-CDE2-A0D6-BA80-7DB794B74A2B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7" creationId="{BCA07149-B65B-E7B8-6257-99E367C5850C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59" creationId="{782A7F58-4149-814C-96DF-7A33BA08D906}"/>
          </ac:spMkLst>
        </pc:spChg>
        <pc:spChg chg="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0" creationId="{57F2B083-C796-1A64-FB97-BAF5E25526AC}"/>
          </ac:spMkLst>
        </pc:spChg>
        <pc:spChg chg="add mod">
          <ac:chgData name="Wilmer Ortega Erazo" userId="19082e28a51afb61" providerId="LiveId" clId="{30D428CD-1BB2-4A03-8594-A68FE992CDE1}" dt="2023-08-30T03:38:36.835" v="425" actId="1076"/>
          <ac:spMkLst>
            <pc:docMk/>
            <pc:sldMk cId="1126264911" sldId="281"/>
            <ac:spMk id="61" creationId="{1FCD2234-C1A1-4C01-3983-61D731A01E98}"/>
          </ac:spMkLst>
        </pc:spChg>
        <pc:grpChg chg="del">
          <ac:chgData name="Wilmer Ortega Erazo" userId="19082e28a51afb61" providerId="LiveId" clId="{30D428CD-1BB2-4A03-8594-A68FE992CDE1}" dt="2023-08-30T03:38:13.044" v="423" actId="478"/>
          <ac:grpSpMkLst>
            <pc:docMk/>
            <pc:sldMk cId="1126264911" sldId="281"/>
            <ac:grpSpMk id="11" creationId="{71AC92CC-E956-4092-8C7D-D03540E683A8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48" creationId="{6CB5DA21-81E4-83C8-91E9-C4322AF04061}"/>
          </ac:grpSpMkLst>
        </pc:grpChg>
        <pc:grpChg chg="add mod">
          <ac:chgData name="Wilmer Ortega Erazo" userId="19082e28a51afb61" providerId="LiveId" clId="{30D428CD-1BB2-4A03-8594-A68FE992CDE1}" dt="2023-08-30T03:38:36.835" v="425" actId="1076"/>
          <ac:grpSpMkLst>
            <pc:docMk/>
            <pc:sldMk cId="1126264911" sldId="281"/>
            <ac:grpSpMk id="58" creationId="{52444558-A07A-7431-C9E7-960DCAB697FC}"/>
          </ac:grpSpMkLst>
        </pc:grpChg>
      </pc:sldChg>
      <pc:sldChg chg="delSp modSp add mod ord">
        <pc:chgData name="Wilmer Ortega Erazo" userId="19082e28a51afb61" providerId="LiveId" clId="{30D428CD-1BB2-4A03-8594-A68FE992CDE1}" dt="2023-09-05T01:04:42.862" v="490" actId="6549"/>
        <pc:sldMkLst>
          <pc:docMk/>
          <pc:sldMk cId="3151016605" sldId="282"/>
        </pc:sldMkLst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" creationId="{7E9EC638-89E7-9AA8-D3CC-0B6ADBF17A48}"/>
          </ac:spMkLst>
        </pc:spChg>
        <pc:spChg chg="mod">
          <ac:chgData name="Wilmer Ortega Erazo" userId="19082e28a51afb61" providerId="LiveId" clId="{30D428CD-1BB2-4A03-8594-A68FE992CDE1}" dt="2023-09-05T01:04:42.862" v="490" actId="6549"/>
          <ac:spMkLst>
            <pc:docMk/>
            <pc:sldMk cId="3151016605" sldId="28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5" creationId="{7977FE0A-08D5-1EE4-44D1-B3E1A6BB45D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7" creationId="{F91948AE-519A-93E3-090B-377BA71E5DC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8" creationId="{97AC88AC-EA27-E77A-E9DD-69ECB6E90EF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9" creationId="{4524E4C0-4ACD-97A2-3A3A-AA02583E0E07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0" creationId="{A453910B-D09D-E227-5678-D6FABDE9EDB0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4" creationId="{AEFA860E-1C67-7CDE-1229-538343A6C3D1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5" creationId="{9BAA1051-1297-C42A-DCFC-A4C82C4B0D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6" creationId="{628F92FB-87D2-5E06-C4E2-1BC8E3D5ABB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7" creationId="{E12620FF-4947-267F-495E-7C2B681598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8" creationId="{84A325AC-504B-B113-1003-059A5082FDB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19" creationId="{ECD3083E-8099-72AD-5FBD-CC0C794BDE5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0" creationId="{5C47DBD3-405F-011E-DC84-539EF31A53D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1" creationId="{20DE2AD7-79A1-327D-0C87-F59069B68DFC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2" creationId="{617EE9D4-08B8-C8B3-E6B8-1F9AD630B55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3" creationId="{952FA135-9CA5-CF36-3F6E-A6F834751929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4" creationId="{FDD93C5B-D3ED-3995-F287-C2190A75ED3F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5" creationId="{96FA03DD-B24C-232A-B08C-08D85EA7C0F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6" creationId="{8DF465E0-6CF9-EA32-B70D-AAFA6A7562FB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7" creationId="{ECDC918A-7DED-59FB-7E29-8495CB3073C6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8" creationId="{34159FA2-F025-2111-568A-8718352CB6D8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29" creationId="{6D5B988B-D6B3-1EF8-469F-402F61190E22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0" creationId="{3F617075-663B-168E-23FA-AF34241BCB05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1" creationId="{2E9BE6B1-633A-828B-6D34-56FF96E0704D}"/>
          </ac:spMkLst>
        </pc:spChg>
        <pc:spChg chg="del">
          <ac:chgData name="Wilmer Ortega Erazo" userId="19082e28a51afb61" providerId="LiveId" clId="{30D428CD-1BB2-4A03-8594-A68FE992CDE1}" dt="2023-08-30T03:40:42.848" v="429" actId="478"/>
          <ac:spMkLst>
            <pc:docMk/>
            <pc:sldMk cId="3151016605" sldId="282"/>
            <ac:spMk id="32" creationId="{17EA2998-45C3-CA63-A03F-47C8E3A2C13D}"/>
          </ac:spMkLst>
        </pc:spChg>
        <pc:grpChg chg="del">
          <ac:chgData name="Wilmer Ortega Erazo" userId="19082e28a51afb61" providerId="LiveId" clId="{30D428CD-1BB2-4A03-8594-A68FE992CDE1}" dt="2023-08-30T03:40:42.848" v="429" actId="478"/>
          <ac:grpSpMkLst>
            <pc:docMk/>
            <pc:sldMk cId="3151016605" sldId="282"/>
            <ac:grpSpMk id="11" creationId="{71AC92CC-E956-4092-8C7D-D03540E683A8}"/>
          </ac:grpSpMkLst>
        </pc:grpChg>
      </pc:sldChg>
      <pc:sldChg chg="addSp delSp modSp add mod">
        <pc:chgData name="Wilmer Ortega Erazo" userId="19082e28a51afb61" providerId="LiveId" clId="{30D428CD-1BB2-4A03-8594-A68FE992CDE1}" dt="2023-08-30T04:01:17.119" v="442" actId="790"/>
        <pc:sldMkLst>
          <pc:docMk/>
          <pc:sldMk cId="3695693587" sldId="283"/>
        </pc:sldMkLst>
        <pc:spChg chg="add del mod">
          <ac:chgData name="Wilmer Ortega Erazo" userId="19082e28a51afb61" providerId="LiveId" clId="{30D428CD-1BB2-4A03-8594-A68FE992CDE1}" dt="2023-08-30T04:00:40.715" v="437"/>
          <ac:spMkLst>
            <pc:docMk/>
            <pc:sldMk cId="3695693587" sldId="283"/>
            <ac:spMk id="3" creationId="{D333130E-80F8-C15A-A456-4F513BD20571}"/>
          </ac:spMkLst>
        </pc:spChg>
        <pc:spChg chg="add del mod">
          <ac:chgData name="Wilmer Ortega Erazo" userId="19082e28a51afb61" providerId="LiveId" clId="{30D428CD-1BB2-4A03-8594-A68FE992CDE1}" dt="2023-08-30T04:01:17.119" v="442" actId="790"/>
          <ac:spMkLst>
            <pc:docMk/>
            <pc:sldMk cId="3695693587" sldId="283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5" creationId="{664A33A1-7BC4-E8D8-68CB-012EDB19FDD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7" creationId="{241C96D0-EE3D-1EA5-CD15-96AF39C79B6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8" creationId="{A9B3BF70-1CF8-8C1A-493E-84E35203CF9F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9" creationId="{18E65B8E-EFB6-1FD0-DDFE-A59E5A59FF4E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0" creationId="{0A560B24-9939-E398-FE66-6556D0A447A4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1" creationId="{6A0DE3E2-0B67-2208-3C66-192F1F987B66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2" creationId="{141ABDBD-90AD-F125-E058-1349ECF02B0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3" creationId="{126875E6-BF81-4AC1-85B4-EE796DD168A2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4" creationId="{4BA55493-2063-5D75-2C3B-F09B10846FDD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5" creationId="{5BC1A23C-7110-EC74-51AA-062A04A52E28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6" creationId="{4C4BD135-84DB-87BC-D39D-3BF228D3C139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7" creationId="{A3CFBD95-4277-3C2E-81B7-7A42BCD4D76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8" creationId="{FAD182F9-E330-FAE0-BBC6-91CE9B20362A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19" creationId="{89C933E0-B721-A65C-C2D0-2F5F5F83D495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0" creationId="{CD1D0C92-1155-34DF-C2D6-D213B033EDB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1" creationId="{DF5C639A-60BC-8D06-C792-F48414D2EAEB}"/>
          </ac:spMkLst>
        </pc:spChg>
        <pc:spChg chg="add mod">
          <ac:chgData name="Wilmer Ortega Erazo" userId="19082e28a51afb61" providerId="LiveId" clId="{30D428CD-1BB2-4A03-8594-A68FE992CDE1}" dt="2023-08-30T04:01:03.142" v="441" actId="1076"/>
          <ac:spMkLst>
            <pc:docMk/>
            <pc:sldMk cId="3695693587" sldId="283"/>
            <ac:spMk id="22" creationId="{CD23B223-67D2-36DA-ABCE-F32237613A89}"/>
          </ac:spMkLst>
        </pc:spChg>
      </pc:sldChg>
      <pc:sldChg chg="addSp delSp modSp add mod">
        <pc:chgData name="Wilmer Ortega Erazo" userId="19082e28a51afb61" providerId="LiveId" clId="{30D428CD-1BB2-4A03-8594-A68FE992CDE1}" dt="2023-08-30T04:02:48.400" v="457" actId="1076"/>
        <pc:sldMkLst>
          <pc:docMk/>
          <pc:sldMk cId="1597497913" sldId="284"/>
        </pc:sldMkLst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" creationId="{BB24582E-EE7F-417C-FCF1-0EC86CA52670}"/>
          </ac:spMkLst>
        </pc:spChg>
        <pc:spChg chg="mod">
          <ac:chgData name="Wilmer Ortega Erazo" userId="19082e28a51afb61" providerId="LiveId" clId="{30D428CD-1BB2-4A03-8594-A68FE992CDE1}" dt="2023-08-30T04:01:41.475" v="444" actId="20577"/>
          <ac:spMkLst>
            <pc:docMk/>
            <pc:sldMk cId="1597497913" sldId="284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5" creationId="{664A33A1-7BC4-E8D8-68CB-012EDB19FDD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7" creationId="{241C96D0-EE3D-1EA5-CD15-96AF39C79B6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8" creationId="{A9B3BF70-1CF8-8C1A-493E-84E35203CF9F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9" creationId="{18E65B8E-EFB6-1FD0-DDFE-A59E5A59FF4E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0" creationId="{0A560B24-9939-E398-FE66-6556D0A447A4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1" creationId="{6A0DE3E2-0B67-2208-3C66-192F1F987B66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2" creationId="{141ABDBD-90AD-F125-E058-1349ECF02B0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3" creationId="{126875E6-BF81-4AC1-85B4-EE796DD168A2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4" creationId="{4BA55493-2063-5D75-2C3B-F09B10846FDD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5" creationId="{5BC1A23C-7110-EC74-51AA-062A04A52E28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6" creationId="{4C4BD135-84DB-87BC-D39D-3BF228D3C139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7" creationId="{A3CFBD95-4277-3C2E-81B7-7A42BCD4D76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8" creationId="{FAD182F9-E330-FAE0-BBC6-91CE9B20362A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19" creationId="{89C933E0-B721-A65C-C2D0-2F5F5F83D495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0" creationId="{CD1D0C92-1155-34DF-C2D6-D213B033EDB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1" creationId="{DF5C639A-60BC-8D06-C792-F48414D2EAEB}"/>
          </ac:spMkLst>
        </pc:spChg>
        <pc:spChg chg="del">
          <ac:chgData name="Wilmer Ortega Erazo" userId="19082e28a51afb61" providerId="LiveId" clId="{30D428CD-1BB2-4A03-8594-A68FE992CDE1}" dt="2023-08-30T04:01:52.981" v="447" actId="478"/>
          <ac:spMkLst>
            <pc:docMk/>
            <pc:sldMk cId="1597497913" sldId="284"/>
            <ac:spMk id="22" creationId="{CD23B223-67D2-36DA-ABCE-F32237613A8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3" creationId="{CC9E3556-2258-6BC8-5715-003149B1EC6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4" creationId="{186D4EDC-EB40-9A8D-A8D6-17710D725DE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5" creationId="{A8E731F7-0FA7-8878-EBC5-50CC8EC97CD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6" creationId="{81ABFF46-86D9-E3CC-3C03-7989F6836D9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7" creationId="{3551E81A-A1D8-E279-08C1-873FD82C0277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8" creationId="{72424965-71A2-E638-0224-7E5EF7E02A69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29" creationId="{091A5FE6-9567-0C8B-4887-D2043B1FC478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0" creationId="{560ACDE5-E17F-F493-3398-C12E34C2B44A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1" creationId="{7BFC6574-4FFD-3F18-0BFC-0CA00C2EF11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2" creationId="{081C74EC-E45C-D294-0E10-27D939CDEA4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3" creationId="{1D217F4D-8FD2-2BA8-AA36-3A601068707D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4" creationId="{6CAFF339-B86A-DD36-7B34-437B4DABED4E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5" creationId="{F6023F35-371F-4445-6DA7-9B7EDED414E6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6" creationId="{DFC45270-6BA8-64B2-3907-12ED2A9A9665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7" creationId="{4DA3C105-AD19-A9FD-DD5E-17949884AB20}"/>
          </ac:spMkLst>
        </pc:spChg>
        <pc:spChg chg="add del mod">
          <ac:chgData name="Wilmer Ortega Erazo" userId="19082e28a51afb61" providerId="LiveId" clId="{30D428CD-1BB2-4A03-8594-A68FE992CDE1}" dt="2023-08-30T04:01:52.036" v="446"/>
          <ac:spMkLst>
            <pc:docMk/>
            <pc:sldMk cId="1597497913" sldId="284"/>
            <ac:spMk id="38" creationId="{44F7E5BA-46AF-CBB5-8580-3CDB89566933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39" creationId="{EF870813-D6B0-03F4-C69E-6F4261435D1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0" creationId="{F16AC23C-D4F6-40EA-64A3-5DAEEEBE3B6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1" creationId="{7CFF3B00-BACE-BA04-7B57-C6AFDFF6FB21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2" creationId="{9EA8C80A-BA7D-35CE-91DA-52474F0082E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3" creationId="{24CE153D-466C-32E0-09DD-2A1687B82FC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4" creationId="{4DA0B870-5E68-32D7-AF99-50075CFC2550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5" creationId="{E0D6D58E-E2BE-707B-4BDB-DDE406FCDED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6" creationId="{0545D561-1805-B602-BE73-43124E73B06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7" creationId="{0A14B82A-5EE6-DA49-96DE-8012257DC49C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8" creationId="{E60AE4FB-A29F-EF87-B504-27AAC612778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49" creationId="{7A5027F9-4B4E-441E-1D3D-D278339C1DF7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0" creationId="{34601412-6C9C-8ADB-2637-3FC1CB517EF4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1" creationId="{CA5842A9-97E1-B076-DB1E-754A77CCD91B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2" creationId="{DAE1D610-2E5B-7565-EF6D-FC5D6F47F0AE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3" creationId="{66CD2266-86AF-55A7-1190-2D211A2D97A5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4" creationId="{E1E75741-A079-9D53-31A6-11A9566E65A2}"/>
          </ac:spMkLst>
        </pc:spChg>
        <pc:spChg chg="add mod">
          <ac:chgData name="Wilmer Ortega Erazo" userId="19082e28a51afb61" providerId="LiveId" clId="{30D428CD-1BB2-4A03-8594-A68FE992CDE1}" dt="2023-08-30T04:02:48.400" v="457" actId="1076"/>
          <ac:spMkLst>
            <pc:docMk/>
            <pc:sldMk cId="1597497913" sldId="284"/>
            <ac:spMk id="55" creationId="{FE355BE8-9298-63BC-B0E7-023B3E5E703B}"/>
          </ac:spMkLst>
        </pc:spChg>
      </pc:sldChg>
      <pc:sldChg chg="addSp delSp modSp add mod">
        <pc:chgData name="Wilmer Ortega Erazo" userId="19082e28a51afb61" providerId="LiveId" clId="{30D428CD-1BB2-4A03-8594-A68FE992CDE1}" dt="2023-08-30T04:03:05.357" v="460" actId="1076"/>
        <pc:sldMkLst>
          <pc:docMk/>
          <pc:sldMk cId="1586808836" sldId="285"/>
        </pc:sldMkLst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3" creationId="{0AF533E1-6498-1602-3632-03B27293F026}"/>
          </ac:spMkLst>
        </pc:spChg>
        <pc:spChg chg="mod">
          <ac:chgData name="Wilmer Ortega Erazo" userId="19082e28a51afb61" providerId="LiveId" clId="{30D428CD-1BB2-4A03-8594-A68FE992CDE1}" dt="2023-08-30T04:03:00.105" v="459" actId="1076"/>
          <ac:spMkLst>
            <pc:docMk/>
            <pc:sldMk cId="1586808836" sldId="285"/>
            <ac:spMk id="4" creationId="{A29C0834-3DBC-9FB3-0E0A-F77D599198E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5" creationId="{EC0D735B-CEE2-450F-D598-E729822017D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7" creationId="{86EEEF2E-25D1-8CA5-593D-40C5379EE3D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8" creationId="{3C7BAB5A-2580-B3ED-E75F-3C56E5D16D6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9" creationId="{B2BEBA54-C35C-6118-E352-4966BFB6567F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0" creationId="{6AC3755D-4647-93CA-40A2-7D770BCDF0E6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1" creationId="{9D4019FE-4A56-F7D0-31BF-681C181B96B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2" creationId="{FCBB668A-5E23-3B0D-7D2F-EC5A7BD970F4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3" creationId="{9D6A7B67-4491-841F-1D45-6B30A1AAA52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4" creationId="{797A7008-014E-58F4-5419-E5F54B474029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5" creationId="{0DC84C0A-58B5-9734-3A16-8F18E20B9F6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6" creationId="{9B2A5021-8BF9-0009-C5CB-5F9F84D66CCC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7" creationId="{57992A9A-46B2-5F0F-D645-57473C1231ED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8" creationId="{07A6D16E-D40C-6818-BDD3-F60EC621AC93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19" creationId="{B27DD52D-E21A-DF10-1A85-132C8B616B42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0" creationId="{FBDF6A66-83B5-13A1-D576-70A293B751D1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1" creationId="{6D90DF7D-C8F9-580C-4E7B-056FA23213BE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2" creationId="{09B73894-FF0B-BEDC-0678-41A8F6F9D45B}"/>
          </ac:spMkLst>
        </pc:spChg>
        <pc:spChg chg="add del mod">
          <ac:chgData name="Wilmer Ortega Erazo" userId="19082e28a51afb61" providerId="LiveId" clId="{30D428CD-1BB2-4A03-8594-A68FE992CDE1}" dt="2023-08-30T04:02:16.811" v="453"/>
          <ac:spMkLst>
            <pc:docMk/>
            <pc:sldMk cId="1586808836" sldId="285"/>
            <ac:spMk id="23" creationId="{138CD1CE-FD26-10CF-144D-5AD1C611F15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4" creationId="{48FAB4B2-01FA-365E-FDCC-C99E63266E71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5" creationId="{2242992C-9BBA-BB91-5852-7C4CA935056E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6" creationId="{A9E6E84F-C066-5C84-3FE5-F0F49C95353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7" creationId="{4A66476A-5A5B-BCD7-E82D-E6FF6447ECD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8" creationId="{14E8A865-3AAE-8911-D0C6-8FB9CD3CECF8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29" creationId="{20124ECB-B9F4-78E0-3700-36A3A23A8BAA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0" creationId="{D8DE8CA5-753E-EEDF-36DF-90DFF712342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1" creationId="{3F5E32A4-5C1A-22CE-23FF-06182A8A8BB9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2" creationId="{65C99DC2-1F43-BA0F-F90D-7962A0BDF6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3" creationId="{84D337B2-4A72-46B0-67E3-79322AEB315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4" creationId="{81EB9462-CBFB-9384-6AB2-EE329E6CD53F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5" creationId="{00255F54-F1A5-A0FB-DB1B-9334DF13BE96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6" creationId="{66B6A54C-A5E7-4FFB-549F-37E6FC833ED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7" creationId="{6A396A2A-F198-942F-79FB-7EDFDC9CC0FC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39" creationId="{EF870813-D6B0-03F4-C69E-6F4261435D1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0" creationId="{F16AC23C-D4F6-40EA-64A3-5DAEEEBE3B6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1" creationId="{7CFF3B00-BACE-BA04-7B57-C6AFDFF6FB21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2" creationId="{9EA8C80A-BA7D-35CE-91DA-52474F0082E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3" creationId="{24CE153D-466C-32E0-09DD-2A1687B82FC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4" creationId="{4DA0B870-5E68-32D7-AF99-50075CFC2550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5" creationId="{E0D6D58E-E2BE-707B-4BDB-DDE406FCDED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6" creationId="{0545D561-1805-B602-BE73-43124E73B06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7" creationId="{0A14B82A-5EE6-DA49-96DE-8012257DC49C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8" creationId="{E60AE4FB-A29F-EF87-B504-27AAC612778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49" creationId="{7A5027F9-4B4E-441E-1D3D-D278339C1DF7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0" creationId="{34601412-6C9C-8ADB-2637-3FC1CB517EF4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1" creationId="{CA5842A9-97E1-B076-DB1E-754A77CCD91B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2" creationId="{DAE1D610-2E5B-7565-EF6D-FC5D6F47F0AE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3" creationId="{66CD2266-86AF-55A7-1190-2D211A2D97A5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4" creationId="{E1E75741-A079-9D53-31A6-11A9566E65A2}"/>
          </ac:spMkLst>
        </pc:spChg>
        <pc:spChg chg="del">
          <ac:chgData name="Wilmer Ortega Erazo" userId="19082e28a51afb61" providerId="LiveId" clId="{30D428CD-1BB2-4A03-8594-A68FE992CDE1}" dt="2023-08-30T04:02:13.726" v="451" actId="478"/>
          <ac:spMkLst>
            <pc:docMk/>
            <pc:sldMk cId="1586808836" sldId="285"/>
            <ac:spMk id="55" creationId="{FE355BE8-9298-63BC-B0E7-023B3E5E703B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6" creationId="{AF03854F-C079-64E0-A9A3-F944E6D284B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7" creationId="{2DAE3F59-EE17-3D7B-8E5A-CDBAA70F6B43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8" creationId="{03387EE6-5908-745D-EDB2-1B76535850F0}"/>
          </ac:spMkLst>
        </pc:spChg>
        <pc:spChg chg="add mod">
          <ac:chgData name="Wilmer Ortega Erazo" userId="19082e28a51afb61" providerId="LiveId" clId="{30D428CD-1BB2-4A03-8594-A68FE992CDE1}" dt="2023-08-30T04:03:05.357" v="460" actId="1076"/>
          <ac:spMkLst>
            <pc:docMk/>
            <pc:sldMk cId="1586808836" sldId="285"/>
            <ac:spMk id="59" creationId="{1F7F8B18-6F79-E42F-CD44-D4693489268B}"/>
          </ac:spMkLst>
        </pc:spChg>
      </pc:sldChg>
      <pc:sldChg chg="addSp delSp modSp add mod">
        <pc:chgData name="Wilmer Ortega Erazo" userId="19082e28a51afb61" providerId="LiveId" clId="{30D428CD-1BB2-4A03-8594-A68FE992CDE1}" dt="2023-09-05T01:10:55.916" v="506" actId="1076"/>
        <pc:sldMkLst>
          <pc:docMk/>
          <pc:sldMk cId="1954065260" sldId="286"/>
        </pc:sldMkLst>
        <pc:spChg chg="add del mod">
          <ac:chgData name="Wilmer Ortega Erazo" userId="19082e28a51afb61" providerId="LiveId" clId="{30D428CD-1BB2-4A03-8594-A68FE992CDE1}" dt="2023-09-05T01:10:26.020" v="501" actId="478"/>
          <ac:spMkLst>
            <pc:docMk/>
            <pc:sldMk cId="1954065260" sldId="286"/>
            <ac:spMk id="3" creationId="{0A7CE894-78E5-8081-13D4-52478F357A70}"/>
          </ac:spMkLst>
        </pc:spChg>
        <pc:spChg chg="add del mod">
          <ac:chgData name="Wilmer Ortega Erazo" userId="19082e28a51afb61" providerId="LiveId" clId="{30D428CD-1BB2-4A03-8594-A68FE992CDE1}" dt="2023-09-05T00:55:21.617" v="469" actId="255"/>
          <ac:spMkLst>
            <pc:docMk/>
            <pc:sldMk cId="1954065260" sldId="28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7" creationId="{5D4885F2-6849-F3B1-9B5D-C8E9EA613056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8" creationId="{411BDE49-F1BC-D2C5-1196-D45E73C05F3C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9" creationId="{920AD5C1-8494-5B79-A00F-F1B0CFA87EBF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0" creationId="{809D1F7A-CEEE-F683-F32A-62E937C8C5B3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1" creationId="{4014B18A-2CB2-DE33-BF20-F2EE5B27E2A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3" creationId="{98F59797-FDD2-EDC2-D714-BC47E3DD0394}"/>
          </ac:spMkLst>
        </pc:spChg>
        <pc:spChg chg="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4" creationId="{39C4F8B7-D3F5-2C72-69BD-B59B7A95F81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5" creationId="{38B58A8E-012C-79A3-DEFB-29F88DF70C79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6" creationId="{852C8D13-AD5E-3244-BECE-B10E368F6784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7" creationId="{EE24230A-5F46-EF53-480E-D5434F0118AA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8" creationId="{9504B30E-D56D-78EE-2513-ED4699CBC442}"/>
          </ac:spMkLst>
        </pc:spChg>
        <pc:spChg chg="add mod">
          <ac:chgData name="Wilmer Ortega Erazo" userId="19082e28a51afb61" providerId="LiveId" clId="{30D428CD-1BB2-4A03-8594-A68FE992CDE1}" dt="2023-09-05T01:10:45.995" v="504" actId="1076"/>
          <ac:spMkLst>
            <pc:docMk/>
            <pc:sldMk cId="1954065260" sldId="286"/>
            <ac:spMk id="19" creationId="{85F05792-CA4F-0335-4B49-6213971F4A69}"/>
          </ac:spMkLst>
        </pc:spChg>
        <pc:spChg chg="add mod">
          <ac:chgData name="Wilmer Ortega Erazo" userId="19082e28a51afb61" providerId="LiveId" clId="{30D428CD-1BB2-4A03-8594-A68FE992CDE1}" dt="2023-09-05T00:55:34.902" v="471" actId="1076"/>
          <ac:spMkLst>
            <pc:docMk/>
            <pc:sldMk cId="1954065260" sldId="286"/>
            <ac:spMk id="20" creationId="{AD0ED334-42D7-C878-4260-45810C80DB4D}"/>
          </ac:spMkLst>
        </pc:spChg>
        <pc:spChg chg="add mod">
          <ac:chgData name="Wilmer Ortega Erazo" userId="19082e28a51afb61" providerId="LiveId" clId="{30D428CD-1BB2-4A03-8594-A68FE992CDE1}" dt="2023-09-05T01:10:50.922" v="505" actId="1076"/>
          <ac:spMkLst>
            <pc:docMk/>
            <pc:sldMk cId="1954065260" sldId="286"/>
            <ac:spMk id="21" creationId="{1FCD4DA1-8174-8A66-6C2B-2614085AAC8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4" creationId="{48FAB4B2-01FA-365E-FDCC-C99E63266E71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5" creationId="{2242992C-9BBA-BB91-5852-7C4CA935056E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6" creationId="{A9E6E84F-C066-5C84-3FE5-F0F49C95353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7" creationId="{4A66476A-5A5B-BCD7-E82D-E6FF6447ECD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8" creationId="{14E8A865-3AAE-8911-D0C6-8FB9CD3CECF8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29" creationId="{20124ECB-B9F4-78E0-3700-36A3A23A8BAA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0" creationId="{D8DE8CA5-753E-EEDF-36DF-90DFF712342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1" creationId="{3F5E32A4-5C1A-22CE-23FF-06182A8A8BB9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2" creationId="{65C99DC2-1F43-BA0F-F90D-7962A0BDF6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3" creationId="{84D337B2-4A72-46B0-67E3-79322AEB315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4" creationId="{81EB9462-CBFB-9384-6AB2-EE329E6CD53F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5" creationId="{00255F54-F1A5-A0FB-DB1B-9334DF13BE96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6" creationId="{66B6A54C-A5E7-4FFB-549F-37E6FC833EDB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7" creationId="{6A396A2A-F198-942F-79FB-7EDFDC9CC0FC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38" creationId="{A5BD68EE-D743-4183-0108-E6398F040D47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6" creationId="{AF03854F-C079-64E0-A9A3-F944E6D284B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7" creationId="{2DAE3F59-EE17-3D7B-8E5A-CDBAA70F6B43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8" creationId="{03387EE6-5908-745D-EDB2-1B76535850F0}"/>
          </ac:spMkLst>
        </pc:spChg>
        <pc:spChg chg="del">
          <ac:chgData name="Wilmer Ortega Erazo" userId="19082e28a51afb61" providerId="LiveId" clId="{30D428CD-1BB2-4A03-8594-A68FE992CDE1}" dt="2023-09-05T00:54:51.275" v="462" actId="478"/>
          <ac:spMkLst>
            <pc:docMk/>
            <pc:sldMk cId="1954065260" sldId="286"/>
            <ac:spMk id="59" creationId="{1F7F8B18-6F79-E42F-CD44-D4693489268B}"/>
          </ac:spMkLst>
        </pc:spChg>
        <pc:grpChg chg="add mod">
          <ac:chgData name="Wilmer Ortega Erazo" userId="19082e28a51afb61" providerId="LiveId" clId="{30D428CD-1BB2-4A03-8594-A68FE992CDE1}" dt="2023-09-05T01:10:45.995" v="504" actId="1076"/>
          <ac:grpSpMkLst>
            <pc:docMk/>
            <pc:sldMk cId="1954065260" sldId="286"/>
            <ac:grpSpMk id="12" creationId="{0ED674B7-EA18-3342-F982-DE3499A51F48}"/>
          </ac:grpSpMkLst>
        </pc:grpChg>
        <pc:picChg chg="add mod">
          <ac:chgData name="Wilmer Ortega Erazo" userId="19082e28a51afb61" providerId="LiveId" clId="{30D428CD-1BB2-4A03-8594-A68FE992CDE1}" dt="2023-09-05T01:10:55.916" v="506" actId="1076"/>
          <ac:picMkLst>
            <pc:docMk/>
            <pc:sldMk cId="1954065260" sldId="286"/>
            <ac:picMk id="23" creationId="{22027E1E-571A-4690-9116-7DB8FC740D4F}"/>
          </ac:picMkLst>
        </pc:picChg>
      </pc:sldChg>
      <pc:sldChg chg="addSp delSp modSp add mod">
        <pc:chgData name="Wilmer Ortega Erazo" userId="19082e28a51afb61" providerId="LiveId" clId="{30D428CD-1BB2-4A03-8594-A68FE992CDE1}" dt="2023-09-08T00:59:33.998" v="700" actId="1076"/>
        <pc:sldMkLst>
          <pc:docMk/>
          <pc:sldMk cId="3887545344" sldId="287"/>
        </pc:sldMkLst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13:12.167" v="512" actId="255"/>
          <ac:spMkLst>
            <pc:docMk/>
            <pc:sldMk cId="3887545344" sldId="28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5" creationId="{2146778B-16A4-E1C8-83FB-F8E8BB7BE77C}"/>
          </ac:spMkLst>
        </pc:spChg>
        <pc:spChg chg="add mod">
          <ac:chgData name="Wilmer Ortega Erazo" userId="19082e28a51afb61" providerId="LiveId" clId="{30D428CD-1BB2-4A03-8594-A68FE992CDE1}" dt="2023-09-08T00:59:33.998" v="700" actId="1076"/>
          <ac:spMkLst>
            <pc:docMk/>
            <pc:sldMk cId="3887545344" sldId="287"/>
            <ac:spMk id="5" creationId="{97BE2A05-B45F-DA5E-9491-602B1B9CC7F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7" creationId="{5D4885F2-6849-F3B1-9B5D-C8E9EA613056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8" creationId="{411BDE49-F1BC-D2C5-1196-D45E73C05F3C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9" creationId="{920AD5C1-8494-5B79-A00F-F1B0CFA87EBF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0" creationId="{809D1F7A-CEEE-F683-F32A-62E937C8C5B3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1" creationId="{4014B18A-2CB2-DE33-BF20-F2EE5B27E2A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5" creationId="{38B58A8E-012C-79A3-DEFB-29F88DF70C79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6" creationId="{852C8D13-AD5E-3244-BECE-B10E368F6784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7" creationId="{EE24230A-5F46-EF53-480E-D5434F0118AA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8" creationId="{9504B30E-D56D-78EE-2513-ED4699CBC442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19" creationId="{85F05792-CA4F-0335-4B49-6213971F4A69}"/>
          </ac:spMkLst>
        </pc:spChg>
        <pc:spChg chg="del">
          <ac:chgData name="Wilmer Ortega Erazo" userId="19082e28a51afb61" providerId="LiveId" clId="{30D428CD-1BB2-4A03-8594-A68FE992CDE1}" dt="2023-09-05T01:12:56.880" v="509" actId="478"/>
          <ac:spMkLst>
            <pc:docMk/>
            <pc:sldMk cId="3887545344" sldId="287"/>
            <ac:spMk id="20" creationId="{AD0ED334-42D7-C878-4260-45810C80DB4D}"/>
          </ac:spMkLst>
        </pc:spChg>
        <pc:spChg chg="del">
          <ac:chgData name="Wilmer Ortega Erazo" userId="19082e28a51afb61" providerId="LiveId" clId="{30D428CD-1BB2-4A03-8594-A68FE992CDE1}" dt="2023-09-05T01:12:53.866" v="508" actId="478"/>
          <ac:spMkLst>
            <pc:docMk/>
            <pc:sldMk cId="3887545344" sldId="287"/>
            <ac:spMk id="21" creationId="{1FCD4DA1-8174-8A66-6C2B-2614085AAC8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2" creationId="{BA7CA7B5-C813-0AD4-8A97-A65250AB182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4" creationId="{3F1A0519-5405-3C88-4393-FDB290CEB5D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5" creationId="{A1D35C2C-D4FA-284A-7EBA-708DB080068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6" creationId="{A5A34C7F-FF69-8E3D-8168-EA876B17DFED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7" creationId="{D8CEC780-C674-5A02-FA1A-6E07019AC7BD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29" creationId="{E6E49E20-ECA2-4955-FDEA-8F12861E4D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0" creationId="{0A1BACC4-021B-C429-D34A-26CFB5B163A7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1" creationId="{2F291631-7326-6CD5-665D-AEE842D657F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2" creationId="{5107A7E5-7060-8744-BA4F-66FA2EC82500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3" creationId="{016AAEA3-D92D-FF59-855F-D13D7B73F22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4" creationId="{ED847569-0E62-9503-A0F7-A84902A4662F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5" creationId="{2D929804-4C55-912C-6E90-814EF4D36B51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6" creationId="{D90E657F-69ED-E6AA-19FF-1502F733996A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7" creationId="{EF37289D-DC0C-48CB-591E-8D4808674E76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8" creationId="{F14BB34A-D7F9-B67F-E553-07C8F0764D52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39" creationId="{122B5DDC-ED51-CEE3-B45A-ED0F0A66A858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1" creationId="{CA288B38-8CD1-6CC3-9340-B7722B7A7492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2" creationId="{655D6719-37CA-09A5-18D9-3B38BE5B6B8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3" creationId="{4B18EE1B-6FED-5065-C878-3CF4F3C378EE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4" creationId="{A18E73DF-0523-CF37-40A6-0962739F8493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6" creationId="{66071E0A-54B0-4E38-2CBC-82957821D82E}"/>
          </ac:spMkLst>
        </pc:spChg>
        <pc:spChg chg="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7" creationId="{EF6FBBBB-AB6D-5F45-992A-9FADB6EABC14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8" creationId="{68431136-2266-0BD5-383F-2E381F67794B}"/>
          </ac:spMkLst>
        </pc:spChg>
        <pc:spChg chg="add mod">
          <ac:chgData name="Wilmer Ortega Erazo" userId="19082e28a51afb61" providerId="LiveId" clId="{30D428CD-1BB2-4A03-8594-A68FE992CDE1}" dt="2023-09-05T01:13:24.656" v="514" actId="1076"/>
          <ac:spMkLst>
            <pc:docMk/>
            <pc:sldMk cId="3887545344" sldId="287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12:53.866" v="508" actId="478"/>
          <ac:grpSpMkLst>
            <pc:docMk/>
            <pc:sldMk cId="3887545344" sldId="287"/>
            <ac:grpSpMk id="12" creationId="{0ED674B7-EA18-3342-F982-DE3499A51F48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28" creationId="{42F5DDD1-FFB8-A0EC-B470-8F7FC6A73787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0" creationId="{0B3B0659-1975-C411-3945-40A2B43D4FAC}"/>
          </ac:grpSpMkLst>
        </pc:grpChg>
        <pc:grpChg chg="add mod">
          <ac:chgData name="Wilmer Ortega Erazo" userId="19082e28a51afb61" providerId="LiveId" clId="{30D428CD-1BB2-4A03-8594-A68FE992CDE1}" dt="2023-09-05T01:13:24.656" v="514" actId="1076"/>
          <ac:grpSpMkLst>
            <pc:docMk/>
            <pc:sldMk cId="3887545344" sldId="287"/>
            <ac:grpSpMk id="45" creationId="{0958E659-71DC-9177-B8C1-C7BFD3F42009}"/>
          </ac:grpSpMkLst>
        </pc:grpChg>
        <pc:picChg chg="del">
          <ac:chgData name="Wilmer Ortega Erazo" userId="19082e28a51afb61" providerId="LiveId" clId="{30D428CD-1BB2-4A03-8594-A68FE992CDE1}" dt="2023-09-05T01:12:53.866" v="508" actId="478"/>
          <ac:picMkLst>
            <pc:docMk/>
            <pc:sldMk cId="3887545344" sldId="287"/>
            <ac:picMk id="23" creationId="{22027E1E-571A-4690-9116-7DB8FC740D4F}"/>
          </ac:picMkLst>
        </pc:picChg>
      </pc:sldChg>
      <pc:sldChg chg="add del">
        <pc:chgData name="Wilmer Ortega Erazo" userId="19082e28a51afb61" providerId="LiveId" clId="{30D428CD-1BB2-4A03-8594-A68FE992CDE1}" dt="2023-09-05T01:07:45.793" v="494" actId="2890"/>
        <pc:sldMkLst>
          <pc:docMk/>
          <pc:sldMk cId="4140509921" sldId="287"/>
        </pc:sldMkLst>
      </pc:sldChg>
      <pc:sldChg chg="delSp modSp add mod">
        <pc:chgData name="Wilmer Ortega Erazo" userId="19082e28a51afb61" providerId="LiveId" clId="{30D428CD-1BB2-4A03-8594-A68FE992CDE1}" dt="2023-09-05T01:24:23.580" v="524" actId="790"/>
        <pc:sldMkLst>
          <pc:docMk/>
          <pc:sldMk cId="1756311536" sldId="288"/>
        </pc:sldMkLst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" creationId="{E7BF8540-50F3-8F90-1DF9-B62C3BAB2A3D}"/>
          </ac:spMkLst>
        </pc:spChg>
        <pc:spChg chg="mod">
          <ac:chgData name="Wilmer Ortega Erazo" userId="19082e28a51afb61" providerId="LiveId" clId="{30D428CD-1BB2-4A03-8594-A68FE992CDE1}" dt="2023-09-05T01:24:23.580" v="524" actId="790"/>
          <ac:spMkLst>
            <pc:docMk/>
            <pc:sldMk cId="1756311536" sldId="288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2" creationId="{BA7CA7B5-C813-0AD4-8A97-A65250AB182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4" creationId="{3F1A0519-5405-3C88-4393-FDB290CEB5D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5" creationId="{A1D35C2C-D4FA-284A-7EBA-708DB080068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6" creationId="{A5A34C7F-FF69-8E3D-8168-EA876B17DFE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27" creationId="{D8CEC780-C674-5A02-FA1A-6E07019AC7BD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1" creationId="{2F291631-7326-6CD5-665D-AEE842D657F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2" creationId="{5107A7E5-7060-8744-BA4F-66FA2EC82500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3" creationId="{016AAEA3-D92D-FF59-855F-D13D7B73F22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4" creationId="{ED847569-0E62-9503-A0F7-A84902A4662F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5" creationId="{2D929804-4C55-912C-6E90-814EF4D36B51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6" creationId="{D90E657F-69ED-E6AA-19FF-1502F733996A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7" creationId="{EF37289D-DC0C-48CB-591E-8D4808674E76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8" creationId="{F14BB34A-D7F9-B67F-E553-07C8F0764D52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39" creationId="{122B5DDC-ED51-CEE3-B45A-ED0F0A66A858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3" creationId="{4B18EE1B-6FED-5065-C878-3CF4F3C378EE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4" creationId="{A18E73DF-0523-CF37-40A6-0962739F8493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8" creationId="{68431136-2266-0BD5-383F-2E381F67794B}"/>
          </ac:spMkLst>
        </pc:spChg>
        <pc:spChg chg="del">
          <ac:chgData name="Wilmer Ortega Erazo" userId="19082e28a51afb61" providerId="LiveId" clId="{30D428CD-1BB2-4A03-8594-A68FE992CDE1}" dt="2023-09-05T01:23:50.774" v="516" actId="478"/>
          <ac:spMkLst>
            <pc:docMk/>
            <pc:sldMk cId="1756311536" sldId="288"/>
            <ac:spMk id="49" creationId="{B4009EBD-F753-3506-734F-A1B51BAEE573}"/>
          </ac:spMkLst>
        </pc:s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28" creationId="{42F5DDD1-FFB8-A0EC-B470-8F7FC6A73787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0" creationId="{0B3B0659-1975-C411-3945-40A2B43D4FAC}"/>
          </ac:grpSpMkLst>
        </pc:grpChg>
        <pc:grpChg chg="del">
          <ac:chgData name="Wilmer Ortega Erazo" userId="19082e28a51afb61" providerId="LiveId" clId="{30D428CD-1BB2-4A03-8594-A68FE992CDE1}" dt="2023-09-05T01:23:50.774" v="516" actId="478"/>
          <ac:grpSpMkLst>
            <pc:docMk/>
            <pc:sldMk cId="1756311536" sldId="288"/>
            <ac:grpSpMk id="45" creationId="{0958E659-71DC-9177-B8C1-C7BFD3F42009}"/>
          </ac:grpSpMkLst>
        </pc:grpChg>
      </pc:sldChg>
      <pc:sldChg chg="addSp modSp add mod">
        <pc:chgData name="Wilmer Ortega Erazo" userId="19082e28a51afb61" providerId="LiveId" clId="{30D428CD-1BB2-4A03-8594-A68FE992CDE1}" dt="2023-09-05T01:25:03.132" v="529" actId="1076"/>
        <pc:sldMkLst>
          <pc:docMk/>
          <pc:sldMk cId="1026742113" sldId="289"/>
        </pc:sldMkLst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4:48.158" v="527" actId="255"/>
          <ac:spMkLst>
            <pc:docMk/>
            <pc:sldMk cId="1026742113" sldId="289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5" creationId="{F9F8B8C1-ECE7-7FEC-40E3-C2A2C6775BC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7" creationId="{D8CC332A-BE40-F867-6BD5-C15BF1A041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8" creationId="{E5EEF5F8-E731-DA3B-EA81-C3DE8EFB60A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9" creationId="{6DC219DA-2A1F-4C0C-2427-284A0453DBA8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1" creationId="{DBDF6F51-6426-2D44-FE0A-5B7104BA1E04}"/>
          </ac:spMkLst>
        </pc:spChg>
        <pc:spChg chg="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2" creationId="{2596DE32-A525-A0FC-9EA8-FEA88B4587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3" creationId="{138F521B-C419-6EBF-527D-9C7A817E97C8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4" creationId="{ACFAA1AE-807C-A5DD-5248-6D24460FF51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5" creationId="{5983F020-CD75-E816-C8C7-67B45CCA339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6" creationId="{C1E188D4-E7A4-5082-0214-AF81B23E73A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7" creationId="{B2A400D5-7414-8E1D-3735-A2393D29FA4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8" creationId="{A26EE6B1-60D3-A26E-121A-A4CD14D2F90A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19" creationId="{07C25959-8124-4D1D-66BA-57C70B04A33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0" creationId="{3EE8A5A0-5DCF-62BB-AF06-9A7ADA1D1662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1" creationId="{4F160779-B87D-1C2E-EB12-F6FB9D5323D1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2" creationId="{C2AA0FF6-5396-6687-26FC-0432A6C19CD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3" creationId="{01C53F67-5A46-1628-AFAD-1DFF4F9EEB0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4" creationId="{C81FBC0D-169F-351C-FA4D-29BCEAA6D0F9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5" creationId="{8472F9A2-4B81-481A-E4A3-E1E17198D3F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6" creationId="{9742E011-C34A-331D-6388-D2638D0B9605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7" creationId="{3FAD0C66-8F6F-48D8-4DAC-E3B82BCB5AD7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8" creationId="{29BE6E80-2E98-7E5A-3518-520D45E15A44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29" creationId="{DBB6FBB2-3FEC-0C28-90D8-B071E08F0DEF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0" creationId="{C3C19B6F-946D-017F-B388-044D96E1C5B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1" creationId="{5EE7FE0D-8A01-80FB-12ED-E3282382A00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2" creationId="{6721BD02-964D-0570-497A-B4604892A936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3" creationId="{66D5D997-BA7C-DBFC-2843-69073BAB512D}"/>
          </ac:spMkLst>
        </pc:spChg>
        <pc:spChg chg="add mod">
          <ac:chgData name="Wilmer Ortega Erazo" userId="19082e28a51afb61" providerId="LiveId" clId="{30D428CD-1BB2-4A03-8594-A68FE992CDE1}" dt="2023-09-05T01:25:03.132" v="529" actId="1076"/>
          <ac:spMkLst>
            <pc:docMk/>
            <pc:sldMk cId="1026742113" sldId="289"/>
            <ac:spMk id="34" creationId="{B75D9A6D-0165-E719-8FBB-58C7E820B13A}"/>
          </ac:spMkLst>
        </pc:spChg>
        <pc:grpChg chg="add mod">
          <ac:chgData name="Wilmer Ortega Erazo" userId="19082e28a51afb61" providerId="LiveId" clId="{30D428CD-1BB2-4A03-8594-A68FE992CDE1}" dt="2023-09-05T01:25:03.132" v="529" actId="1076"/>
          <ac:grpSpMkLst>
            <pc:docMk/>
            <pc:sldMk cId="1026742113" sldId="289"/>
            <ac:grpSpMk id="10" creationId="{1FD471BA-0F9B-AA56-BD20-71404F9C05E6}"/>
          </ac:grpSpMkLst>
        </pc:grpChg>
      </pc:sldChg>
      <pc:sldChg chg="addSp delSp modSp add mod">
        <pc:chgData name="Wilmer Ortega Erazo" userId="19082e28a51afb61" providerId="LiveId" clId="{30D428CD-1BB2-4A03-8594-A68FE992CDE1}" dt="2023-09-05T01:28:22.607" v="553" actId="255"/>
        <pc:sldMkLst>
          <pc:docMk/>
          <pc:sldMk cId="919220694" sldId="290"/>
        </pc:sldMkLst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" creationId="{ECF9E434-F456-3C56-C833-248E46A7834A}"/>
          </ac:spMkLst>
        </pc:spChg>
        <pc:spChg chg="mod">
          <ac:chgData name="Wilmer Ortega Erazo" userId="19082e28a51afb61" providerId="LiveId" clId="{30D428CD-1BB2-4A03-8594-A68FE992CDE1}" dt="2023-09-05T01:25:58.170" v="533" actId="790"/>
          <ac:spMkLst>
            <pc:docMk/>
            <pc:sldMk cId="919220694" sldId="290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5" creationId="{F9F8B8C1-ECE7-7FEC-40E3-C2A2C6775BC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7" creationId="{D8CC332A-BE40-F867-6BD5-C15BF1A041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8" creationId="{E5EEF5F8-E731-DA3B-EA81-C3DE8EFB60A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9" creationId="{6DC219DA-2A1F-4C0C-2427-284A0453DBA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3" creationId="{138F521B-C419-6EBF-527D-9C7A817E97C8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4" creationId="{ACFAA1AE-807C-A5DD-5248-6D24460FF51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5" creationId="{5983F020-CD75-E816-C8C7-67B45CCA339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6" creationId="{C1E188D4-E7A4-5082-0214-AF81B23E73A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7" creationId="{B2A400D5-7414-8E1D-3735-A2393D29FA4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8" creationId="{A26EE6B1-60D3-A26E-121A-A4CD14D2F90A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19" creationId="{07C25959-8124-4D1D-66BA-57C70B04A33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0" creationId="{3EE8A5A0-5DCF-62BB-AF06-9A7ADA1D1662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1" creationId="{4F160779-B87D-1C2E-EB12-F6FB9D5323D1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2" creationId="{C2AA0FF6-5396-6687-26FC-0432A6C19CD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3" creationId="{01C53F67-5A46-1628-AFAD-1DFF4F9EEB0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4" creationId="{C81FBC0D-169F-351C-FA4D-29BCEAA6D0F9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5" creationId="{8472F9A2-4B81-481A-E4A3-E1E17198D3F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6" creationId="{9742E011-C34A-331D-6388-D2638D0B9605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7" creationId="{3FAD0C66-8F6F-48D8-4DAC-E3B82BCB5AD7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8" creationId="{29BE6E80-2E98-7E5A-3518-520D45E15A44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29" creationId="{DBB6FBB2-3FEC-0C28-90D8-B071E08F0DEF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0" creationId="{C3C19B6F-946D-017F-B388-044D96E1C5B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1" creationId="{5EE7FE0D-8A01-80FB-12ED-E3282382A00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2" creationId="{6721BD02-964D-0570-497A-B4604892A936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3" creationId="{66D5D997-BA7C-DBFC-2843-69073BAB512D}"/>
          </ac:spMkLst>
        </pc:spChg>
        <pc:spChg chg="del">
          <ac:chgData name="Wilmer Ortega Erazo" userId="19082e28a51afb61" providerId="LiveId" clId="{30D428CD-1BB2-4A03-8594-A68FE992CDE1}" dt="2023-09-05T01:26:03.478" v="534" actId="478"/>
          <ac:spMkLst>
            <pc:docMk/>
            <pc:sldMk cId="919220694" sldId="290"/>
            <ac:spMk id="34" creationId="{B75D9A6D-0165-E719-8FBB-58C7E820B13A}"/>
          </ac:spMkLst>
        </pc:spChg>
        <pc:spChg chg="add mod">
          <ac:chgData name="Wilmer Ortega Erazo" userId="19082e28a51afb61" providerId="LiveId" clId="{30D428CD-1BB2-4A03-8594-A68FE992CDE1}" dt="2023-09-05T01:28:22.607" v="553" actId="255"/>
          <ac:spMkLst>
            <pc:docMk/>
            <pc:sldMk cId="919220694" sldId="290"/>
            <ac:spMk id="35" creationId="{EF759D08-E3D8-09CF-00AD-BB1C754D16A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6" creationId="{846113C3-6A4F-B534-A228-26A9AE65AE4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7" creationId="{5B528829-F3F8-B9C7-2C70-E2E0E7CC463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8" creationId="{EDD2A5F0-959C-5ACC-17FF-9D005A283D1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39" creationId="{DD31C1DE-3112-4921-57BD-2009A968AE6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0" creationId="{3CF21045-E05E-84F0-A2ED-17565494669B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1" creationId="{A03BAF82-47A7-88DB-CB82-9EB8EDA4FA8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2" creationId="{D6FB5317-0D20-E56A-76F3-677C7BA6851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3" creationId="{130391BD-2414-F236-5AB3-5B3D32B8D7E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4" creationId="{766581AE-76AD-B6DF-69D6-E0626B762D2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5" creationId="{17B92120-E8B9-7DFE-1F5A-E8EE75ECF028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6" creationId="{915F64FF-FC8B-A30D-B76B-B71F30DAA97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7" creationId="{832C58C9-EE1E-F933-EB22-D2A0988DA4CE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49" creationId="{E8A7F5C6-A197-40E0-E52B-13522B4E201F}"/>
          </ac:spMkLst>
        </pc:spChg>
        <pc:spChg chg="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0" creationId="{65B63CEC-A002-B816-B837-DE412FB2AFCC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1" creationId="{00A57F3F-04C4-FC46-9397-EE7A05351E9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2" creationId="{C036C1C7-BE60-B4C8-0625-F29428558813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3" creationId="{A0422CED-43B0-7CD1-0449-22024466F33E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4" creationId="{4872EE90-7510-89A4-5B16-961FFD331AE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5" creationId="{6235CF67-C4AC-1C67-74C9-618B1F0D0739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6" creationId="{58726505-9DCB-4C3C-37E0-AE8CC83BDCC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7" creationId="{89093424-9493-5EE2-9552-6AD581769740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8" creationId="{9726710E-8EEC-8F7B-FD55-2F3DD2D855DD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59" creationId="{62B39ED9-03FF-923D-DFFB-661DB6D808F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0" creationId="{E4304B57-6D19-CCF2-B213-92D07017EA16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1" creationId="{9735694C-F0CC-753E-D258-81FFED9ECF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2" creationId="{15B05DE0-0A6F-CCFE-1E95-1015B205F39A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3" creationId="{5EE8BBCF-14ED-24FF-008C-CF0AF5878A14}"/>
          </ac:spMkLst>
        </pc:spChg>
        <pc:spChg chg="add mod">
          <ac:chgData name="Wilmer Ortega Erazo" userId="19082e28a51afb61" providerId="LiveId" clId="{30D428CD-1BB2-4A03-8594-A68FE992CDE1}" dt="2023-09-05T01:26:17.648" v="536" actId="1076"/>
          <ac:spMkLst>
            <pc:docMk/>
            <pc:sldMk cId="919220694" sldId="290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26:03.478" v="534" actId="478"/>
          <ac:grpSpMkLst>
            <pc:docMk/>
            <pc:sldMk cId="919220694" sldId="290"/>
            <ac:grpSpMk id="10" creationId="{1FD471BA-0F9B-AA56-BD20-71404F9C05E6}"/>
          </ac:grpSpMkLst>
        </pc:grpChg>
        <pc:grpChg chg="add mod">
          <ac:chgData name="Wilmer Ortega Erazo" userId="19082e28a51afb61" providerId="LiveId" clId="{30D428CD-1BB2-4A03-8594-A68FE992CDE1}" dt="2023-09-05T01:26:17.648" v="536" actId="1076"/>
          <ac:grpSpMkLst>
            <pc:docMk/>
            <pc:sldMk cId="919220694" sldId="290"/>
            <ac:grpSpMk id="48" creationId="{FB69E3F1-A7C1-16AB-FA83-26BB308CD142}"/>
          </ac:grpSpMkLst>
        </pc:grpChg>
      </pc:sldChg>
      <pc:sldChg chg="addSp delSp modSp add">
        <pc:chgData name="Wilmer Ortega Erazo" userId="19082e28a51afb61" providerId="LiveId" clId="{30D428CD-1BB2-4A03-8594-A68FE992CDE1}" dt="2023-09-05T01:29:09.311" v="557" actId="1076"/>
        <pc:sldMkLst>
          <pc:docMk/>
          <pc:sldMk cId="978730975" sldId="291"/>
        </pc:sldMkLst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" creationId="{A28050C7-4C56-6A0A-810D-D914951409A2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5" creationId="{D706CAF8-F257-B936-2CE4-C3EFF662FE0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" creationId="{EC73DB14-719B-693E-D7D7-9BDBE71CCE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" creationId="{59031919-C778-ADC0-4D46-4BBCB73CA1F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" creationId="{D56D0D83-02F0-C616-2B34-639583EE665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" creationId="{AA59B314-FA61-0596-B73A-FEA451630A6B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2" creationId="{4FE2E37C-9033-AF2A-BAE7-08FC88BE1145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3" creationId="{B0C6088E-9670-0F05-2A60-BF536E7DF622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4" creationId="{79310CD5-B93B-5578-6E0F-9AE73BE9F87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5" creationId="{25DD74CE-BAC1-1A04-8209-3E2C1151437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6" creationId="{797A3AA5-D8F9-4109-0C27-7DFD445A5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7" creationId="{1C47F673-2BAA-7789-D7BC-69A2B5E6590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8" creationId="{FB68BDD6-0E2F-10E8-EFA2-DB9C4758B9E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9" creationId="{15AD916C-5A35-A9FC-A3EA-66FDD3F346D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0" creationId="{8C9108C4-8DBA-E0B5-270D-91CF516561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1" creationId="{D2D06B8C-48D8-0F7C-B8CE-DDE658F2D7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2" creationId="{ACC000E4-8E1C-D2A6-4A91-2A6ADA16DA1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3" creationId="{06B686DA-1CCC-6344-B176-E57D17132BD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4" creationId="{8BD0F828-C98C-D89E-4A89-BADA09643E0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5" creationId="{AB823F32-9612-2190-15C9-3D64414EA7F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6" creationId="{CF080870-76F8-79CF-59E5-D8D1D2B568E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7" creationId="{C17CF9C8-5AAE-13EB-2EE3-3F3B71FC7B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8" creationId="{A9ACFCB8-5F20-D713-237A-DCFCA309D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29" creationId="{74B56184-5785-E417-5AC3-6237056710E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0" creationId="{C82B0AB6-3E36-E696-A1F6-F6E9C30FEB9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1" creationId="{DEEFC039-5C59-233A-6155-607AA155D3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2" creationId="{57CD5F6A-FD91-2DDA-86AA-CBBE1FB1A83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3" creationId="{A614D133-244D-E8FC-FDBF-0B8E807285D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34" creationId="{3415E347-4C1E-9669-0061-71B37DAD5545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29:01.930" v="555" actId="478"/>
          <ac:spMkLst>
            <pc:docMk/>
            <pc:sldMk cId="978730975" sldId="291"/>
            <ac:spMk id="64" creationId="{5BD13983-0528-F3B0-E993-369D00A1E94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5" creationId="{C10461B4-4602-90DF-C20A-BF58759B85A2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7" creationId="{50B3AE51-64C4-4F3A-8110-9351394ADE74}"/>
          </ac:spMkLst>
        </pc:spChg>
        <pc:spChg chg="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8" creationId="{C9D144E5-F5AE-6A36-FB09-46273D3556E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69" creationId="{6EF2A7E8-A6E1-50FE-73AD-351F7378356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0" creationId="{32CD9597-DCA1-0A73-51FC-AF1653E7C63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1" creationId="{DFC6E761-E2DC-DB4C-97FF-F777CF42248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2" creationId="{F5030EF0-B2FB-732A-10C8-E902BB99055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3" creationId="{7CE69FE4-7954-961C-7777-0187ACB4F3C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4" creationId="{8E8ABDD4-E3F0-1753-AD60-5C2DB82B7F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5" creationId="{6B195412-9B79-B04C-3963-22469010499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6" creationId="{A63B769B-7A54-EB4C-5284-A254BBD24D9F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7" creationId="{1440C0AA-7B5E-E57A-C49D-1CC58E0D53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8" creationId="{E0A662B3-8C0A-A676-3A28-EABD54534807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79" creationId="{778FFC87-6990-3DB0-D164-E84CCF1CF12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0" creationId="{1D472EA1-9AC2-BA93-8A7C-380644382C1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1" creationId="{016DCEBE-5156-EB76-6C91-A89120AD0AB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2" creationId="{E5E66A92-9A0B-4D16-C8F5-67D7FEA9AAE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3" creationId="{1599BE9D-9EBE-C0AF-C7C9-C6A43C08D95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4" creationId="{3B6BB628-D6EF-F7FE-E2BD-B5D6161AF6C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5" creationId="{9BF15E90-D2C8-FE07-67E2-EF670BA58109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6" creationId="{0B6A1BBB-EFF7-371B-212A-73EA78E105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7" creationId="{DB3E3369-93BD-F9C8-84EF-5FD294C06C2B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8" creationId="{AFE6A341-2F4D-1344-FCB2-562B90D9C40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89" creationId="{C4E5E1A8-BF6C-B043-A66E-DFB98CB7CE4E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0" creationId="{908E1263-2C3F-E950-C0E6-DB5753F75F4A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1" creationId="{23DE639E-E921-F53F-D893-2EBF2496D9B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2" creationId="{CD50C32F-6098-1B3C-BA30-F4EEEBD041F5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3" creationId="{588CFE83-D4C5-2C1F-739D-2ACA3C10611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4" creationId="{6E6C0BF2-E0A5-1C4A-85F7-A29A20A0BD7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5" creationId="{9AAEE21B-D4E9-4FFD-9D76-23BF090FD2F1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6" creationId="{ABFFFA56-1DB4-D066-53DB-8FF1F099F71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7" creationId="{0257AC89-B982-6F87-CBB3-3D05CB200F8D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8" creationId="{8BA46035-1F9B-A32D-8E3C-4A371E8BF37C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99" creationId="{C9069E12-A4E6-4B48-FBEF-2FBDC224B6A8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0" creationId="{DE095695-EC6F-2656-460D-B3A18126F130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1" creationId="{1AAD3622-C386-61EF-B5D8-1634CE1369B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2" creationId="{7B2B4416-0B13-CF0E-9587-404D51C94DF6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3" creationId="{9527342E-2C70-A25A-1CEA-AC1AC8910E84}"/>
          </ac:spMkLst>
        </pc:spChg>
        <pc:spChg chg="add mod">
          <ac:chgData name="Wilmer Ortega Erazo" userId="19082e28a51afb61" providerId="LiveId" clId="{30D428CD-1BB2-4A03-8594-A68FE992CDE1}" dt="2023-09-05T01:29:09.311" v="557" actId="1076"/>
          <ac:spMkLst>
            <pc:docMk/>
            <pc:sldMk cId="978730975" sldId="291"/>
            <ac:spMk id="104" creationId="{3B81FF88-FA43-A582-1A01-CC3153F013BA}"/>
          </ac:spMkLst>
        </pc:s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11" creationId="{FDB39646-F7E1-43BF-BCD5-944D61FCF344}"/>
          </ac:grpSpMkLst>
        </pc:grpChg>
        <pc:grpChg chg="del">
          <ac:chgData name="Wilmer Ortega Erazo" userId="19082e28a51afb61" providerId="LiveId" clId="{30D428CD-1BB2-4A03-8594-A68FE992CDE1}" dt="2023-09-05T01:29:01.930" v="555" actId="478"/>
          <ac:grpSpMkLst>
            <pc:docMk/>
            <pc:sldMk cId="978730975" sldId="291"/>
            <ac:grpSpMk id="48" creationId="{FB69E3F1-A7C1-16AB-FA83-26BB308CD142}"/>
          </ac:grpSpMkLst>
        </pc:grpChg>
        <pc:grpChg chg="add mod">
          <ac:chgData name="Wilmer Ortega Erazo" userId="19082e28a51afb61" providerId="LiveId" clId="{30D428CD-1BB2-4A03-8594-A68FE992CDE1}" dt="2023-09-05T01:29:09.311" v="557" actId="1076"/>
          <ac:grpSpMkLst>
            <pc:docMk/>
            <pc:sldMk cId="978730975" sldId="291"/>
            <ac:grpSpMk id="66" creationId="{C9F2F47E-595A-C0EC-93B9-B1CCF3D12DF7}"/>
          </ac:grpSpMkLst>
        </pc:grpChg>
      </pc:sldChg>
      <pc:sldChg chg="delSp modSp add mod ord">
        <pc:chgData name="Wilmer Ortega Erazo" userId="19082e28a51afb61" providerId="LiveId" clId="{30D428CD-1BB2-4A03-8594-A68FE992CDE1}" dt="2023-09-05T01:31:36.449" v="567" actId="33524"/>
        <pc:sldMkLst>
          <pc:docMk/>
          <pc:sldMk cId="4012074948" sldId="292"/>
        </pc:sldMkLst>
        <pc:spChg chg="mod">
          <ac:chgData name="Wilmer Ortega Erazo" userId="19082e28a51afb61" providerId="LiveId" clId="{30D428CD-1BB2-4A03-8594-A68FE992CDE1}" dt="2023-09-05T01:31:36.449" v="567" actId="33524"/>
          <ac:spMkLst>
            <pc:docMk/>
            <pc:sldMk cId="4012074948" sldId="292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5" creationId="{EF759D08-E3D8-09CF-00AD-BB1C754D16A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6" creationId="{846113C3-6A4F-B534-A228-26A9AE65AE4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7" creationId="{5B528829-F3F8-B9C7-2C70-E2E0E7CC463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8" creationId="{EDD2A5F0-959C-5ACC-17FF-9D005A283D1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39" creationId="{DD31C1DE-3112-4921-57BD-2009A968AE6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0" creationId="{3CF21045-E05E-84F0-A2ED-17565494669B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1" creationId="{A03BAF82-47A7-88DB-CB82-9EB8EDA4FA8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2" creationId="{D6FB5317-0D20-E56A-76F3-677C7BA6851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3" creationId="{130391BD-2414-F236-5AB3-5B3D32B8D7E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4" creationId="{766581AE-76AD-B6DF-69D6-E0626B762D2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5" creationId="{17B92120-E8B9-7DFE-1F5A-E8EE75ECF028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6" creationId="{915F64FF-FC8B-A30D-B76B-B71F30DAA97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47" creationId="{832C58C9-EE1E-F933-EB22-D2A0988DA4C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1" creationId="{00A57F3F-04C4-FC46-9397-EE7A05351E9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2" creationId="{C036C1C7-BE60-B4C8-0625-F29428558813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3" creationId="{A0422CED-43B0-7CD1-0449-22024466F33E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4" creationId="{4872EE90-7510-89A4-5B16-961FFD331AE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5" creationId="{6235CF67-C4AC-1C67-74C9-618B1F0D0739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6" creationId="{58726505-9DCB-4C3C-37E0-AE8CC83BDCC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7" creationId="{89093424-9493-5EE2-9552-6AD581769740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8" creationId="{9726710E-8EEC-8F7B-FD55-2F3DD2D855DD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59" creationId="{62B39ED9-03FF-923D-DFFB-661DB6D808F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0" creationId="{E4304B57-6D19-CCF2-B213-92D07017EA16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1" creationId="{9735694C-F0CC-753E-D258-81FFED9ECF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2" creationId="{15B05DE0-0A6F-CCFE-1E95-1015B205F39A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3" creationId="{5EE8BBCF-14ED-24FF-008C-CF0AF5878A14}"/>
          </ac:spMkLst>
        </pc:spChg>
        <pc:spChg chg="del">
          <ac:chgData name="Wilmer Ortega Erazo" userId="19082e28a51afb61" providerId="LiveId" clId="{30D428CD-1BB2-4A03-8594-A68FE992CDE1}" dt="2023-09-05T01:30:51.178" v="561" actId="478"/>
          <ac:spMkLst>
            <pc:docMk/>
            <pc:sldMk cId="4012074948" sldId="292"/>
            <ac:spMk id="64" creationId="{5BD13983-0528-F3B0-E993-369D00A1E94C}"/>
          </ac:spMkLst>
        </pc:spChg>
        <pc:grpChg chg="del">
          <ac:chgData name="Wilmer Ortega Erazo" userId="19082e28a51afb61" providerId="LiveId" clId="{30D428CD-1BB2-4A03-8594-A68FE992CDE1}" dt="2023-09-05T01:30:51.178" v="561" actId="478"/>
          <ac:grpSpMkLst>
            <pc:docMk/>
            <pc:sldMk cId="4012074948" sldId="292"/>
            <ac:grpSpMk id="48" creationId="{FB69E3F1-A7C1-16AB-FA83-26BB308CD142}"/>
          </ac:grpSpMkLst>
        </pc:grpChg>
      </pc:sldChg>
      <pc:sldChg chg="modSp add mod">
        <pc:chgData name="Wilmer Ortega Erazo" userId="19082e28a51afb61" providerId="LiveId" clId="{30D428CD-1BB2-4A03-8594-A68FE992CDE1}" dt="2023-09-05T01:32:03.854" v="570" actId="255"/>
        <pc:sldMkLst>
          <pc:docMk/>
          <pc:sldMk cId="900314451" sldId="293"/>
        </pc:sldMkLst>
        <pc:spChg chg="mod">
          <ac:chgData name="Wilmer Ortega Erazo" userId="19082e28a51afb61" providerId="LiveId" clId="{30D428CD-1BB2-4A03-8594-A68FE992CDE1}" dt="2023-09-05T01:32:03.854" v="570" actId="255"/>
          <ac:spMkLst>
            <pc:docMk/>
            <pc:sldMk cId="900314451" sldId="293"/>
            <ac:spMk id="4" creationId="{A29C0834-3DBC-9FB3-0E0A-F77D599198EB}"/>
          </ac:spMkLst>
        </pc:spChg>
      </pc:sldChg>
      <pc:sldChg chg="addSp modSp add mod ord">
        <pc:chgData name="Wilmer Ortega Erazo" userId="19082e28a51afb61" providerId="LiveId" clId="{30D428CD-1BB2-4A03-8594-A68FE992CDE1}" dt="2023-09-12T01:47:27.099" v="702"/>
        <pc:sldMkLst>
          <pc:docMk/>
          <pc:sldMk cId="70218217" sldId="294"/>
        </pc:sldMkLst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6:45.883" v="573"/>
          <ac:spMkLst>
            <pc:docMk/>
            <pc:sldMk cId="70218217" sldId="294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5" creationId="{813BCF18-D3F7-E6D7-E07D-0B7D73791E71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7" creationId="{E65962B5-3116-6E4B-E8B6-C6767AA76D65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8" creationId="{1829381E-7E9C-C939-762D-30CF49F0A857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3" creationId="{DC54ED64-DB46-1D7D-F72E-3C226195069B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18" creationId="{A2AA4D10-D4CE-BD71-A228-CD9CC36BE258}"/>
          </ac:spMkLst>
        </pc:spChg>
        <pc:spChg chg="add mod">
          <ac:chgData name="Wilmer Ortega Erazo" userId="19082e28a51afb61" providerId="LiveId" clId="{30D428CD-1BB2-4A03-8594-A68FE992CDE1}" dt="2023-09-05T01:37:07.417" v="576" actId="1076"/>
          <ac:spMkLst>
            <pc:docMk/>
            <pc:sldMk cId="70218217" sldId="294"/>
            <ac:spMk id="21" creationId="{DDFA1BC5-29BE-56A3-CE62-65AA2047AF85}"/>
          </ac:spMkLst>
        </pc:spChg>
        <pc:spChg chg="add mod">
          <ac:chgData name="Wilmer Ortega Erazo" userId="19082e28a51afb61" providerId="LiveId" clId="{30D428CD-1BB2-4A03-8594-A68FE992CDE1}" dt="2023-09-05T01:37:11.414" v="577" actId="1076"/>
          <ac:spMkLst>
            <pc:docMk/>
            <pc:sldMk cId="70218217" sldId="294"/>
            <ac:spMk id="24" creationId="{25A14CA6-4C07-1123-B97C-D07DB6F9D692}"/>
          </ac:spMkLst>
        </pc:sp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9" creationId="{24F9ACF9-A19A-1BF8-D501-CE0CB5A16712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0" creationId="{6543BC31-870E-8EFB-11BF-0901845981B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1" creationId="{7C67E872-4AAB-27A5-0608-776A6063B4F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2" creationId="{5D63B112-9364-2992-3CE7-D2DE97DB5B9F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4" creationId="{39F496CE-0143-D4BB-664B-D7EB01CBBC66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5" creationId="{D7BC473F-2131-8EBC-3730-EEE16BE3EC84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6" creationId="{4F0CD806-B0CF-AEFD-0AF9-BE9FC29774D9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7" creationId="{ED4A778D-F0A6-84B1-9AD3-2FCD5A85F4A1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19" creationId="{0F64F7D6-EDE8-29A3-DD85-FFAED54F441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0" creationId="{C17A7339-629D-31E9-0B2D-A5951E7361A8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2" creationId="{17CF0DDD-C2BF-F25B-FC81-B8E968DCE345}"/>
          </ac:cxnSpMkLst>
        </pc:cxnChg>
        <pc:cxnChg chg="add mod">
          <ac:chgData name="Wilmer Ortega Erazo" userId="19082e28a51afb61" providerId="LiveId" clId="{30D428CD-1BB2-4A03-8594-A68FE992CDE1}" dt="2023-09-05T01:37:07.417" v="576" actId="1076"/>
          <ac:cxnSpMkLst>
            <pc:docMk/>
            <pc:sldMk cId="70218217" sldId="294"/>
            <ac:cxnSpMk id="23" creationId="{40E76D67-4239-02F8-F936-65AE3C69CBB1}"/>
          </ac:cxnSpMkLst>
        </pc:cxnChg>
        <pc:cxnChg chg="add mod">
          <ac:chgData name="Wilmer Ortega Erazo" userId="19082e28a51afb61" providerId="LiveId" clId="{30D428CD-1BB2-4A03-8594-A68FE992CDE1}" dt="2023-09-05T01:37:11.414" v="577" actId="1076"/>
          <ac:cxnSpMkLst>
            <pc:docMk/>
            <pc:sldMk cId="70218217" sldId="294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39:43.337" v="585" actId="790"/>
        <pc:sldMkLst>
          <pc:docMk/>
          <pc:sldMk cId="1383735728" sldId="295"/>
        </pc:sldMkLst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3" creationId="{964CD30E-C6E3-8C35-48C2-3E708151CEFD}"/>
          </ac:spMkLst>
        </pc:spChg>
        <pc:spChg chg="mod">
          <ac:chgData name="Wilmer Ortega Erazo" userId="19082e28a51afb61" providerId="LiveId" clId="{30D428CD-1BB2-4A03-8594-A68FE992CDE1}" dt="2023-09-05T01:39:43.337" v="585" actId="790"/>
          <ac:spMkLst>
            <pc:docMk/>
            <pc:sldMk cId="1383735728" sldId="295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5" creationId="{813BCF18-D3F7-E6D7-E07D-0B7D73791E71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7" creationId="{E65962B5-3116-6E4B-E8B6-C6767AA76D6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8" creationId="{1829381E-7E9C-C939-762D-30CF49F0A857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3" creationId="{DC54ED64-DB46-1D7D-F72E-3C226195069B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18" creationId="{A2AA4D10-D4CE-BD71-A228-CD9CC36BE258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1" creationId="{DDFA1BC5-29BE-56A3-CE62-65AA2047AF85}"/>
          </ac:spMkLst>
        </pc:spChg>
        <pc:spChg chg="del">
          <ac:chgData name="Wilmer Ortega Erazo" userId="19082e28a51afb61" providerId="LiveId" clId="{30D428CD-1BB2-4A03-8594-A68FE992CDE1}" dt="2023-09-05T01:37:33.374" v="579" actId="478"/>
          <ac:spMkLst>
            <pc:docMk/>
            <pc:sldMk cId="1383735728" sldId="295"/>
            <ac:spMk id="24" creationId="{25A14CA6-4C07-1123-B97C-D07DB6F9D69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6" creationId="{5AA81B2E-B8E3-4F54-D810-498A795FBC3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7" creationId="{C63A21F6-A434-3C8A-6292-44CBC43A299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8" creationId="{DC9CA36F-79E2-B65D-3152-6C6226FD1FC4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29" creationId="{2B0015CF-D090-5893-68CE-0D7CC23AF69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0" creationId="{1A08BE54-707F-6C98-1F2C-5A98DA20D3E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2" creationId="{A58E7D76-1A07-F45E-55D3-2A94F677B0CE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3" creationId="{6EFB1D06-E8E5-DF58-19BC-66378695B6E5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4" creationId="{982DA66C-0E55-3DAC-B17C-13CB5029186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6" creationId="{CFA2A9C3-1F0A-B44C-5FE8-0585CC1B26DB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7" creationId="{EF0CB329-39BD-95D5-5B12-5305E13C95F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8" creationId="{C6A47FDA-339A-D77E-DC34-05132E7CD28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39" creationId="{10DA6EA1-C81C-B1F3-9A0B-F4C8348A8C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0" creationId="{A33E3C73-A60C-BDC4-CD73-1BA12C9844D2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1" creationId="{C17CA10B-04A7-C04B-73D2-202E86EB7CC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2" creationId="{71BAC5E9-D586-70D1-5810-1F62FD4B9A93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3" creationId="{794EA177-753B-AA2D-03F8-C3CF0488E66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4" creationId="{5FC9FB5B-8A88-CB3A-8FF0-8421BFB95C11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5" creationId="{B6564F8D-C2E3-6B9D-C9C4-24E625A8B69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6" creationId="{C5B11015-51B9-C6A7-E774-AE3FEC8B0F69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8" creationId="{FF32122D-1241-3D9D-AC61-2987BE0BA6E5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49" creationId="{DBF2E8EE-270A-C8D7-69EA-328FEBF7E70E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0" creationId="{165FB6C6-462B-ACD8-FB8D-B61C45ED2246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2" creationId="{160A3DC8-8A13-3453-B4BC-6E7FF99D6723}"/>
          </ac:spMkLst>
        </pc:spChg>
        <pc:spChg chg="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3" creationId="{D337047A-2D7C-274F-E367-9B9BE4DFB8C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4" creationId="{B487F340-D4BC-8935-AA55-A87FDAAF410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5" creationId="{8B297632-B64B-474B-B776-3F5088379017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6" creationId="{986C7806-2615-6005-3B46-7F429F439B1F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7" creationId="{03DCB7D1-EA59-364C-41B4-E2F1813F4FCD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8" creationId="{E527666D-FEBA-9B4D-5D44-C083BE2BFD0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59" creationId="{6C1DF50C-4049-198A-314A-3D9AB9BF4A3C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0" creationId="{BB9CCCC5-A914-9240-23F1-CA17044F7FD8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1" creationId="{37D7ACC6-A8ED-B614-4B0D-8E1E6E94FD69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2" creationId="{10D7039E-1B22-BE86-C60C-54766FE8B73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3" creationId="{E5BC4C30-70E4-9E50-D851-0EEFEE7DA056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4" creationId="{CA9D2B10-5F83-1568-9727-5B8A00F2F3F0}"/>
          </ac:spMkLst>
        </pc:spChg>
        <pc:spChg chg="add mod">
          <ac:chgData name="Wilmer Ortega Erazo" userId="19082e28a51afb61" providerId="LiveId" clId="{30D428CD-1BB2-4A03-8594-A68FE992CDE1}" dt="2023-09-05T01:37:50.896" v="582" actId="1076"/>
          <ac:spMkLst>
            <pc:docMk/>
            <pc:sldMk cId="1383735728" sldId="295"/>
            <ac:spMk id="65" creationId="{72E45E37-9048-89A5-55DA-334232039BFD}"/>
          </ac:spMkLst>
        </pc:s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1" creationId="{CE9B0043-677F-D83F-6A74-7890596232DE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35" creationId="{A401F6ED-6C1D-D9AB-EB6F-FDDAA98D5B53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47" creationId="{9DA51855-DA5C-F91E-4098-76C4158C5505}"/>
          </ac:grpSpMkLst>
        </pc:grpChg>
        <pc:grpChg chg="add mod">
          <ac:chgData name="Wilmer Ortega Erazo" userId="19082e28a51afb61" providerId="LiveId" clId="{30D428CD-1BB2-4A03-8594-A68FE992CDE1}" dt="2023-09-05T01:37:50.896" v="582" actId="1076"/>
          <ac:grpSpMkLst>
            <pc:docMk/>
            <pc:sldMk cId="1383735728" sldId="295"/>
            <ac:grpSpMk id="51" creationId="{5EA2E0CB-BBDF-4E7A-895C-C5CDC0043A00}"/>
          </ac:grpSpMkLst>
        </pc:grp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9" creationId="{24F9ACF9-A19A-1BF8-D501-CE0CB5A16712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0" creationId="{6543BC31-870E-8EFB-11BF-0901845981B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1" creationId="{7C67E872-4AAB-27A5-0608-776A6063B4F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2" creationId="{5D63B112-9364-2992-3CE7-D2DE97DB5B9F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4" creationId="{39F496CE-0143-D4BB-664B-D7EB01CBBC66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5" creationId="{D7BC473F-2131-8EBC-3730-EEE16BE3EC84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6" creationId="{4F0CD806-B0CF-AEFD-0AF9-BE9FC29774D9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7" creationId="{ED4A778D-F0A6-84B1-9AD3-2FCD5A85F4A1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19" creationId="{0F64F7D6-EDE8-29A3-DD85-FFAED54F4418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0" creationId="{C17A7339-629D-31E9-0B2D-A5951E7361A8}"/>
          </ac:cxnSpMkLst>
        </pc:cxnChg>
        <pc:cxnChg chg="del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2" creationId="{17CF0DDD-C2BF-F25B-FC81-B8E968DCE345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3" creationId="{40E76D67-4239-02F8-F936-65AE3C69CBB1}"/>
          </ac:cxnSpMkLst>
        </pc:cxnChg>
        <pc:cxnChg chg="del mod">
          <ac:chgData name="Wilmer Ortega Erazo" userId="19082e28a51afb61" providerId="LiveId" clId="{30D428CD-1BB2-4A03-8594-A68FE992CDE1}" dt="2023-09-05T01:37:33.374" v="579" actId="478"/>
          <ac:cxnSpMkLst>
            <pc:docMk/>
            <pc:sldMk cId="1383735728" sldId="295"/>
            <ac:cxnSpMk id="25" creationId="{133F3073-D759-F03E-2C66-07CF8DAB68F8}"/>
          </ac:cxnSpMkLst>
        </pc:cxnChg>
      </pc:sldChg>
      <pc:sldChg chg="addSp delSp modSp add mod">
        <pc:chgData name="Wilmer Ortega Erazo" userId="19082e28a51afb61" providerId="LiveId" clId="{30D428CD-1BB2-4A03-8594-A68FE992CDE1}" dt="2023-09-05T01:40:07.965" v="589" actId="1076"/>
        <pc:sldMkLst>
          <pc:docMk/>
          <pc:sldMk cId="1342916085" sldId="296"/>
        </pc:sldMkLst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39:56.374" v="587" actId="255"/>
          <ac:spMkLst>
            <pc:docMk/>
            <pc:sldMk cId="1342916085" sldId="296"/>
            <ac:spMk id="4" creationId="{A29C0834-3DBC-9FB3-0E0A-F77D599198EB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5" creationId="{9AE71725-DCD0-DA8F-2C48-C8AC45D28D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" creationId="{3EF1F1BE-F6ED-E60F-5EE8-53B801B82A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" creationId="{E944738A-D073-D7DE-E553-90B393BDDA00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0" creationId="{2A5DB142-E35F-8685-C5E0-83D5C748C7F2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1" creationId="{C50F2A1A-8FAE-01A9-7A25-FB86C9BE8E1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2" creationId="{FFE69387-EE7C-10A2-B1BA-4A8192E3202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3" creationId="{01080B34-ED9F-1156-F0EA-A0DE4297E5E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4" creationId="{7988580F-25CE-B1E9-46F6-8C7DBFECC93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5" creationId="{560E40FF-38A5-3B78-2C53-E703274F853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6" creationId="{0153565C-C398-83AC-54ED-758E057E8F8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7" creationId="{FC6D71AA-162B-FD63-C9A2-506C4EE814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8" creationId="{67C10626-329A-9756-8F1C-0C0EB828CC5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19" creationId="{13F0267C-4F4A-1D25-E9C0-A63133AD96FA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0" creationId="{985DBAF5-21DC-ACF5-533D-FA8494D769C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1" creationId="{E1427F38-C821-FEF4-B8CF-368A1E729AF6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3" creationId="{43DD3F2E-FB40-262C-B478-3AA6F933BB85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4" creationId="{E8F911B8-B851-BF5D-77C7-9875AD68EA39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6" creationId="{5AA81B2E-B8E3-4F54-D810-498A795FBC3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7" creationId="{C63A21F6-A434-3C8A-6292-44CBC43A2995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8" creationId="{DC9CA36F-79E2-B65D-3152-6C6226FD1FC4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29" creationId="{2B0015CF-D090-5893-68CE-0D7CC23AF69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0" creationId="{1A08BE54-707F-6C98-1F2C-5A98DA20D3E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4" creationId="{982DA66C-0E55-3DAC-B17C-13CB5029186B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8" creationId="{C6A47FDA-339A-D77E-DC34-05132E7CD28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39" creationId="{10DA6EA1-C81C-B1F3-9A0B-F4C8348A8C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0" creationId="{A33E3C73-A60C-BDC4-CD73-1BA12C9844D2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1" creationId="{C17CA10B-04A7-C04B-73D2-202E86EB7CC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2" creationId="{71BAC5E9-D586-70D1-5810-1F62FD4B9A93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3" creationId="{794EA177-753B-AA2D-03F8-C3CF0488E66E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4" creationId="{5FC9FB5B-8A88-CB3A-8FF0-8421BFB95C11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5" creationId="{B6564F8D-C2E3-6B9D-C9C4-24E625A8B69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46" creationId="{C5B11015-51B9-C6A7-E774-AE3FEC8B0F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0" creationId="{165FB6C6-462B-ACD8-FB8D-B61C45ED224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4" creationId="{B487F340-D4BC-8935-AA55-A87FDAAF410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5" creationId="{8B297632-B64B-474B-B776-3F5088379017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6" creationId="{986C7806-2615-6005-3B46-7F429F439B1F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7" creationId="{03DCB7D1-EA59-364C-41B4-E2F1813F4FCD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8" creationId="{E527666D-FEBA-9B4D-5D44-C083BE2BFD0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59" creationId="{6C1DF50C-4049-198A-314A-3D9AB9BF4A3C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0" creationId="{BB9CCCC5-A914-9240-23F1-CA17044F7FD8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1" creationId="{37D7ACC6-A8ED-B614-4B0D-8E1E6E94FD69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2" creationId="{10D7039E-1B22-BE86-C60C-54766FE8B73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3" creationId="{E5BC4C30-70E4-9E50-D851-0EEFEE7DA056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4" creationId="{CA9D2B10-5F83-1568-9727-5B8A00F2F3F0}"/>
          </ac:spMkLst>
        </pc:spChg>
        <pc:spChg chg="del">
          <ac:chgData name="Wilmer Ortega Erazo" userId="19082e28a51afb61" providerId="LiveId" clId="{30D428CD-1BB2-4A03-8594-A68FE992CDE1}" dt="2023-09-05T01:39:35.072" v="584" actId="478"/>
          <ac:spMkLst>
            <pc:docMk/>
            <pc:sldMk cId="1342916085" sldId="296"/>
            <ac:spMk id="65" creationId="{72E45E37-9048-89A5-55DA-334232039BFD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6" creationId="{34A91DC8-8942-B976-F63A-44B78B3A87B5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7" creationId="{E037DC76-561C-2BC4-003E-7920E8CB79D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68" creationId="{3A0B1DE8-A185-34BE-2C55-34357358DE24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0" creationId="{3AFA83EF-31A2-946E-C0DB-00BE739279DD}"/>
          </ac:spMkLst>
        </pc:spChg>
        <pc:spChg chg="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1" creationId="{F4B67512-F4B7-94F9-B9EF-C1DDC73B7E6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2" creationId="{40923DBA-453D-A51F-596C-DE255B05108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3" creationId="{63AFA1DC-CB09-9335-9E2A-393CDCCB35BE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4" creationId="{81C0AE52-A0D5-FE0A-CC92-3244A3E94823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5" creationId="{F2198937-8F6E-55C4-458C-42B155A5E1B0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6" creationId="{A255AB00-2D17-95E7-9266-7B7D9FB2BB31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7" creationId="{9BCDA06E-4EC9-2467-9505-25838EA5987C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8" creationId="{F3D64F0A-61B8-BB0A-0281-C75BA55218A8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79" creationId="{18C8DA48-2146-D857-3643-25930EB166C6}"/>
          </ac:spMkLst>
        </pc:spChg>
        <pc:spChg chg="add mod">
          <ac:chgData name="Wilmer Ortega Erazo" userId="19082e28a51afb61" providerId="LiveId" clId="{30D428CD-1BB2-4A03-8594-A68FE992CDE1}" dt="2023-09-05T01:40:07.965" v="589" actId="1076"/>
          <ac:spMkLst>
            <pc:docMk/>
            <pc:sldMk cId="1342916085" sldId="296"/>
            <ac:spMk id="80" creationId="{DB74D9EB-62D8-E8AF-9C6C-8A0F950E6643}"/>
          </ac:spMkLst>
        </pc:s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9" creationId="{828712A1-051C-AF75-9F59-BFD6E4FFEB67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1" creationId="{CE9B0043-677F-D83F-6A74-7890596232DE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35" creationId="{A401F6ED-6C1D-D9AB-EB6F-FDDAA98D5B53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47" creationId="{9DA51855-DA5C-F91E-4098-76C4158C5505}"/>
          </ac:grpSpMkLst>
        </pc:grpChg>
        <pc:grpChg chg="del">
          <ac:chgData name="Wilmer Ortega Erazo" userId="19082e28a51afb61" providerId="LiveId" clId="{30D428CD-1BB2-4A03-8594-A68FE992CDE1}" dt="2023-09-05T01:39:35.072" v="584" actId="478"/>
          <ac:grpSpMkLst>
            <pc:docMk/>
            <pc:sldMk cId="1342916085" sldId="296"/>
            <ac:grpSpMk id="51" creationId="{5EA2E0CB-BBDF-4E7A-895C-C5CDC0043A00}"/>
          </ac:grpSpMkLst>
        </pc:grpChg>
        <pc:grpChg chg="add mod">
          <ac:chgData name="Wilmer Ortega Erazo" userId="19082e28a51afb61" providerId="LiveId" clId="{30D428CD-1BB2-4A03-8594-A68FE992CDE1}" dt="2023-09-05T01:40:07.965" v="589" actId="1076"/>
          <ac:grpSpMkLst>
            <pc:docMk/>
            <pc:sldMk cId="1342916085" sldId="296"/>
            <ac:grpSpMk id="69" creationId="{65740D8F-5BC7-4D4D-E1CA-64AC7E8A123A}"/>
          </ac:grpSpMkLst>
        </pc:grpChg>
      </pc:sldChg>
      <pc:sldChg chg="delSp modSp add mod">
        <pc:chgData name="Wilmer Ortega Erazo" userId="19082e28a51afb61" providerId="LiveId" clId="{30D428CD-1BB2-4A03-8594-A68FE992CDE1}" dt="2023-09-05T01:41:21.818" v="595" actId="255"/>
        <pc:sldMkLst>
          <pc:docMk/>
          <pc:sldMk cId="3598863578" sldId="297"/>
        </pc:sldMkLst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3" creationId="{D1C3128C-DF94-7A3C-DDC6-8DF4D98AE068}"/>
          </ac:spMkLst>
        </pc:spChg>
        <pc:spChg chg="mod">
          <ac:chgData name="Wilmer Ortega Erazo" userId="19082e28a51afb61" providerId="LiveId" clId="{30D428CD-1BB2-4A03-8594-A68FE992CDE1}" dt="2023-09-05T01:41:21.818" v="595" actId="255"/>
          <ac:spMkLst>
            <pc:docMk/>
            <pc:sldMk cId="3598863578" sldId="297"/>
            <ac:spMk id="4" creationId="{A29C0834-3DBC-9FB3-0E0A-F77D599198EB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5" creationId="{9AE71725-DCD0-DA8F-2C48-C8AC45D28D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" creationId="{3EF1F1BE-F6ED-E60F-5EE8-53B801B82A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" creationId="{E944738A-D073-D7DE-E553-90B393BDDA0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2" creationId="{FFE69387-EE7C-10A2-B1BA-4A8192E3202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3" creationId="{01080B34-ED9F-1156-F0EA-A0DE4297E5E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4" creationId="{7988580F-25CE-B1E9-46F6-8C7DBFECC93D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5" creationId="{560E40FF-38A5-3B78-2C53-E703274F853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6" creationId="{0153565C-C398-83AC-54ED-758E057E8F8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7" creationId="{FC6D71AA-162B-FD63-C9A2-506C4EE814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8" creationId="{67C10626-329A-9756-8F1C-0C0EB828CC5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19" creationId="{13F0267C-4F4A-1D25-E9C0-A63133AD96FA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0" creationId="{985DBAF5-21DC-ACF5-533D-FA8494D769C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1" creationId="{E1427F38-C821-FEF4-B8CF-368A1E729AF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25" creationId="{97CD90F8-4DFA-91C8-FDE7-5AF37E71B95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6" creationId="{34A91DC8-8942-B976-F63A-44B78B3A87B5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7" creationId="{E037DC76-561C-2BC4-003E-7920E8CB79D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68" creationId="{3A0B1DE8-A185-34BE-2C55-34357358DE24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2" creationId="{40923DBA-453D-A51F-596C-DE255B05108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3" creationId="{63AFA1DC-CB09-9335-9E2A-393CDCCB35BE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4" creationId="{81C0AE52-A0D5-FE0A-CC92-3244A3E94823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5" creationId="{F2198937-8F6E-55C4-458C-42B155A5E1B0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6" creationId="{A255AB00-2D17-95E7-9266-7B7D9FB2BB31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7" creationId="{9BCDA06E-4EC9-2467-9505-25838EA5987C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8" creationId="{F3D64F0A-61B8-BB0A-0281-C75BA55218A8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79" creationId="{18C8DA48-2146-D857-3643-25930EB166C6}"/>
          </ac:spMkLst>
        </pc:spChg>
        <pc:spChg chg="del">
          <ac:chgData name="Wilmer Ortega Erazo" userId="19082e28a51afb61" providerId="LiveId" clId="{30D428CD-1BB2-4A03-8594-A68FE992CDE1}" dt="2023-09-05T01:41:04.178" v="591" actId="478"/>
          <ac:spMkLst>
            <pc:docMk/>
            <pc:sldMk cId="3598863578" sldId="297"/>
            <ac:spMk id="80" creationId="{DB74D9EB-62D8-E8AF-9C6C-8A0F950E6643}"/>
          </ac:spMkLst>
        </pc:s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9" creationId="{828712A1-051C-AF75-9F59-BFD6E4FFEB67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22" creationId="{75013774-4A78-E258-5BC9-5C9FE7E8CE3B}"/>
          </ac:grpSpMkLst>
        </pc:grpChg>
        <pc:grpChg chg="del">
          <ac:chgData name="Wilmer Ortega Erazo" userId="19082e28a51afb61" providerId="LiveId" clId="{30D428CD-1BB2-4A03-8594-A68FE992CDE1}" dt="2023-09-05T01:41:04.178" v="591" actId="478"/>
          <ac:grpSpMkLst>
            <pc:docMk/>
            <pc:sldMk cId="3598863578" sldId="297"/>
            <ac:grpSpMk id="69" creationId="{65740D8F-5BC7-4D4D-E1CA-64AC7E8A123A}"/>
          </ac:grpSpMkLst>
        </pc:grpChg>
      </pc:sldChg>
      <pc:sldChg chg="modSp add mod">
        <pc:chgData name="Wilmer Ortega Erazo" userId="19082e28a51afb61" providerId="LiveId" clId="{30D428CD-1BB2-4A03-8594-A68FE992CDE1}" dt="2023-09-05T01:45:29.908" v="644" actId="255"/>
        <pc:sldMkLst>
          <pc:docMk/>
          <pc:sldMk cId="294367465" sldId="298"/>
        </pc:sldMkLst>
        <pc:spChg chg="mod">
          <ac:chgData name="Wilmer Ortega Erazo" userId="19082e28a51afb61" providerId="LiveId" clId="{30D428CD-1BB2-4A03-8594-A68FE992CDE1}" dt="2023-09-05T01:43:35.993" v="629" actId="255"/>
          <ac:spMkLst>
            <pc:docMk/>
            <pc:sldMk cId="294367465" sldId="298"/>
            <ac:spMk id="2" creationId="{C4B3BC51-1413-F46C-B9D5-F37ECB40D137}"/>
          </ac:spMkLst>
        </pc:spChg>
        <pc:spChg chg="mod">
          <ac:chgData name="Wilmer Ortega Erazo" userId="19082e28a51afb61" providerId="LiveId" clId="{30D428CD-1BB2-4A03-8594-A68FE992CDE1}" dt="2023-09-05T01:45:29.908" v="644" actId="255"/>
          <ac:spMkLst>
            <pc:docMk/>
            <pc:sldMk cId="294367465" sldId="298"/>
            <ac:spMk id="4" creationId="{A29C0834-3DBC-9FB3-0E0A-F77D599198EB}"/>
          </ac:spMkLst>
        </pc:spChg>
      </pc:sldChg>
      <pc:sldChg chg="modSp add mod">
        <pc:chgData name="Wilmer Ortega Erazo" userId="19082e28a51afb61" providerId="LiveId" clId="{30D428CD-1BB2-4A03-8594-A68FE992CDE1}" dt="2023-09-05T01:46:10.148" v="655" actId="255"/>
        <pc:sldMkLst>
          <pc:docMk/>
          <pc:sldMk cId="4092678982" sldId="299"/>
        </pc:sldMkLst>
        <pc:spChg chg="mod">
          <ac:chgData name="Wilmer Ortega Erazo" userId="19082e28a51afb61" providerId="LiveId" clId="{30D428CD-1BB2-4A03-8594-A68FE992CDE1}" dt="2023-09-05T01:46:10.148" v="655" actId="255"/>
          <ac:spMkLst>
            <pc:docMk/>
            <pc:sldMk cId="4092678982" sldId="299"/>
            <ac:spMk id="4" creationId="{A29C0834-3DBC-9FB3-0E0A-F77D599198EB}"/>
          </ac:spMkLst>
        </pc:spChg>
      </pc:sldChg>
      <pc:sldChg chg="modSp add mod ord">
        <pc:chgData name="Wilmer Ortega Erazo" userId="19082e28a51afb61" providerId="LiveId" clId="{30D428CD-1BB2-4A03-8594-A68FE992CDE1}" dt="2023-09-05T01:48:20.421" v="690" actId="255"/>
        <pc:sldMkLst>
          <pc:docMk/>
          <pc:sldMk cId="667583572" sldId="300"/>
        </pc:sldMkLst>
        <pc:spChg chg="mod">
          <ac:chgData name="Wilmer Ortega Erazo" userId="19082e28a51afb61" providerId="LiveId" clId="{30D428CD-1BB2-4A03-8594-A68FE992CDE1}" dt="2023-09-05T01:48:20.421" v="690" actId="255"/>
          <ac:spMkLst>
            <pc:docMk/>
            <pc:sldMk cId="667583572" sldId="300"/>
            <ac:spMk id="2" creationId="{91A14A99-37E7-FD86-1156-A753F20D5A3A}"/>
          </ac:spMkLst>
        </pc:spChg>
      </pc:sldChg>
      <pc:sldChg chg="addSp delSp modSp add del mod">
        <pc:chgData name="Wilmer Ortega Erazo" userId="19082e28a51afb61" providerId="LiveId" clId="{30D428CD-1BB2-4A03-8594-A68FE992CDE1}" dt="2023-09-05T01:47:23.981" v="661" actId="2890"/>
        <pc:sldMkLst>
          <pc:docMk/>
          <pc:sldMk cId="2699900223" sldId="300"/>
        </pc:sldMkLst>
        <pc:spChg chg="add del mod">
          <ac:chgData name="Wilmer Ortega Erazo" userId="19082e28a51afb61" providerId="LiveId" clId="{30D428CD-1BB2-4A03-8594-A68FE992CDE1}" dt="2023-09-05T01:47:23.546" v="660"/>
          <ac:spMkLst>
            <pc:docMk/>
            <pc:sldMk cId="2699900223" sldId="300"/>
            <ac:spMk id="3" creationId="{454E545E-1C91-686E-5F21-7D3335853503}"/>
          </ac:spMkLst>
        </pc:spChg>
        <pc:spChg chg="add del">
          <ac:chgData name="Wilmer Ortega Erazo" userId="19082e28a51afb61" providerId="LiveId" clId="{30D428CD-1BB2-4A03-8594-A68FE992CDE1}" dt="2023-09-05T01:47:23.080" v="659" actId="478"/>
          <ac:spMkLst>
            <pc:docMk/>
            <pc:sldMk cId="2699900223" sldId="300"/>
            <ac:spMk id="4" creationId="{A29C0834-3DBC-9FB3-0E0A-F77D599198E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4120" y="1803300"/>
            <a:ext cx="7390811" cy="2387600"/>
          </a:xfrm>
          <a:prstGeom prst="rect">
            <a:avLst/>
          </a:prstGeom>
        </p:spPr>
        <p:txBody>
          <a:bodyPr anchor="b"/>
          <a:lstStyle>
            <a:lvl1pPr algn="l">
              <a:defRPr sz="36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 dirty="0"/>
              <a:t>Nombre de la Presentación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4120" y="4282975"/>
            <a:ext cx="7390811" cy="9023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Nombre del presentador</a:t>
            </a:r>
            <a:endParaRPr lang="en-US" dirty="0"/>
          </a:p>
        </p:txBody>
      </p:sp>
      <p:sp>
        <p:nvSpPr>
          <p:cNvPr id="6" name="Marcador de contenido 4"/>
          <p:cNvSpPr>
            <a:spLocks noGrp="1"/>
          </p:cNvSpPr>
          <p:nvPr>
            <p:ph sz="quarter" idx="11" hasCustomPrompt="1"/>
          </p:nvPr>
        </p:nvSpPr>
        <p:spPr>
          <a:xfrm>
            <a:off x="4234121" y="5797420"/>
            <a:ext cx="7390811" cy="2819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 b="1" i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  <a:lvl2pPr marL="4572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2pPr>
            <a:lvl3pPr marL="9144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3pPr>
            <a:lvl4pPr marL="13716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4pPr>
            <a:lvl5pPr marL="1828800" indent="0">
              <a:buNone/>
              <a:defRPr sz="2000" i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5pPr>
          </a:lstStyle>
          <a:p>
            <a:r>
              <a:rPr lang="pt-BR" dirty="0"/>
              <a:t>Cali, 20 de </a:t>
            </a:r>
            <a:r>
              <a:rPr lang="pt-BR" dirty="0" err="1"/>
              <a:t>enero</a:t>
            </a:r>
            <a:r>
              <a:rPr lang="pt-BR" dirty="0"/>
              <a:t> de 2016</a:t>
            </a:r>
          </a:p>
        </p:txBody>
      </p:sp>
      <p:sp>
        <p:nvSpPr>
          <p:cNvPr id="9" name="CuadroTexto 8"/>
          <p:cNvSpPr txBox="1"/>
          <p:nvPr/>
        </p:nvSpPr>
        <p:spPr>
          <a:xfrm>
            <a:off x="4233334" y="5425594"/>
            <a:ext cx="5065213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/>
            <a:r>
              <a:rPr lang="es-E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Facultad de Salud</a:t>
            </a:r>
          </a:p>
        </p:txBody>
      </p:sp>
      <p:pic>
        <p:nvPicPr>
          <p:cNvPr id="10" name="2 Image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312" y="204917"/>
            <a:ext cx="2082917" cy="1552346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75661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30/11/2023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0173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9766571" cy="44636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5" name="CuadroTexto 4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72118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1B7D7-FD72-2FF6-6D3F-2EB0395E7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EE7035-859A-B0A2-D12E-DD9E501E7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AF376A-178A-4B14-D559-DC12BA84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552DA-B7B6-4085-A2D9-60E2B66D6591}" type="datetimeFigureOut">
              <a:rPr lang="es-CO" smtClean="0"/>
              <a:t>30/11/2023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528F0A-A068-211B-75B3-91D87A4C3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972155-BFE0-EDAC-8AA4-EC8CBC55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3279-609A-4A94-A279-595A2E79EF7A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89223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imagen 2"/>
          <p:cNvSpPr>
            <a:spLocks noGrp="1"/>
          </p:cNvSpPr>
          <p:nvPr>
            <p:ph type="pic" idx="1"/>
          </p:nvPr>
        </p:nvSpPr>
        <p:spPr>
          <a:xfrm>
            <a:off x="1906622" y="1014491"/>
            <a:ext cx="9348676" cy="4873625"/>
          </a:xfrm>
          <a:prstGeom prst="rect">
            <a:avLst/>
          </a:prstGeom>
          <a:effectLst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595906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gráfico 8"/>
          <p:cNvSpPr>
            <a:spLocks noGrp="1"/>
          </p:cNvSpPr>
          <p:nvPr>
            <p:ph type="chart" sz="quarter" idx="10"/>
          </p:nvPr>
        </p:nvSpPr>
        <p:spPr>
          <a:xfrm>
            <a:off x="1815829" y="1617041"/>
            <a:ext cx="9766571" cy="4739155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 gráfico</a:t>
            </a:r>
            <a:endParaRPr lang="es-ES_tradnl" dirty="0"/>
          </a:p>
        </p:txBody>
      </p:sp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6" name="CuadroTexto 5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1474988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1815829" y="252920"/>
            <a:ext cx="9766571" cy="1118681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 dirty="0"/>
          </a:p>
        </p:txBody>
      </p:sp>
      <p:sp>
        <p:nvSpPr>
          <p:cNvPr id="9" name="Marcador de contenido 2"/>
          <p:cNvSpPr>
            <a:spLocks noGrp="1"/>
          </p:cNvSpPr>
          <p:nvPr>
            <p:ph idx="1"/>
          </p:nvPr>
        </p:nvSpPr>
        <p:spPr>
          <a:xfrm>
            <a:off x="1815829" y="1825625"/>
            <a:ext cx="5157400" cy="458632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C00000"/>
              </a:buClr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 charset="2"/>
              <a:buChar char="§"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 dirty="0"/>
          </a:p>
        </p:txBody>
      </p:sp>
      <p:sp>
        <p:nvSpPr>
          <p:cNvPr id="11" name="Marcador de imagen 10"/>
          <p:cNvSpPr>
            <a:spLocks noGrp="1"/>
          </p:cNvSpPr>
          <p:nvPr>
            <p:ph type="pic" sz="quarter" idx="10"/>
          </p:nvPr>
        </p:nvSpPr>
        <p:spPr>
          <a:xfrm>
            <a:off x="7181386" y="1825625"/>
            <a:ext cx="4401015" cy="2824434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en el icono para agregar una imagen</a:t>
            </a:r>
            <a:endParaRPr lang="es-ES_tradnl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9214883" y="6517333"/>
            <a:ext cx="283534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r"/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Facultad de Salud</a:t>
            </a:r>
          </a:p>
        </p:txBody>
      </p:sp>
    </p:spTree>
    <p:extLst>
      <p:ext uri="{BB962C8B-B14F-4D97-AF65-F5344CB8AC3E}">
        <p14:creationId xmlns:p14="http://schemas.microsoft.com/office/powerpoint/2010/main" val="403549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6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84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34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40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0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94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5F8A7-5B09-2297-049A-F770AF606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1733" y="1041400"/>
            <a:ext cx="9144000" cy="2387600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Bases de datos I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71A42-09A7-91A0-BE8B-AE0E01E96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0600" y="3429000"/>
            <a:ext cx="9144000" cy="1655762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Wilmer Hernán Ortega Erazo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EDFEFCA-5464-FE50-AF10-130E28C56120}"/>
              </a:ext>
            </a:extLst>
          </p:cNvPr>
          <p:cNvSpPr txBox="1"/>
          <p:nvPr/>
        </p:nvSpPr>
        <p:spPr>
          <a:xfrm>
            <a:off x="5020733" y="5447268"/>
            <a:ext cx="5223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Facultad de ingeniería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3028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3" y="0"/>
            <a:ext cx="9516534" cy="1423358"/>
          </a:xfrm>
        </p:spPr>
        <p:txBody>
          <a:bodyPr/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Objetivos de Aprendizaje</a:t>
            </a:r>
            <a:endParaRPr lang="es-CO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4" y="1792700"/>
            <a:ext cx="9516534" cy="250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Desarrollar consultas utilizando operadores de agregación SQL.</a:t>
            </a:r>
          </a:p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Modificar una base de datos mediante operadores DML del SQL</a:t>
            </a:r>
            <a:r>
              <a:rPr lang="es-E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Resolver una consulta mediante el empleo de vistas en SQL.</a:t>
            </a:r>
          </a:p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Definir un campo de una tabla como llave primaria, en SQL.</a:t>
            </a:r>
          </a:p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atributo como llave foránea, en SQL.</a:t>
            </a:r>
          </a:p>
          <a:p>
            <a:pPr marL="450850" lvl="0" indent="-342900">
              <a:spcAft>
                <a:spcPts val="300"/>
              </a:spcAft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Describir el concepto de Integridad referencial.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38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Funciones de Agregación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72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378" algn="just">
              <a:lnSpc>
                <a:spcPct val="98000"/>
              </a:lnSpc>
              <a:spcAft>
                <a:spcPts val="1256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Existen consultas donde se necesita realizar operaciones que incluyen relaciones en las cuales se agregan valores en una columna. Por </a:t>
            </a:r>
            <a:r>
              <a:rPr lang="es-CO" sz="2200" b="1" i="1" spc="-1" dirty="0">
                <a:solidFill>
                  <a:srgbClr val="FF0000"/>
                </a:solidFill>
                <a:latin typeface="Arial"/>
                <a:ea typeface="DejaVu Sans"/>
              </a:rPr>
              <a:t>agregación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se entiende una operación que forma </a:t>
            </a:r>
            <a:r>
              <a:rPr lang="es-CO" sz="2200" b="1" spc="-1" dirty="0">
                <a:solidFill>
                  <a:srgbClr val="0000CC"/>
                </a:solidFill>
                <a:latin typeface="Arial"/>
                <a:ea typeface="DejaVu Sans"/>
              </a:rPr>
              <a:t>un solo valor a partir de una lista de valores 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que tiene la columna. </a:t>
            </a:r>
            <a:endParaRPr lang="es-CO" sz="2200" spc="-1" dirty="0">
              <a:latin typeface="Arial"/>
            </a:endParaRPr>
          </a:p>
          <a:p>
            <a:pPr marL="19378" algn="just">
              <a:lnSpc>
                <a:spcPct val="98000"/>
              </a:lnSpc>
              <a:spcAft>
                <a:spcPts val="1256"/>
              </a:spcAft>
            </a:pPr>
            <a:r>
              <a:rPr lang="es-CO" sz="2200" b="1" spc="-1" dirty="0">
                <a:solidFill>
                  <a:srgbClr val="FF0000"/>
                </a:solidFill>
                <a:latin typeface="Arial"/>
                <a:ea typeface="DejaVu Sans"/>
              </a:rPr>
              <a:t>SQL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permite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agregar valores en columnas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y también agrupar tuplas de una relación conforme a algún criterio, el valor de alguna otra columna, y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agregar luego dentro de cada grupo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200" spc="-1" dirty="0">
              <a:latin typeface="Arial"/>
            </a:endParaRPr>
          </a:p>
          <a:p>
            <a:pPr marL="19378" algn="just">
              <a:lnSpc>
                <a:spcPct val="98000"/>
              </a:lnSpc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SQL ofrece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cinco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operadores de agregación:</a:t>
            </a:r>
            <a:endParaRPr lang="es-CO" sz="2200" spc="-1" dirty="0">
              <a:latin typeface="Arial"/>
            </a:endParaRPr>
          </a:p>
          <a:p>
            <a:pPr marL="476250" indent="-457200" algn="just">
              <a:lnSpc>
                <a:spcPct val="98000"/>
              </a:lnSpc>
              <a:buFont typeface="+mj-lt"/>
              <a:buAutoNum type="arabicPeriod"/>
            </a:pP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SUM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la suma de los valores de una columna.</a:t>
            </a:r>
            <a:endParaRPr lang="es-CO" sz="2200" spc="-1" dirty="0">
              <a:latin typeface="Arial"/>
            </a:endParaRPr>
          </a:p>
          <a:p>
            <a:pPr marL="476250" indent="-457200" algn="just">
              <a:lnSpc>
                <a:spcPct val="98000"/>
              </a:lnSpc>
              <a:buFont typeface="+mj-lt"/>
              <a:buAutoNum type="arabicPeriod"/>
            </a:pP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AVG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el promedio de los valores de una columna.</a:t>
            </a:r>
            <a:endParaRPr lang="es-CO" sz="2200" spc="-1" dirty="0">
              <a:latin typeface="Arial"/>
            </a:endParaRPr>
          </a:p>
          <a:p>
            <a:pPr marL="476250" indent="-457200" algn="just">
              <a:lnSpc>
                <a:spcPct val="98000"/>
              </a:lnSpc>
              <a:buFont typeface="+mj-lt"/>
              <a:buAutoNum type="arabicPeriod"/>
            </a:pP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MIN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el valor mínimo de la columna.</a:t>
            </a:r>
            <a:endParaRPr lang="es-CO" sz="2200" spc="-1" dirty="0">
              <a:latin typeface="Arial"/>
            </a:endParaRPr>
          </a:p>
          <a:p>
            <a:pPr marL="476250" indent="-457200" algn="just">
              <a:lnSpc>
                <a:spcPct val="98000"/>
              </a:lnSpc>
              <a:buFont typeface="+mj-lt"/>
              <a:buAutoNum type="arabicPeriod"/>
            </a:pP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MAX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el valor máximo de la columna.</a:t>
            </a:r>
            <a:endParaRPr lang="es-CO" sz="2200" spc="-1" dirty="0">
              <a:latin typeface="Arial"/>
            </a:endParaRPr>
          </a:p>
          <a:p>
            <a:pPr marL="476250" indent="-457200" algn="just">
              <a:lnSpc>
                <a:spcPct val="94000"/>
              </a:lnSpc>
              <a:buFont typeface="+mj-lt"/>
              <a:buAutoNum type="arabicPeriod"/>
            </a:pP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COUNT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el número de valores (con duplicados) de la columna.</a:t>
            </a: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194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Funciones de Agregación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960">
              <a:lnSpc>
                <a:spcPct val="100000"/>
              </a:lnSpc>
              <a:spcAft>
                <a:spcPts val="1423"/>
              </a:spcAft>
            </a:pP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CONSULTA: </a:t>
            </a:r>
            <a:r>
              <a:rPr lang="es-MX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¿Cuál es el mayor y el menor salario pagado?</a:t>
            </a:r>
            <a:endParaRPr lang="es-CO" sz="2200" b="0" strike="noStrike" spc="-1" dirty="0">
              <a:latin typeface="Arial"/>
            </a:endParaRPr>
          </a:p>
          <a:p>
            <a:pPr marL="21960">
              <a:lnSpc>
                <a:spcPct val="100000"/>
              </a:lnSpc>
            </a:pPr>
            <a:r>
              <a:rPr lang="es-CO" sz="22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MAX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(salario), </a:t>
            </a:r>
            <a:r>
              <a:rPr lang="es-CO" sz="22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MIN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(salario)</a:t>
            </a:r>
            <a:endParaRPr lang="es-CO" sz="2200" b="0" strike="noStrike" spc="-1" dirty="0">
              <a:latin typeface="Arial"/>
            </a:endParaRPr>
          </a:p>
          <a:p>
            <a:pPr marL="21960"/>
            <a:r>
              <a:rPr lang="es-CO" sz="22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Empleado; </a:t>
            </a:r>
          </a:p>
          <a:p>
            <a:pPr marL="21960"/>
            <a:endParaRPr lang="es-CO" sz="2200" b="1" strike="noStrike" spc="-1" dirty="0">
              <a:solidFill>
                <a:srgbClr val="000000"/>
              </a:solidFill>
              <a:latin typeface="Arial" panose="020B0604020202020204" pitchFamily="34" charset="0"/>
              <a:ea typeface="DejaVu Sans"/>
              <a:cs typeface="Arial" panose="020B0604020202020204" pitchFamily="34" charset="0"/>
            </a:endParaRPr>
          </a:p>
          <a:p>
            <a:pPr marL="21960">
              <a:lnSpc>
                <a:spcPct val="100000"/>
              </a:lnSpc>
              <a:spcBef>
                <a:spcPts val="1134"/>
              </a:spcBef>
              <a:spcAft>
                <a:spcPts val="567"/>
              </a:spcAft>
            </a:pPr>
            <a:endParaRPr lang="es-CO" sz="2200" b="0" strike="noStrike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21960">
              <a:lnSpc>
                <a:spcPct val="100000"/>
              </a:lnSpc>
              <a:spcBef>
                <a:spcPts val="1134"/>
              </a:spcBef>
              <a:spcAft>
                <a:spcPts val="567"/>
              </a:spcAft>
            </a:pP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CONSULTA: </a:t>
            </a:r>
            <a:r>
              <a:rPr lang="es-MX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¿Cuál es el promedio del número de días que los empleados están asignados a la obra 435?</a:t>
            </a:r>
            <a:endParaRPr lang="es-CO" sz="2200" b="0" strike="noStrike" spc="-1" dirty="0">
              <a:latin typeface="Arial"/>
            </a:endParaRPr>
          </a:p>
          <a:p>
            <a:pPr marL="21960">
              <a:lnSpc>
                <a:spcPct val="100000"/>
              </a:lnSpc>
            </a:pPr>
            <a:r>
              <a:rPr lang="es-CO" sz="22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AVG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2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nroDias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s-CO" sz="2200" b="0" strike="noStrike" spc="-1" dirty="0">
              <a:latin typeface="Arial"/>
            </a:endParaRPr>
          </a:p>
          <a:p>
            <a:pPr marL="21960">
              <a:lnSpc>
                <a:spcPct val="100000"/>
              </a:lnSpc>
            </a:pPr>
            <a:r>
              <a:rPr lang="es-CO" sz="22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Asignacion</a:t>
            </a:r>
            <a:endParaRPr lang="es-CO" sz="2200" b="0" strike="noStrike" spc="-1" dirty="0">
              <a:latin typeface="Arial"/>
            </a:endParaRPr>
          </a:p>
          <a:p>
            <a:pPr marL="21960">
              <a:lnSpc>
                <a:spcPct val="100000"/>
              </a:lnSpc>
              <a:spcAft>
                <a:spcPts val="1423"/>
              </a:spcAft>
            </a:pPr>
            <a:r>
              <a:rPr lang="es-CO" sz="22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idObra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0" strike="noStrike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2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435;</a:t>
            </a:r>
            <a:endParaRPr lang="es-CO" sz="2200" b="0" strike="noStrike" spc="-1" dirty="0"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D218DD-8A32-C759-6D91-F1F057ADA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6572" y="1899911"/>
            <a:ext cx="3325733" cy="885748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099EF8D-FDD2-1B2C-435D-942B82D52B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7683" y="4344529"/>
            <a:ext cx="3244622" cy="93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775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Funciones de Agregación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16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">
              <a:lnSpc>
                <a:spcPct val="100000"/>
              </a:lnSpc>
              <a:spcAft>
                <a:spcPts val="848"/>
              </a:spcAft>
            </a:pP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CONSULTA: </a:t>
            </a:r>
            <a:r>
              <a:rPr lang="es-MX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¿Cuál es el número total de días utilizados por los plomeros en la obra 312?</a:t>
            </a:r>
            <a:endParaRPr lang="es-CO" sz="2000" b="0" strike="noStrike" spc="-1" dirty="0">
              <a:latin typeface="Arial"/>
            </a:endParaRPr>
          </a:p>
          <a:p>
            <a:pPr marL="45720">
              <a:lnSpc>
                <a:spcPct val="100000"/>
              </a:lnSpc>
            </a:pPr>
            <a:r>
              <a:rPr lang="es-CO" sz="20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SUM</a:t>
            </a:r>
            <a:r>
              <a:rPr lang="es-CO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000" b="1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nroDias</a:t>
            </a:r>
            <a:r>
              <a:rPr lang="es-CO" sz="2000" b="1" strike="noStrike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s-CO" sz="2000" b="0" strike="noStrike" spc="-1" dirty="0">
              <a:latin typeface="Arial"/>
            </a:endParaRPr>
          </a:p>
          <a:p>
            <a:pPr marL="45720">
              <a:lnSpc>
                <a:spcPct val="100000"/>
              </a:lnSpc>
            </a:pPr>
            <a:r>
              <a:rPr lang="es-CO" sz="20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Asignacion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, Empleado</a:t>
            </a:r>
            <a:endParaRPr lang="es-CO" sz="2000" b="0" strike="noStrike" spc="-1" dirty="0">
              <a:latin typeface="Arial"/>
            </a:endParaRPr>
          </a:p>
          <a:p>
            <a:pPr marL="45720">
              <a:lnSpc>
                <a:spcPct val="100000"/>
              </a:lnSpc>
            </a:pPr>
            <a:r>
              <a:rPr lang="es-CO" sz="20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Asignacion.idObra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312 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and</a:t>
            </a:r>
            <a:endParaRPr lang="es-CO" sz="2000" b="0" strike="noStrike" spc="-1" dirty="0">
              <a:latin typeface="Arial"/>
            </a:endParaRPr>
          </a:p>
          <a:p>
            <a:pPr marL="861840" indent="-284400">
              <a:lnSpc>
                <a:spcPct val="100000"/>
              </a:lnSpc>
            </a:pP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especialidad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“Plomero” 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and</a:t>
            </a:r>
            <a:endParaRPr lang="es-CO" sz="2000" b="0" strike="noStrike" spc="-1" dirty="0">
              <a:latin typeface="Arial"/>
            </a:endParaRPr>
          </a:p>
          <a:p>
            <a:pPr marL="861840" indent="-284400">
              <a:lnSpc>
                <a:spcPct val="100000"/>
              </a:lnSpc>
              <a:spcAft>
                <a:spcPts val="1137"/>
              </a:spcAft>
            </a:pPr>
            <a:r>
              <a:rPr lang="es-CO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Empleado.codigo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0" strike="noStrike" spc="-1" dirty="0" err="1">
                <a:solidFill>
                  <a:srgbClr val="000000"/>
                </a:solidFill>
                <a:latin typeface="Arial"/>
                <a:ea typeface="DejaVu Sans"/>
              </a:rPr>
              <a:t>Asignacion.codigo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s-CO" sz="20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</a:pPr>
            <a:endParaRPr lang="es-CO" sz="9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  <a:spcAft>
                <a:spcPts val="848"/>
              </a:spcAft>
            </a:pP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CONSULTA: ¿Cuantas especialidades diferentes hay?</a:t>
            </a:r>
            <a:endParaRPr lang="es-CO" sz="20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</a:pPr>
            <a:r>
              <a:rPr lang="es-CO" sz="20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COUNT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000" b="1" strike="noStrike" spc="-1" dirty="0">
                <a:solidFill>
                  <a:srgbClr val="FF3366"/>
                </a:solidFill>
                <a:latin typeface="Arial"/>
                <a:ea typeface="DejaVu Sans"/>
              </a:rPr>
              <a:t>DISTINCT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especialidad)</a:t>
            </a:r>
            <a:endParaRPr lang="es-CO" sz="20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</a:pPr>
            <a:r>
              <a:rPr lang="es-CO" sz="2000" b="1" strike="noStrike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DejaVu Sans"/>
              </a:rPr>
              <a:t> Empleado;</a:t>
            </a:r>
            <a:endParaRPr lang="es-CO" sz="20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</a:pPr>
            <a:endParaRPr lang="es-CO" sz="2000" b="0" strike="noStrike" spc="-1" dirty="0">
              <a:latin typeface="Arial"/>
            </a:endParaRPr>
          </a:p>
          <a:p>
            <a:pPr marL="45720" indent="-284400">
              <a:lnSpc>
                <a:spcPct val="100000"/>
              </a:lnSpc>
            </a:pP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Ya que la misma especialidad esta repetida en diferentes filas, es necesario usar la palabra clave </a:t>
            </a:r>
            <a:r>
              <a:rPr lang="es-CO" sz="2000" b="1" i="1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“</a:t>
            </a:r>
            <a:r>
              <a:rPr lang="es-CO" sz="2000" b="1" i="1" strike="noStrike" spc="-1" dirty="0">
                <a:solidFill>
                  <a:srgbClr val="FF3366"/>
                </a:solidFill>
                <a:latin typeface="Arial"/>
                <a:ea typeface="Times New Roman"/>
              </a:rPr>
              <a:t>DISTINCT</a:t>
            </a:r>
            <a:r>
              <a:rPr lang="es-CO" sz="2000" b="1" i="1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”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 en el </a:t>
            </a:r>
            <a:r>
              <a:rPr lang="es-CO" sz="2000" b="0" strike="noStrike" spc="-1" dirty="0" err="1">
                <a:solidFill>
                  <a:srgbClr val="000000"/>
                </a:solidFill>
                <a:latin typeface="Arial"/>
                <a:ea typeface="Times New Roman"/>
              </a:rPr>
              <a:t>query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, tal que el sistema </a:t>
            </a:r>
            <a:r>
              <a:rPr lang="es-CO" sz="2000" b="0" strike="noStrike" spc="-1" dirty="0">
                <a:solidFill>
                  <a:srgbClr val="FF0000"/>
                </a:solidFill>
                <a:latin typeface="Arial"/>
                <a:ea typeface="Times New Roman"/>
              </a:rPr>
              <a:t>no cuente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 la misma especialidad </a:t>
            </a:r>
            <a:r>
              <a:rPr lang="es-CO" sz="2000" b="0" strike="noStrike" spc="-1" dirty="0">
                <a:solidFill>
                  <a:srgbClr val="0000FF"/>
                </a:solidFill>
                <a:latin typeface="Arial"/>
                <a:ea typeface="Times New Roman"/>
              </a:rPr>
              <a:t>más de una vez</a:t>
            </a:r>
            <a:r>
              <a:rPr lang="es-CO" sz="2000" b="0" strike="noStrike" spc="-1" dirty="0">
                <a:solidFill>
                  <a:srgbClr val="000000"/>
                </a:solidFill>
                <a:latin typeface="Arial"/>
                <a:ea typeface="Times New Roman"/>
              </a:rPr>
              <a:t>. </a:t>
            </a:r>
            <a:endParaRPr lang="es-CO" sz="2000" b="0" strike="noStrike" spc="-1" dirty="0">
              <a:latin typeface="Arial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119E8C-C502-0B67-11A5-A50F0DD1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095" y="1725042"/>
            <a:ext cx="1410560" cy="8060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E786312-EFF6-1CC5-F97E-F097371AA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095" y="4157550"/>
            <a:ext cx="1410560" cy="81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5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Agrupamiento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501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Bef>
                <a:spcPts val="300"/>
              </a:spcBef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Un requerimiento práctico simple es tener los resultados de una consulta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en cierto orden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: alfabético por nombre, descendente por fecha, etc. Esta función la proporciona la cláusula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order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200" spc="-1" dirty="0">
              <a:latin typeface="Arial"/>
            </a:endParaRPr>
          </a:p>
          <a:p>
            <a:pPr marL="18107" algn="just">
              <a:spcBef>
                <a:spcPts val="300"/>
              </a:spcBef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Menos obvia es la necesidad de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agrupar conjuntos de tuplas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que tengan cierto valor en común y aplicar luego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una función de agregación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al conjunto, tal como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COUNT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SUM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etc. en forma separada a cada conjunto. </a:t>
            </a:r>
            <a:endParaRPr lang="es-CO" sz="2200" spc="-1" dirty="0">
              <a:latin typeface="Arial"/>
            </a:endParaRPr>
          </a:p>
          <a:p>
            <a:pPr marL="18107" algn="just">
              <a:spcBef>
                <a:spcPts val="300"/>
              </a:spcBef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Para ello se utilizará la cláusula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colocada después de la cláusula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acompañada de una lista de atributos de </a:t>
            </a:r>
            <a:r>
              <a:rPr lang="es-CO" sz="2200" i="1" spc="-1" dirty="0">
                <a:solidFill>
                  <a:srgbClr val="0000FF"/>
                </a:solidFill>
                <a:latin typeface="Arial"/>
                <a:ea typeface="DejaVu Sans"/>
              </a:rPr>
              <a:t>agrupamiento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. Los operadores de agregación que se usen en la cláusula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se aplican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únicamente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dentro de los grupos.</a:t>
            </a:r>
            <a:endParaRPr lang="es-CO" sz="2200" spc="-1" dirty="0">
              <a:latin typeface="Arial"/>
            </a:endParaRPr>
          </a:p>
          <a:p>
            <a:pPr marL="18107" algn="just">
              <a:spcBef>
                <a:spcPts val="300"/>
              </a:spcBef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Igual que la cláusula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aplica en un bloque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SELECT-FROM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como filtro, la cláusula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having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cumple ese papel con los grupos.</a:t>
            </a: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8188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Agrupamiento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7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Bef>
                <a:spcPts val="300"/>
              </a:spcBef>
              <a:spcAft>
                <a:spcPts val="6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A continuación, se presenta la sintaxis de la cláusula </a:t>
            </a:r>
            <a:r>
              <a:rPr lang="es-CO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GROUP BY</a:t>
            </a:r>
            <a:r>
              <a:rPr lang="es-CO" altLang="es-CO" sz="2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:</a:t>
            </a:r>
            <a:endParaRPr lang="es-CO" sz="2400" b="1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SELECT 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 columna_1, 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 columna_2,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 </a:t>
            </a:r>
            <a:r>
              <a:rPr lang="es-CO" altLang="es-CO" sz="2400" b="1" dirty="0" err="1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función_agregada</a:t>
            </a: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(columna_3)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FROM  </a:t>
            </a:r>
            <a:r>
              <a:rPr lang="es-CO" altLang="es-CO" sz="2400" b="1" dirty="0" err="1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tablaBase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GROUP BY 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 columna_1,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CO" altLang="es-CO" sz="2400" b="1" dirty="0">
                <a:solidFill>
                  <a:srgbClr val="0000CC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   columna_2;</a:t>
            </a:r>
            <a:endParaRPr lang="es-CO" altLang="es-CO" sz="2400" b="1" dirty="0">
              <a:solidFill>
                <a:srgbClr val="0000CC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La cláusula </a:t>
            </a:r>
            <a:r>
              <a:rPr lang="es-ES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GROUP BY </a:t>
            </a: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debe aparecer después de la cláusula </a:t>
            </a:r>
            <a:r>
              <a:rPr lang="es-ES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FROM</a:t>
            </a: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o </a:t>
            </a:r>
            <a:r>
              <a:rPr lang="es-ES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WHERE</a:t>
            </a: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Después del </a:t>
            </a:r>
            <a:r>
              <a:rPr lang="es-ES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GROUP BY </a:t>
            </a: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hay una columna o lista de columnas separadas. Además de la columna de la tabla, se puede usar una expresión en la cláusula </a:t>
            </a:r>
            <a:r>
              <a:rPr lang="es-ES" altLang="es-CO" sz="2400" b="1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GROUP BY</a:t>
            </a:r>
            <a:r>
              <a:rPr lang="es-ES" altLang="es-CO" sz="2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es-ES" alt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645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Agrupamiento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42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48"/>
              </a:spcAft>
            </a:pP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CONSULTA: </a:t>
            </a:r>
            <a:r>
              <a:rPr lang="es-MX" sz="2000" spc="-1" dirty="0">
                <a:solidFill>
                  <a:srgbClr val="000000"/>
                </a:solidFill>
                <a:latin typeface="Arial"/>
                <a:ea typeface="DejaVu Sans"/>
              </a:rPr>
              <a:t>¿Para cada supervisor, cual es el mayor salario pagado a un trabajador que le reporta a este supervisor?</a:t>
            </a:r>
            <a:endParaRPr lang="es-CO" sz="2000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CO" sz="20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000" b="1" spc="-1" dirty="0">
                <a:solidFill>
                  <a:srgbClr val="FF3366"/>
                </a:solidFill>
                <a:latin typeface="Arial"/>
                <a:ea typeface="DejaVu Sans"/>
              </a:rPr>
              <a:t>MAX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(salario)</a:t>
            </a:r>
            <a:endParaRPr lang="es-CO" sz="2000" spc="-1" dirty="0"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CO" sz="20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Empleado</a:t>
            </a:r>
            <a:endParaRPr lang="es-CO" sz="2000" spc="-1" dirty="0">
              <a:latin typeface="Arial"/>
            </a:endParaRPr>
          </a:p>
          <a:p>
            <a:pPr algn="just">
              <a:spcAft>
                <a:spcPts val="1423"/>
              </a:spcAft>
            </a:pPr>
            <a:r>
              <a:rPr lang="es-CO" sz="20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0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0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;   </a:t>
            </a:r>
          </a:p>
          <a:p>
            <a:pPr algn="just">
              <a:spcAft>
                <a:spcPts val="1423"/>
              </a:spcAft>
            </a:pPr>
            <a:endParaRPr lang="es-CO" sz="2000" spc="-1" dirty="0">
              <a:latin typeface="Arial"/>
            </a:endParaRPr>
          </a:p>
          <a:p>
            <a:pPr algn="just">
              <a:spcAft>
                <a:spcPts val="1423"/>
              </a:spcAft>
            </a:pP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En la consulta, el sistema procede así: primero divide las filas de </a:t>
            </a:r>
            <a:r>
              <a:rPr lang="es-CO" sz="2000" spc="-1" dirty="0">
                <a:solidFill>
                  <a:srgbClr val="0000FF"/>
                </a:solidFill>
                <a:latin typeface="Arial"/>
                <a:ea typeface="DejaVu Sans"/>
              </a:rPr>
              <a:t>Empleado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en grupos, usando la regla que cada fila sea colocada en el mismo grupo si y solo si, tienen el mismo </a:t>
            </a:r>
            <a:r>
              <a:rPr lang="es-CO" sz="2000" spc="-1" dirty="0" err="1">
                <a:solidFill>
                  <a:srgbClr val="0000FF"/>
                </a:solidFill>
                <a:latin typeface="Arial"/>
                <a:ea typeface="DejaVu Sans"/>
              </a:rPr>
              <a:t>codSuperv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. Luego se aplica la cláusula </a:t>
            </a:r>
            <a:r>
              <a:rPr lang="es-CO" sz="20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a cada grupo. Ya que cada grupo solo puede tener un valor para </a:t>
            </a:r>
            <a:r>
              <a:rPr lang="es-CO" sz="2000" spc="-1" dirty="0" err="1">
                <a:solidFill>
                  <a:srgbClr val="0000FF"/>
                </a:solidFill>
                <a:latin typeface="Arial"/>
                <a:ea typeface="DejaVu Sans"/>
              </a:rPr>
              <a:t>codSuperv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, no hay ambigüedad para el grupo. La cláusula </a:t>
            </a:r>
            <a:r>
              <a:rPr lang="es-CO" sz="20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llama el </a:t>
            </a:r>
            <a:r>
              <a:rPr lang="es-CO" sz="2000" spc="-1" dirty="0" err="1">
                <a:solidFill>
                  <a:srgbClr val="0000FF"/>
                </a:solidFill>
                <a:latin typeface="Arial"/>
                <a:ea typeface="DejaVu Sans"/>
              </a:rPr>
              <a:t>codSuperv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, lo muestra y calcula el </a:t>
            </a:r>
            <a:r>
              <a:rPr lang="es-CO" sz="2000" b="1" spc="-1" dirty="0">
                <a:solidFill>
                  <a:srgbClr val="FF3366"/>
                </a:solidFill>
                <a:latin typeface="Arial"/>
                <a:ea typeface="DejaVu Sans"/>
              </a:rPr>
              <a:t>MAX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000" spc="-1" dirty="0">
                <a:solidFill>
                  <a:srgbClr val="0000FF"/>
                </a:solidFill>
                <a:latin typeface="Arial"/>
                <a:ea typeface="DejaVu Sans"/>
              </a:rPr>
              <a:t>salario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) desplegándolo, para cada grupo.</a:t>
            </a:r>
            <a:endParaRPr lang="es-CO" sz="2000" spc="-1" dirty="0">
              <a:latin typeface="Arial"/>
            </a:endParaRPr>
          </a:p>
          <a:p>
            <a:pPr algn="just">
              <a:spcAft>
                <a:spcPts val="1423"/>
              </a:spcAft>
            </a:pP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El </a:t>
            </a:r>
            <a:r>
              <a:rPr lang="es-CO" sz="20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000" spc="-1" dirty="0">
                <a:solidFill>
                  <a:srgbClr val="FF0000"/>
                </a:solidFill>
                <a:latin typeface="Arial"/>
                <a:ea typeface="DejaVu Sans"/>
              </a:rPr>
              <a:t>solo pueden contener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 nombres de columnas usados en una cláusula </a:t>
            </a:r>
            <a:r>
              <a:rPr lang="es-CO" sz="20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0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0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, cuando se usan </a:t>
            </a:r>
            <a:r>
              <a:rPr lang="es-CO" sz="2000" spc="-1" dirty="0">
                <a:solidFill>
                  <a:srgbClr val="0000FF"/>
                </a:solidFill>
                <a:latin typeface="Arial"/>
                <a:ea typeface="DejaVu Sans"/>
              </a:rPr>
              <a:t>funciones agregadas</a:t>
            </a: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000" spc="-1" dirty="0"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87AF3D-1416-C3D1-8967-E4F59D04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7157" y="1809050"/>
            <a:ext cx="2289737" cy="16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75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Agrupamiento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622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400"/>
              </a:spcAft>
            </a:pP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indica qué filas serán agrupadas por un valor común de una(s)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columna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). Se pueden aplicar condiciones a un grupo formado por la cláusula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enseguida de la cláusula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having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4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CONSULTA: </a:t>
            </a:r>
            <a:r>
              <a:rPr lang="es-MX" sz="2400" spc="-1" dirty="0">
                <a:solidFill>
                  <a:srgbClr val="000000"/>
                </a:solidFill>
                <a:latin typeface="Arial"/>
                <a:ea typeface="DejaVu Sans"/>
              </a:rPr>
              <a:t>¿Para cada supervisor que maneje más de un empleado, cual es el mayor salario pagado a un empleado que reporta a este supervisor?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400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MAX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(salario) </a:t>
            </a:r>
          </a:p>
          <a:p>
            <a:pPr algn="just">
              <a:spcAft>
                <a:spcPts val="400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Empleado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400"/>
              </a:spcAft>
            </a:pP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group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by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400"/>
              </a:spcAft>
            </a:pP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having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count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(*)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&gt;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1;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4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diferencia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entre las cláusulas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 y 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having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es que la cláusula </a:t>
            </a:r>
            <a:r>
              <a:rPr lang="es-CO" sz="2400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aplica a </a:t>
            </a:r>
            <a:r>
              <a:rPr lang="es-CO" sz="2400" b="1" i="1" spc="-1" dirty="0">
                <a:solidFill>
                  <a:srgbClr val="FF0000"/>
                </a:solidFill>
                <a:latin typeface="Arial"/>
                <a:ea typeface="DejaVu Sans"/>
              </a:rPr>
              <a:t>las filas</a:t>
            </a: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mientras la cláusula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having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aplica a </a:t>
            </a:r>
            <a:r>
              <a:rPr lang="es-CO" sz="2400" b="1" i="1" spc="-1" dirty="0">
                <a:solidFill>
                  <a:srgbClr val="FF0000"/>
                </a:solidFill>
                <a:latin typeface="Arial"/>
                <a:ea typeface="DejaVu Sans"/>
              </a:rPr>
              <a:t>los grupos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  <a:p>
            <a:pPr algn="just">
              <a:spcAft>
                <a:spcPts val="848"/>
              </a:spcAft>
            </a:pPr>
            <a:endParaRPr lang="es-CO" sz="2400" spc="-1" dirty="0">
              <a:latin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2BDCD8-49C0-D3E7-89CF-A2888D9E8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7540" y="3646302"/>
            <a:ext cx="3485330" cy="116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800" dirty="0">
                <a:latin typeface="Arial" panose="020B0604020202020204" pitchFamily="34" charset="0"/>
                <a:cs typeface="Arial" panose="020B0604020202020204" pitchFamily="34" charset="0"/>
              </a:rPr>
              <a:t>Modificaciones a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533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SQL provee otras formas de proposición que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no devuelven resultado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sino que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cambian el estado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de la base de datos:</a:t>
            </a:r>
            <a:endParaRPr lang="es-CO" sz="2200" spc="-1" dirty="0">
              <a:latin typeface="Arial"/>
            </a:endParaRPr>
          </a:p>
          <a:p>
            <a:pPr marL="379608" indent="-284627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1.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INSERT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permite la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adición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de tuplas a la relación </a:t>
            </a:r>
            <a:endParaRPr lang="es-CO" sz="2200" spc="-1" dirty="0">
              <a:latin typeface="Arial"/>
            </a:endParaRPr>
          </a:p>
          <a:p>
            <a:pPr marL="379608" indent="-284627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2.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UPDATE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permite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actualizar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los valores de ciertos componentes de determinadas tuplas</a:t>
            </a:r>
            <a:endParaRPr lang="es-CO" sz="2200" spc="-1" dirty="0">
              <a:latin typeface="Arial"/>
            </a:endParaRPr>
          </a:p>
          <a:p>
            <a:pPr marL="379608" indent="-284627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3.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DELETE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permite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eliminar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algunas tuplas en una relación.</a:t>
            </a:r>
            <a:endParaRPr lang="es-CO" sz="2200" spc="-1" dirty="0">
              <a:latin typeface="Arial"/>
            </a:endParaRPr>
          </a:p>
          <a:p>
            <a:pPr marL="379608" indent="-284627">
              <a:spcBef>
                <a:spcPts val="600"/>
              </a:spcBef>
              <a:spcAft>
                <a:spcPts val="600"/>
              </a:spcAft>
            </a:pPr>
            <a:r>
              <a:rPr lang="es-CO" sz="2200" b="1" i="1" u="sng" spc="-1" dirty="0">
                <a:solidFill>
                  <a:srgbClr val="FF0000"/>
                </a:solidFill>
                <a:latin typeface="Arial"/>
                <a:ea typeface="DejaVu Sans"/>
              </a:rPr>
              <a:t>La Inserción</a:t>
            </a:r>
            <a:endParaRPr lang="es-CO" sz="2200" spc="-1" dirty="0">
              <a:latin typeface="Arial"/>
            </a:endParaRPr>
          </a:p>
          <a:p>
            <a:pPr marL="379608" indent="-284627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La forma fundamental de esta proposición es:</a:t>
            </a:r>
            <a:endParaRPr lang="es-CO" sz="2200" spc="-1" dirty="0">
              <a:latin typeface="Arial"/>
            </a:endParaRPr>
          </a:p>
          <a:p>
            <a:pPr marL="379608" indent="-284627">
              <a:buSzPct val="100000"/>
              <a:buBlip>
                <a:blip r:embed="rId2"/>
              </a:buBlip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Las palabras claves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INSERT INTO</a:t>
            </a:r>
            <a:endParaRPr lang="es-CO" sz="2200" spc="-1" dirty="0">
              <a:latin typeface="Arial"/>
            </a:endParaRPr>
          </a:p>
          <a:p>
            <a:pPr marL="379608" indent="-284627">
              <a:buSzPct val="100000"/>
              <a:buBlip>
                <a:blip r:embed="rId2"/>
              </a:buBlip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El nombre de la relación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R</a:t>
            </a:r>
            <a:endParaRPr lang="es-CO" sz="2200" spc="-1" dirty="0">
              <a:latin typeface="Arial"/>
            </a:endParaRPr>
          </a:p>
          <a:p>
            <a:pPr marL="379608" indent="-284627">
              <a:buSzPct val="100000"/>
              <a:buBlip>
                <a:blip r:embed="rId2"/>
              </a:buBlip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Una lista entre paréntesis de los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atributos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de la relación R</a:t>
            </a:r>
            <a:endParaRPr lang="es-CO" sz="2200" spc="-1" dirty="0">
              <a:latin typeface="Arial"/>
            </a:endParaRPr>
          </a:p>
          <a:p>
            <a:pPr marL="379608" indent="-284627">
              <a:buSzPct val="100000"/>
              <a:buBlip>
                <a:blip r:embed="rId2"/>
              </a:buBlip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values</a:t>
            </a:r>
            <a:endParaRPr lang="es-CO" sz="2200" spc="-1" dirty="0">
              <a:latin typeface="Arial"/>
            </a:endParaRPr>
          </a:p>
          <a:p>
            <a:pPr marL="379608" indent="-284627">
              <a:buSzPct val="100000"/>
              <a:buBlip>
                <a:blip r:embed="rId2"/>
              </a:buBlip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Una lista de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valores concretos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uno por cada atributo de la lista.</a:t>
            </a:r>
            <a:endParaRPr lang="es-CO" sz="2200" spc="-1" dirty="0">
              <a:latin typeface="Arial"/>
            </a:endParaRPr>
          </a:p>
          <a:p>
            <a:pPr marL="379608" indent="-284627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INSERT INTO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R [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A</a:t>
            </a:r>
            <a:r>
              <a:rPr lang="es-CO" sz="2200" b="1" spc="-1" baseline="-33000" dirty="0">
                <a:solidFill>
                  <a:srgbClr val="0000FF"/>
                </a:solidFill>
                <a:latin typeface="Arial"/>
                <a:ea typeface="DejaVu Sans"/>
              </a:rPr>
              <a:t>1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, ..., </a:t>
            </a:r>
            <a:r>
              <a:rPr lang="es-CO" sz="2200" b="1" spc="-1" dirty="0" err="1">
                <a:solidFill>
                  <a:srgbClr val="0000FF"/>
                </a:solidFill>
                <a:latin typeface="Arial"/>
                <a:ea typeface="DejaVu Sans"/>
              </a:rPr>
              <a:t>A</a:t>
            </a:r>
            <a:r>
              <a:rPr lang="es-CO" sz="2200" b="1" spc="-1" baseline="-33000" dirty="0" err="1">
                <a:solidFill>
                  <a:srgbClr val="0000FF"/>
                </a:solidFill>
                <a:latin typeface="Arial"/>
                <a:ea typeface="DejaVu Sans"/>
              </a:rPr>
              <a:t>n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]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values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200" b="1" i="1" spc="-1" dirty="0">
                <a:solidFill>
                  <a:srgbClr val="0000FF"/>
                </a:solidFill>
                <a:latin typeface="Arial"/>
                <a:ea typeface="DejaVu Sans"/>
              </a:rPr>
              <a:t>v</a:t>
            </a:r>
            <a:r>
              <a:rPr lang="es-CO" sz="2200" b="1" spc="-1" baseline="-33000" dirty="0">
                <a:solidFill>
                  <a:srgbClr val="0000FF"/>
                </a:solidFill>
                <a:latin typeface="Arial"/>
                <a:ea typeface="DejaVu Sans"/>
              </a:rPr>
              <a:t>1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, ..., </a:t>
            </a:r>
            <a:r>
              <a:rPr lang="es-CO" sz="2200" b="1" i="1" spc="-1" dirty="0" err="1">
                <a:solidFill>
                  <a:srgbClr val="0000FF"/>
                </a:solidFill>
                <a:latin typeface="Arial"/>
                <a:ea typeface="DejaVu Sans"/>
              </a:rPr>
              <a:t>v</a:t>
            </a:r>
            <a:r>
              <a:rPr lang="es-CO" sz="2200" b="1" spc="-1" baseline="-33000" dirty="0" err="1">
                <a:solidFill>
                  <a:srgbClr val="0000FF"/>
                </a:solidFill>
                <a:latin typeface="Arial"/>
                <a:ea typeface="DejaVu Sans"/>
              </a:rPr>
              <a:t>n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);</a:t>
            </a: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820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800" dirty="0">
                <a:latin typeface="Arial" panose="020B0604020202020204" pitchFamily="34" charset="0"/>
                <a:cs typeface="Arial" panose="020B0604020202020204" pitchFamily="34" charset="0"/>
              </a:rPr>
              <a:t>Modificaciones a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39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Aft>
                <a:spcPts val="1003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Otra forma de sintaxis de la operación de inserción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es: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1256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INSERT INTO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R [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A</a:t>
            </a:r>
            <a:r>
              <a:rPr lang="es-CO" sz="2400" b="1" spc="-1" baseline="-33000" dirty="0">
                <a:solidFill>
                  <a:srgbClr val="0000FF"/>
                </a:solidFill>
                <a:latin typeface="Arial"/>
                <a:ea typeface="DejaVu Sans"/>
              </a:rPr>
              <a:t>1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, ...,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A</a:t>
            </a:r>
            <a:r>
              <a:rPr lang="es-CO" sz="2400" b="1" spc="-1" baseline="-33000" dirty="0" err="1">
                <a:solidFill>
                  <a:srgbClr val="0000FF"/>
                </a:solidFill>
                <a:latin typeface="Arial"/>
                <a:ea typeface="DejaVu Sans"/>
              </a:rPr>
              <a:t>n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]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subconsulta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748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Se quiere agregar una nueva tupla a la relación Obras: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INSERT INTO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Obra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 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1256"/>
              </a:spcAft>
            </a:pP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values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(234, “Santa Lucía”, “Apartamentos”, 13, 4);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1256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Puedo insertar una nueva tupla, resultado de una subconsulta: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INSERT INTO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Obra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(</a:t>
            </a:r>
            <a:r>
              <a:rPr lang="es-CO" sz="2400" b="1" spc="-1" dirty="0" err="1">
                <a:solidFill>
                  <a:srgbClr val="000000"/>
                </a:solidFill>
                <a:latin typeface="Arial"/>
                <a:ea typeface="DejaVu Sans"/>
              </a:rPr>
              <a:t>idObra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)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1256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 err="1">
                <a:solidFill>
                  <a:srgbClr val="000000"/>
                </a:solidFill>
                <a:latin typeface="Arial"/>
                <a:ea typeface="DejaVu Sans"/>
              </a:rPr>
              <a:t>idObra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Asignación;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El efecto de este </a:t>
            </a:r>
            <a:r>
              <a:rPr lang="es-CO" sz="2400" b="1" i="1" spc="-1" dirty="0">
                <a:solidFill>
                  <a:srgbClr val="5E11A6"/>
                </a:solidFill>
                <a:latin typeface="Arial"/>
                <a:ea typeface="DejaVu Sans"/>
              </a:rPr>
              <a:t>INSERT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será que por cada tupla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t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de la relación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Asignación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se agregará una tupla a la relación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Obra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con el mismo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idObra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que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t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y con valores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0000"/>
                </a:solidFill>
                <a:latin typeface="Arial"/>
                <a:ea typeface="DejaVu Sans"/>
              </a:rPr>
              <a:t>nulos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en los demás atributos.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0430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800" dirty="0">
                <a:latin typeface="Arial" panose="020B0604020202020204" pitchFamily="34" charset="0"/>
                <a:cs typeface="Arial" panose="020B0604020202020204" pitchFamily="34" charset="0"/>
              </a:rPr>
              <a:t>Modificaciones a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>
              <a:spcAft>
                <a:spcPts val="1256"/>
              </a:spcAft>
            </a:pPr>
            <a:r>
              <a:rPr lang="es-CO" sz="2800" b="1" i="1" u="sng" spc="-1" dirty="0">
                <a:solidFill>
                  <a:srgbClr val="FF0000"/>
                </a:solidFill>
                <a:latin typeface="Arial"/>
                <a:ea typeface="DejaVu Sans"/>
              </a:rPr>
              <a:t>Actualización</a:t>
            </a:r>
            <a:endParaRPr lang="es-CO" sz="2800" b="1" spc="-1" dirty="0">
              <a:solidFill>
                <a:srgbClr val="FF0000"/>
              </a:solidFill>
              <a:latin typeface="Arial"/>
            </a:endParaRPr>
          </a:p>
          <a:p>
            <a:pPr marL="18107" indent="18107">
              <a:spcAft>
                <a:spcPts val="1256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Una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actualización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es una operación sobre la base de datos donde se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cambian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algunos componentes de una o más tuplas ya existentes en ella. Forma general: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UPDATE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Un nombre de relación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R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set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Una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lista de fórmulas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donde un atributo iguala al valor de una expresión o una constante.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1256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Una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condición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1256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UPDATE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R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set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&lt;lista de fórmulas&gt;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[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condición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];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06450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800" dirty="0">
                <a:latin typeface="Arial" panose="020B0604020202020204" pitchFamily="34" charset="0"/>
                <a:cs typeface="Arial" panose="020B0604020202020204" pitchFamily="34" charset="0"/>
              </a:rPr>
              <a:t>Modificaciones a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5397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>
              <a:spcAft>
                <a:spcPts val="1256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CONSULTA: Se quiere actualizar el salario de los Empleados dirigidos por el supervisor 1520, incrementándolo en un 10.5%</a:t>
            </a:r>
            <a:endParaRPr lang="es-CO" sz="2400" spc="-1" dirty="0">
              <a:latin typeface="Arial"/>
            </a:endParaRPr>
          </a:p>
          <a:p>
            <a:pPr marL="18107" indent="18107"/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UPDATE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Empleado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set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salario = 1.105 * salario</a:t>
            </a:r>
            <a:endParaRPr lang="es-CO" sz="2400" spc="-1" dirty="0">
              <a:latin typeface="Arial"/>
            </a:endParaRPr>
          </a:p>
          <a:p>
            <a:pPr marL="1141367" indent="-189010">
              <a:spcAft>
                <a:spcPts val="1753"/>
              </a:spcAft>
            </a:pP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= 1520;    </a:t>
            </a:r>
            <a:endParaRPr lang="es-CO" sz="2400" spc="-1" dirty="0">
              <a:latin typeface="Arial"/>
            </a:endParaRPr>
          </a:p>
          <a:p>
            <a:pPr marL="188913" indent="-188913">
              <a:spcAft>
                <a:spcPts val="748"/>
              </a:spcAft>
            </a:pPr>
            <a:r>
              <a:rPr lang="es-CO" sz="2400" b="1" i="1" u="sng" spc="-1" dirty="0">
                <a:solidFill>
                  <a:srgbClr val="0000FF"/>
                </a:solidFill>
                <a:latin typeface="Arial"/>
                <a:ea typeface="DejaVu Sans"/>
              </a:rPr>
              <a:t>Eliminación</a:t>
            </a:r>
            <a:endParaRPr lang="es-CO" sz="2400" spc="-1" dirty="0">
              <a:latin typeface="Arial"/>
            </a:endParaRPr>
          </a:p>
          <a:p>
            <a:pPr>
              <a:spcAft>
                <a:spcPts val="748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</a:t>
            </a:r>
            <a:r>
              <a:rPr lang="es-CO" sz="2400" i="1" spc="-1" dirty="0">
                <a:solidFill>
                  <a:srgbClr val="0000FF"/>
                </a:solidFill>
                <a:latin typeface="Arial"/>
                <a:ea typeface="DejaVu Sans"/>
              </a:rPr>
              <a:t>eliminación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permite eliminar tuplas de una relación. Su forma es:</a:t>
            </a:r>
            <a:endParaRPr lang="es-CO" sz="2400" spc="-1" dirty="0">
              <a:latin typeface="Arial"/>
            </a:endParaRPr>
          </a:p>
          <a:p>
            <a:pPr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Las palabras claves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DELETE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El nombre de relación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R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endParaRPr lang="es-CO" sz="2400" spc="-1" dirty="0">
              <a:latin typeface="Arial"/>
            </a:endParaRPr>
          </a:p>
          <a:p>
            <a:pPr marL="18107" indent="18107">
              <a:spcAft>
                <a:spcPts val="252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Una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condición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217523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4800" dirty="0">
                <a:latin typeface="Arial" panose="020B0604020202020204" pitchFamily="34" charset="0"/>
                <a:cs typeface="Arial" panose="020B0604020202020204" pitchFamily="34" charset="0"/>
              </a:rPr>
              <a:t>Modificaciones a la Base de Datos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5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>
              <a:spcAft>
                <a:spcPts val="1256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La sintaxis de la eliminación es:</a:t>
            </a:r>
            <a:endParaRPr lang="es-CO" sz="2400" spc="-1" dirty="0">
              <a:latin typeface="Arial"/>
            </a:endParaRPr>
          </a:p>
          <a:p>
            <a:pPr marL="18107">
              <a:spcAft>
                <a:spcPts val="1256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DELETE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 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R  </a:t>
            </a: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[</a:t>
            </a:r>
            <a:r>
              <a:rPr lang="es-CO" sz="2400" b="1" i="1" spc="-1" dirty="0" err="1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r>
              <a:rPr lang="es-CO" sz="2400" b="1" i="1" spc="-1" dirty="0">
                <a:solidFill>
                  <a:srgbClr val="FF3366"/>
                </a:solidFill>
                <a:latin typeface="Arial"/>
                <a:ea typeface="DejaVu Sans"/>
              </a:rPr>
              <a:t> 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condición</a:t>
            </a: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];</a:t>
            </a:r>
            <a:endParaRPr lang="es-CO" sz="2400" spc="-1" dirty="0">
              <a:latin typeface="Arial"/>
            </a:endParaRPr>
          </a:p>
          <a:p>
            <a:pPr marL="18107">
              <a:spcAft>
                <a:spcPts val="1753"/>
              </a:spcAft>
            </a:pP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La ejecución de esta proposición hace que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todas</a:t>
            </a: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 las tuplas que cumplan con la condición sean </a:t>
            </a:r>
            <a:r>
              <a:rPr lang="es-CO" sz="2400" b="1" i="1" spc="-1" dirty="0">
                <a:solidFill>
                  <a:srgbClr val="FF0000"/>
                </a:solidFill>
                <a:latin typeface="Arial"/>
                <a:ea typeface="DejaVu Sans"/>
              </a:rPr>
              <a:t>eliminadas</a:t>
            </a:r>
            <a:r>
              <a:rPr lang="es-CO" sz="2400" b="1" i="1" spc="-1" dirty="0">
                <a:solidFill>
                  <a:srgbClr val="000000"/>
                </a:solidFill>
                <a:latin typeface="Arial"/>
                <a:ea typeface="DejaVu Sans"/>
              </a:rPr>
              <a:t> de la relación </a:t>
            </a:r>
            <a:r>
              <a:rPr lang="es-CO" sz="2400" b="1" i="1" spc="-1" dirty="0">
                <a:solidFill>
                  <a:srgbClr val="0000FF"/>
                </a:solidFill>
                <a:latin typeface="Arial"/>
                <a:ea typeface="DejaVu Sans"/>
              </a:rPr>
              <a:t>R</a:t>
            </a:r>
            <a:endParaRPr lang="es-CO" sz="2400" spc="-1" dirty="0">
              <a:latin typeface="Arial"/>
            </a:endParaRPr>
          </a:p>
          <a:p>
            <a:pPr marL="18107">
              <a:spcAft>
                <a:spcPts val="1256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CONSULTA: Se quiere eliminar los Empleados que tengan un salario superior al de su supervisor.</a:t>
            </a:r>
            <a:endParaRPr lang="es-CO" sz="2400" spc="-1" dirty="0">
              <a:latin typeface="Arial"/>
            </a:endParaRPr>
          </a:p>
          <a:p>
            <a:pPr marL="18107"/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DELETE 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Empleado  </a:t>
            </a:r>
            <a:endParaRPr lang="es-CO" sz="2400" spc="-1" dirty="0">
              <a:latin typeface="Arial"/>
            </a:endParaRPr>
          </a:p>
          <a:p>
            <a:pPr marL="1141367" indent="-189010"/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WHERE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codigo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in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2400" spc="-1" dirty="0">
              <a:latin typeface="Arial"/>
            </a:endParaRPr>
          </a:p>
          <a:p>
            <a:pPr marL="1141367" indent="-189010"/>
            <a:r>
              <a:rPr lang="es-CO" sz="2400" b="1" spc="-1" dirty="0">
                <a:solidFill>
                  <a:srgbClr val="00AE00"/>
                </a:solidFill>
                <a:latin typeface="Arial"/>
                <a:ea typeface="DejaVu Sans"/>
              </a:rPr>
              <a:t>(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E.codigo</a:t>
            </a:r>
            <a:endParaRPr lang="es-CO" sz="2400" spc="-1" dirty="0">
              <a:latin typeface="Arial"/>
            </a:endParaRPr>
          </a:p>
          <a:p>
            <a:pPr marL="1141367" indent="-189010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Empleado E,  Empleado S </a:t>
            </a:r>
            <a:endParaRPr lang="es-CO" sz="2400" spc="-1" dirty="0">
              <a:latin typeface="Arial"/>
            </a:endParaRPr>
          </a:p>
          <a:p>
            <a:pPr marL="1141367" indent="-189010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E.codSuperv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S.codigo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and</a:t>
            </a:r>
            <a:endParaRPr lang="es-CO" sz="2400" spc="-1" dirty="0">
              <a:latin typeface="Arial"/>
            </a:endParaRPr>
          </a:p>
          <a:p>
            <a:pPr marL="1903443" indent="-189010">
              <a:spcAft>
                <a:spcPts val="252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E.salario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&gt;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400" spc="-1" dirty="0" err="1">
                <a:solidFill>
                  <a:srgbClr val="000000"/>
                </a:solidFill>
                <a:latin typeface="Arial"/>
                <a:ea typeface="DejaVu Sans"/>
              </a:rPr>
              <a:t>S.salario</a:t>
            </a:r>
            <a:r>
              <a:rPr lang="es-CO" sz="2400" b="1" spc="-1" dirty="0">
                <a:solidFill>
                  <a:srgbClr val="00AE00"/>
                </a:solidFill>
                <a:latin typeface="Arial"/>
                <a:ea typeface="DejaVu Sans"/>
              </a:rPr>
              <a:t>)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;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0688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255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Aft>
                <a:spcPts val="6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Las relaciones definidas con la proposición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CREATE TABLE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realmente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existen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en la base de datos, con una organización física. Las tablas son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persistentes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6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Hay otra clase de relaciones de SQL, llamadas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vistas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, que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no existen físicamente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y se definen con una expresión muy similar a una consulta. Las vistas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se pueden consultar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como si existieran físicamente, y </a:t>
            </a:r>
            <a:r>
              <a:rPr lang="es-CO" sz="2400" spc="-1" dirty="0">
                <a:solidFill>
                  <a:srgbClr val="FF0000"/>
                </a:solidFill>
                <a:latin typeface="Arial"/>
                <a:ea typeface="DejaVu Sans"/>
              </a:rPr>
              <a:t>en algunos casos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hasta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es posible modificarlas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6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forma de definir una vista es: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Las palabras claves 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CREATE VIEW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El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nombre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spc="-1" dirty="0">
                <a:solidFill>
                  <a:srgbClr val="0000FF"/>
                </a:solidFill>
                <a:latin typeface="Arial"/>
                <a:ea typeface="DejaVu Sans"/>
              </a:rPr>
              <a:t>de la vista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La palabra clave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AS</a:t>
            </a:r>
            <a:endParaRPr lang="es-CO" sz="2400" spc="-1" dirty="0">
              <a:latin typeface="Arial"/>
            </a:endParaRPr>
          </a:p>
          <a:p>
            <a:pPr marL="18107" algn="just">
              <a:spcAft>
                <a:spcPts val="600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Una consulta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Seleccione-De-Donde</a:t>
            </a:r>
            <a:endParaRPr lang="es-CO" sz="2400" spc="-1" dirty="0">
              <a:latin typeface="Arial"/>
            </a:endParaRPr>
          </a:p>
          <a:p>
            <a:pPr marL="18107" algn="just"/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CREATE VIEW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&lt;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nombreVista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&gt;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AS 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Seleccione-De-Donde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3364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Aft>
                <a:spcPts val="600"/>
              </a:spcAft>
            </a:pPr>
            <a:r>
              <a:rPr lang="es-CO" sz="2000" spc="-1" dirty="0">
                <a:solidFill>
                  <a:srgbClr val="000000"/>
                </a:solidFill>
                <a:latin typeface="Arial"/>
                <a:ea typeface="DejaVu Sans"/>
              </a:rPr>
              <a:t>Las vistas permiten:</a:t>
            </a:r>
            <a:endParaRPr lang="es-CO" sz="2000" spc="-1" dirty="0">
              <a:latin typeface="Arial"/>
            </a:endParaRP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Ocultar información: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permitiendo el acceso a algunos datos y ocultando el resto de la información que no se incluye en la vista. </a:t>
            </a:r>
            <a:r>
              <a:rPr lang="es-CO" sz="20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usuario solo puede consultar la vista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Simplificar la administración de los permisos de usuario: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otorgan permisos para que solo acceda a los datos a través de vistas, en lugar de conceder permisos para acceder a ciertos campos, </a:t>
            </a:r>
            <a:r>
              <a:rPr lang="es-CO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así se protegen los datos de cambios en su estructura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 el rendimiento: 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se puede evitar tipear instrucciones repetidamente almacenando en una vista el resultado de una consulta compleja que incluya información de varias tablas.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La vista se puede crear con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subconjunto de registros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campos de una tabla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s-CO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unión de varias tablas</a:t>
            </a:r>
            <a:r>
              <a:rPr lang="es-CO" sz="2000" b="1" dirty="0">
                <a:latin typeface="Arial" panose="020B0604020202020204" pitchFamily="34" charset="0"/>
                <a:cs typeface="Arial" panose="020B0604020202020204" pitchFamily="34" charset="0"/>
              </a:rPr>
              <a:t>; un resumen estadístico de una tabla; </a:t>
            </a:r>
            <a:r>
              <a:rPr lang="es-CO" sz="2000" b="1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subconjunto de otra vista, combinación de vistas y tablas</a:t>
            </a:r>
            <a:r>
              <a:rPr lang="es-CO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069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 algn="just">
              <a:spcAft>
                <a:spcPts val="300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CONSULTA: Se quiere crear una vista que muestra toda la información acerca de los  Empleados excepto su salario.</a:t>
            </a:r>
            <a:endParaRPr lang="es-CO" sz="2400" spc="-1" dirty="0">
              <a:latin typeface="Arial"/>
            </a:endParaRPr>
          </a:p>
          <a:p>
            <a:pPr marL="18107" indent="18107" algn="just">
              <a:spcAft>
                <a:spcPts val="300"/>
              </a:spcAft>
            </a:pP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CREATE VIEW  </a:t>
            </a:r>
            <a:r>
              <a:rPr lang="es-CO" sz="2400" b="1" spc="-1" dirty="0" err="1">
                <a:solidFill>
                  <a:srgbClr val="000000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 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AS  </a:t>
            </a:r>
            <a:endParaRPr lang="es-CO" sz="2400" spc="-1" dirty="0">
              <a:latin typeface="Arial"/>
            </a:endParaRPr>
          </a:p>
          <a:p>
            <a:pPr marL="1141367" indent="-189010" algn="just">
              <a:spcAft>
                <a:spcPts val="300"/>
              </a:spcAft>
            </a:pP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SELECT </a:t>
            </a:r>
            <a:r>
              <a:rPr lang="es-CO" sz="2400" b="1" spc="-1" dirty="0" err="1">
                <a:solidFill>
                  <a:srgbClr val="000000"/>
                </a:solidFill>
                <a:latin typeface="Arial"/>
                <a:ea typeface="DejaVu Sans"/>
              </a:rPr>
              <a:t>codigo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nombre, especialidad, </a:t>
            </a:r>
            <a:r>
              <a:rPr lang="es-CO" sz="2400" b="1" spc="-1" dirty="0" err="1">
                <a:solidFill>
                  <a:srgbClr val="000000"/>
                </a:solidFill>
                <a:latin typeface="Arial"/>
                <a:ea typeface="DejaVu Sans"/>
              </a:rPr>
              <a:t>codSuperv</a:t>
            </a:r>
            <a:endParaRPr lang="es-CO" sz="2400" spc="-1" dirty="0">
              <a:latin typeface="Arial"/>
            </a:endParaRPr>
          </a:p>
          <a:p>
            <a:pPr marL="1141367" indent="-189010" algn="just">
              <a:spcAft>
                <a:spcPts val="300"/>
              </a:spcAft>
            </a:pP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FROM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Empleado;</a:t>
            </a:r>
            <a:endParaRPr lang="es-CO" sz="2400" spc="-1" dirty="0">
              <a:latin typeface="Arial"/>
            </a:endParaRPr>
          </a:p>
          <a:p>
            <a:pPr marL="18107" indent="18107" algn="just">
              <a:spcAft>
                <a:spcPts val="300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La vista se llama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y contiene los atributos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codigo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, nombre, especialidad,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codSuperv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988FC49-D5B9-C6E1-7269-4C0D82E9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369" y="4124310"/>
            <a:ext cx="5906848" cy="214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92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 algn="just">
              <a:spcAft>
                <a:spcPts val="600"/>
              </a:spcAft>
            </a:pPr>
            <a:endParaRPr lang="es-CO" sz="2400" b="1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18107" indent="18107" algn="just">
              <a:spcAft>
                <a:spcPts val="600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La relación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400" b="1" spc="-1" dirty="0">
                <a:solidFill>
                  <a:srgbClr val="FF0000"/>
                </a:solidFill>
                <a:latin typeface="Arial"/>
                <a:ea typeface="DejaVu Sans"/>
              </a:rPr>
              <a:t>no contiene tuplas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en el sentido ordinario. </a:t>
            </a:r>
          </a:p>
          <a:p>
            <a:pPr marL="18107" indent="18107" algn="just">
              <a:spcAft>
                <a:spcPts val="600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Si consultamos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obtendremos las tuplas correspondientes a la tabla base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</a:p>
          <a:p>
            <a:pPr marL="18107" indent="18107" algn="just">
              <a:spcAft>
                <a:spcPts val="600"/>
              </a:spcAft>
            </a:pP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La correspondencia entre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y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es </a:t>
            </a:r>
            <a:r>
              <a:rPr lang="es-CO" sz="2400" b="1" spc="-1" dirty="0">
                <a:solidFill>
                  <a:srgbClr val="FF0000"/>
                </a:solidFill>
                <a:latin typeface="Arial"/>
                <a:ea typeface="DejaVu Sans"/>
              </a:rPr>
              <a:t>dinámica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r>
              <a:rPr lang="es-CO" sz="2400" b="1" spc="-1" dirty="0">
                <a:solidFill>
                  <a:srgbClr val="355E00"/>
                </a:solidFill>
                <a:latin typeface="Arial"/>
                <a:ea typeface="DejaVu Sans"/>
              </a:rPr>
              <a:t>si insertamos un nuevo 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esta tupla se materializa inmediatamente en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y si </a:t>
            </a:r>
            <a:r>
              <a:rPr lang="es-CO" sz="2400" b="1" spc="-1" dirty="0">
                <a:solidFill>
                  <a:srgbClr val="355E00"/>
                </a:solidFill>
                <a:latin typeface="Arial"/>
                <a:ea typeface="DejaVu Sans"/>
              </a:rPr>
              <a:t>damos de baja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 un </a:t>
            </a:r>
            <a:r>
              <a:rPr lang="es-CO" sz="2400" b="1" spc="-1" dirty="0">
                <a:solidFill>
                  <a:srgbClr val="0000FF"/>
                </a:solidFill>
                <a:latin typeface="Arial"/>
                <a:ea typeface="DejaVu Sans"/>
              </a:rPr>
              <a:t>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, este desaparecerá de </a:t>
            </a:r>
            <a:r>
              <a:rPr lang="es-CO" sz="2400" b="1" spc="-1" dirty="0" err="1">
                <a:solidFill>
                  <a:srgbClr val="0000FF"/>
                </a:solidFill>
                <a:latin typeface="Arial"/>
                <a:ea typeface="DejaVu Sans"/>
              </a:rPr>
              <a:t>VistaEmpleado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400" spc="-1" dirty="0">
              <a:latin typeface="Arial"/>
            </a:endParaRPr>
          </a:p>
          <a:p>
            <a:pPr marL="18107" indent="18107" algn="just">
              <a:spcAft>
                <a:spcPts val="300"/>
              </a:spcAft>
            </a:pP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3031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Una vez definida una vista, a ojos del usuario,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ésta se comportará exactamente como cualquier relación de base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en cuanto a las consultas. La siguiente consulta cuenta el número de empleados:</a:t>
            </a:r>
            <a:endParaRPr lang="es-CO" sz="2200" spc="-1" dirty="0">
              <a:latin typeface="Arial"/>
            </a:endParaRPr>
          </a:p>
          <a:p>
            <a:pPr>
              <a:spcBef>
                <a:spcPts val="600"/>
              </a:spcBef>
            </a:pP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 err="1">
                <a:solidFill>
                  <a:srgbClr val="FF3366"/>
                </a:solidFill>
                <a:latin typeface="Arial"/>
                <a:ea typeface="DejaVu Sans"/>
              </a:rPr>
              <a:t>count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(*)</a:t>
            </a:r>
            <a:endParaRPr lang="es-CO" sz="2200" spc="-1" dirty="0">
              <a:latin typeface="Arial"/>
            </a:endParaRPr>
          </a:p>
          <a:p>
            <a:pPr>
              <a:spcAft>
                <a:spcPts val="600"/>
              </a:spcAft>
            </a:pP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spc="-1" dirty="0" err="1">
                <a:solidFill>
                  <a:srgbClr val="000000"/>
                </a:solidFill>
                <a:latin typeface="Arial"/>
                <a:ea typeface="DejaVu Sans"/>
              </a:rPr>
              <a:t>VistaEmpleado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; </a:t>
            </a:r>
            <a:endParaRPr lang="es-CO" sz="2200" spc="-1" dirty="0">
              <a:latin typeface="Arial"/>
            </a:endParaRPr>
          </a:p>
          <a:p>
            <a:pPr algn="just"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Una vista puede definirse sobre más de una relación. También es posible escribir consultas donde intervengan vistas y tablas base.</a:t>
            </a:r>
            <a:endParaRPr lang="es-CO" sz="2200" spc="-1" dirty="0">
              <a:latin typeface="Arial"/>
            </a:endParaRPr>
          </a:p>
          <a:p>
            <a:pPr algn="just"/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CONSULTA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: Se necesita información acerca de los electricistas, las obras en que están asignados y la fecha de inicio del trabajo.</a:t>
            </a:r>
            <a:endParaRPr lang="es-CO" sz="2200" spc="-1" dirty="0">
              <a:latin typeface="Arial"/>
            </a:endParaRPr>
          </a:p>
          <a:p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CREATE VIEW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VistaElect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AS  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codigo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nombre,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idObra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fecInic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Empleado, Asignación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WHERE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especialidad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“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Electrico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”  and</a:t>
            </a:r>
            <a:endParaRPr lang="es-CO" sz="2200" spc="-1" dirty="0">
              <a:latin typeface="Arial"/>
            </a:endParaRPr>
          </a:p>
          <a:p>
            <a:pPr marL="1903443" indent="-189010"/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Empleado.codigo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Asignación.codigo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5352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Definición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942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>
              <a:spcAft>
                <a:spcPts val="748"/>
              </a:spcAft>
            </a:pP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CONSULTA: Se necesita saber quiénes son los electricistas asignados a la obra 435 y cuando inician su trabajo allí.</a:t>
            </a:r>
            <a:endParaRPr lang="es-CO" sz="2200" spc="-1" dirty="0">
              <a:latin typeface="Arial"/>
            </a:endParaRPr>
          </a:p>
          <a:p>
            <a:pPr marL="18107" indent="18107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CREATE VIEW  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Elect435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  (</a:t>
            </a:r>
            <a:r>
              <a:rPr lang="es-CO" sz="2200" b="1" spc="-1" dirty="0" err="1">
                <a:solidFill>
                  <a:srgbClr val="0000FF"/>
                </a:solidFill>
                <a:latin typeface="Arial"/>
                <a:ea typeface="DejaVu Sans"/>
              </a:rPr>
              <a:t>name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, </a:t>
            </a:r>
            <a:r>
              <a:rPr lang="es-CO" sz="2200" b="1" spc="-1" dirty="0" err="1">
                <a:solidFill>
                  <a:srgbClr val="0000FF"/>
                </a:solidFill>
                <a:latin typeface="Arial"/>
                <a:ea typeface="DejaVu Sans"/>
              </a:rPr>
              <a:t>dateBegin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)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AS  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nombre,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fecInic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VistaElect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 Asignación</a:t>
            </a:r>
            <a:endParaRPr lang="es-CO" sz="2200" spc="-1" dirty="0">
              <a:latin typeface="Arial"/>
            </a:endParaRPr>
          </a:p>
          <a:p>
            <a:pPr marL="1141367" indent="-189010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WHERE 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idObra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435  and</a:t>
            </a:r>
            <a:endParaRPr lang="es-CO" sz="2200" spc="-1" dirty="0">
              <a:latin typeface="Arial"/>
            </a:endParaRPr>
          </a:p>
          <a:p>
            <a:pPr marL="1903443" indent="-189010">
              <a:spcAft>
                <a:spcPts val="1498"/>
              </a:spcAft>
            </a:pP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 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VistaElec.codigo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>
                <a:solidFill>
                  <a:srgbClr val="FF3366"/>
                </a:solidFill>
                <a:latin typeface="Arial"/>
                <a:ea typeface="DejaVu Sans"/>
              </a:rPr>
              <a:t>=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Asignación.codigo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;</a:t>
            </a:r>
            <a:endParaRPr lang="es-CO" sz="2200" spc="-1" dirty="0">
              <a:latin typeface="Arial"/>
            </a:endParaRPr>
          </a:p>
          <a:p>
            <a:pPr marL="18107" indent="18107">
              <a:spcAft>
                <a:spcPts val="1256"/>
              </a:spcAft>
            </a:pP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En algunas ocasiones </a:t>
            </a:r>
            <a:r>
              <a:rPr lang="es-CO" sz="2200" b="1" spc="-1" dirty="0">
                <a:solidFill>
                  <a:srgbClr val="FF0000"/>
                </a:solidFill>
                <a:latin typeface="Arial"/>
                <a:ea typeface="DejaVu Sans"/>
              </a:rPr>
              <a:t>preferiríamos asignar nuestros propios nombres a los atributos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de una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vista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en vez de usar los nombres que provienen de la definición de ella en la consulta. </a:t>
            </a:r>
            <a:endParaRPr lang="es-CO" sz="2200" spc="-1" dirty="0">
              <a:latin typeface="Arial"/>
            </a:endParaRPr>
          </a:p>
          <a:p>
            <a:pPr marL="18107" indent="18107">
              <a:spcAft>
                <a:spcPts val="1256"/>
              </a:spcAft>
            </a:pP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Se puede especificar los atributos de la vista </a:t>
            </a:r>
            <a:r>
              <a:rPr lang="es-CO" sz="2200" b="1" spc="-1" dirty="0">
                <a:solidFill>
                  <a:srgbClr val="0000FF"/>
                </a:solidFill>
                <a:latin typeface="Arial"/>
                <a:ea typeface="DejaVu Sans"/>
              </a:rPr>
              <a:t>listándolos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entre paréntesis, después del nombre de la vista, en la </a:t>
            </a:r>
            <a:r>
              <a:rPr lang="es-CO" sz="2200" b="1" spc="-1" dirty="0" err="1">
                <a:solidFill>
                  <a:srgbClr val="000000"/>
                </a:solidFill>
                <a:latin typeface="Arial"/>
                <a:ea typeface="DejaVu Sans"/>
              </a:rPr>
              <a:t>proposicioón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CREATE VIEW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36873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Modificación de Vistas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algn="just"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En unas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pocas circunstancias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es posible ejecutar una inserción, eliminación o actualización en una vista. Esto parece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absurdo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ya que la vista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no existe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como la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tabla base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r>
              <a:rPr lang="es-MX" sz="2200" spc="-1" dirty="0">
                <a:solidFill>
                  <a:srgbClr val="000000"/>
                </a:solidFill>
                <a:latin typeface="Arial"/>
                <a:ea typeface="DejaVu Sans"/>
              </a:rPr>
              <a:t>¿Que significa insertar una tupla en una vista?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MX" sz="2200" spc="-1" dirty="0">
                <a:solidFill>
                  <a:srgbClr val="000000"/>
                </a:solidFill>
                <a:latin typeface="Arial"/>
                <a:ea typeface="DejaVu Sans"/>
              </a:rPr>
              <a:t>¿Como recuerda la base de datos lo que contiene la vista?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MX" sz="2200" spc="-1" dirty="0">
                <a:solidFill>
                  <a:srgbClr val="000000"/>
                </a:solidFill>
                <a:latin typeface="Arial"/>
                <a:ea typeface="DejaVu Sans"/>
              </a:rPr>
              <a:t>¿Donde se almacena la tupla?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2200" spc="-1" dirty="0">
              <a:latin typeface="Arial"/>
            </a:endParaRPr>
          </a:p>
          <a:p>
            <a:pPr marL="18107" algn="just"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En muchas vistas esto no puede hacerse. Pero en vistas lo bastante simples, llamadas </a:t>
            </a:r>
            <a:r>
              <a:rPr lang="es-CO" sz="2200" i="1" spc="-1" dirty="0">
                <a:solidFill>
                  <a:srgbClr val="FF0000"/>
                </a:solidFill>
                <a:latin typeface="Georgia"/>
                <a:ea typeface="DejaVu Sans"/>
              </a:rPr>
              <a:t>vistas actualizables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podemos traducir la modificación de la vista a una modificación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equivalente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de una tabla base, y así la modificación se hará sobre la tabla base. </a:t>
            </a:r>
            <a:endParaRPr lang="es-CO" sz="2200" spc="-1" dirty="0">
              <a:latin typeface="Arial"/>
            </a:endParaRPr>
          </a:p>
          <a:p>
            <a:pPr marL="18107" algn="just">
              <a:spcAft>
                <a:spcPts val="600"/>
              </a:spcAft>
            </a:pPr>
            <a:r>
              <a:rPr lang="es-CO" sz="2200" b="1" spc="-1" dirty="0">
                <a:solidFill>
                  <a:srgbClr val="FF0000"/>
                </a:solidFill>
                <a:latin typeface="Arial"/>
                <a:ea typeface="DejaVu Sans"/>
              </a:rPr>
              <a:t>SQL2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permite esto gracias a una definición: se admiten modificaciones sobre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vistas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 que se definen seleccionando (por medio de </a:t>
            </a:r>
            <a:r>
              <a:rPr lang="es-CO" sz="2200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no de la cláusula </a:t>
            </a:r>
            <a:r>
              <a:rPr lang="es-CO" sz="2200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lang="es-CO" sz="2200" spc="-1" dirty="0">
                <a:solidFill>
                  <a:srgbClr val="FF3366"/>
                </a:solidFill>
                <a:latin typeface="Arial"/>
                <a:ea typeface="DejaVu Sans"/>
              </a:rPr>
              <a:t>DISTINCT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)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algunos atributos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provenientes de la relación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R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(que también puede ser una vista actualizable).</a:t>
            </a:r>
            <a:endParaRPr lang="es-CO" sz="2200" spc="-1" dirty="0">
              <a:latin typeface="Arial"/>
            </a:endParaRPr>
          </a:p>
          <a:p>
            <a:pPr marL="18107" indent="18107">
              <a:spcAft>
                <a:spcPts val="748"/>
              </a:spcAft>
            </a:pP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9038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Control de Seguridad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 algn="just"/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SQL provee dos sentencias (</a:t>
            </a:r>
            <a:r>
              <a:rPr lang="es-CO" sz="2200" b="1" spc="-1" dirty="0" err="1">
                <a:solidFill>
                  <a:srgbClr val="5E11A6"/>
                </a:solidFill>
                <a:latin typeface="Arial"/>
                <a:ea typeface="DejaVu Sans"/>
              </a:rPr>
              <a:t>grant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y </a:t>
            </a:r>
            <a:r>
              <a:rPr lang="es-CO" sz="2200" b="1" spc="-1" dirty="0" err="1">
                <a:solidFill>
                  <a:srgbClr val="5E11A6"/>
                </a:solidFill>
                <a:latin typeface="Arial"/>
                <a:ea typeface="DejaVu Sans"/>
              </a:rPr>
              <a:t>revoke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)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, que ayudan a controlar que tipo de acceso se permite a qué usuario, sobre relaciones, sean base o vistas. Para poder ejecutar cualquier operación SQL, </a:t>
            </a:r>
            <a:r>
              <a:rPr lang="es-CO" sz="2200" spc="-1" dirty="0">
                <a:solidFill>
                  <a:srgbClr val="FF0000"/>
                </a:solidFill>
                <a:latin typeface="Arial"/>
                <a:ea typeface="DejaVu Sans"/>
              </a:rPr>
              <a:t>el usuario debe poseer los permisos necesarios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. </a:t>
            </a:r>
            <a:endParaRPr lang="es-CO" sz="2200" spc="-1" dirty="0">
              <a:latin typeface="Arial"/>
            </a:endParaRPr>
          </a:p>
          <a:p>
            <a:pPr marL="18107" indent="18107" algn="just">
              <a:spcBef>
                <a:spcPts val="600"/>
              </a:spcBef>
              <a:spcAft>
                <a:spcPts val="600"/>
              </a:spcAft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Por ejemplo, para ejecutar la consulta:</a:t>
            </a:r>
            <a:endParaRPr lang="es-CO" sz="2200" spc="-1" dirty="0">
              <a:latin typeface="Arial"/>
            </a:endParaRPr>
          </a:p>
          <a:p>
            <a:pPr marL="18107" indent="18107" algn="just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*</a:t>
            </a:r>
            <a:endParaRPr lang="es-CO" sz="2200" spc="-1" dirty="0">
              <a:latin typeface="Arial"/>
            </a:endParaRPr>
          </a:p>
          <a:p>
            <a:pPr marL="18107" indent="18107" algn="just"/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FROM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Empleado;</a:t>
            </a:r>
            <a:endParaRPr lang="es-CO" sz="2200" spc="-1" dirty="0">
              <a:latin typeface="Arial"/>
            </a:endParaRPr>
          </a:p>
          <a:p>
            <a:pPr marL="18107" indent="18107" algn="just">
              <a:spcBef>
                <a:spcPts val="600"/>
              </a:spcBef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el usuario debe tener autoridad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sobre la relación </a:t>
            </a:r>
            <a:r>
              <a:rPr lang="es-CO" sz="2200" spc="-1" dirty="0">
                <a:solidFill>
                  <a:srgbClr val="0000FF"/>
                </a:solidFill>
                <a:latin typeface="Arial"/>
                <a:ea typeface="DejaVu Sans"/>
              </a:rPr>
              <a:t>Empleado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. Para actualizar, se requieren los permisos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INSERT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DELETE</a:t>
            </a:r>
            <a:r>
              <a:rPr lang="es-CO" sz="2200" b="1" spc="-1" dirty="0">
                <a:solidFill>
                  <a:srgbClr val="000000"/>
                </a:solidFill>
                <a:latin typeface="Arial"/>
                <a:ea typeface="DejaVu Sans"/>
              </a:rPr>
              <a:t>, 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UPDATE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; existe también permisos para crear, alterar o eliminar una relación y muchos otros tipos. </a:t>
            </a:r>
            <a:endParaRPr lang="es-CO" sz="2200" spc="-1" dirty="0">
              <a:latin typeface="Arial"/>
            </a:endParaRPr>
          </a:p>
          <a:p>
            <a:pPr marL="18107" indent="18107" algn="just">
              <a:spcBef>
                <a:spcPts val="600"/>
              </a:spcBef>
            </a:pP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Los privilegios se otorgan con el comando </a:t>
            </a:r>
            <a:r>
              <a:rPr lang="es-CO" sz="2200" b="1" spc="-1" dirty="0" err="1">
                <a:solidFill>
                  <a:srgbClr val="5E11A6"/>
                </a:solidFill>
                <a:latin typeface="Arial"/>
                <a:ea typeface="DejaVu Sans"/>
              </a:rPr>
              <a:t>grant</a:t>
            </a:r>
            <a:r>
              <a:rPr lang="es-CO" sz="2200" b="1" spc="-1" dirty="0">
                <a:solidFill>
                  <a:srgbClr val="5E11A6"/>
                </a:solidFill>
                <a:latin typeface="Arial"/>
                <a:ea typeface="DejaVu Sans"/>
              </a:rPr>
              <a:t> </a:t>
            </a:r>
            <a:r>
              <a:rPr lang="es-CO" sz="2200" spc="-1" dirty="0">
                <a:solidFill>
                  <a:srgbClr val="000000"/>
                </a:solidFill>
                <a:latin typeface="Arial"/>
                <a:ea typeface="DejaVu Sans"/>
              </a:rPr>
              <a:t> y se restringen con el comando </a:t>
            </a:r>
            <a:r>
              <a:rPr lang="es-CO" sz="2200" b="1" spc="-1" dirty="0" err="1">
                <a:solidFill>
                  <a:srgbClr val="5E11A6"/>
                </a:solidFill>
                <a:latin typeface="Arial"/>
                <a:ea typeface="DejaVu Sans"/>
              </a:rPr>
              <a:t>revoke</a:t>
            </a:r>
            <a:endParaRPr lang="es-CO" sz="2200" spc="-1" dirty="0">
              <a:latin typeface="Arial"/>
            </a:endParaRPr>
          </a:p>
          <a:p>
            <a:pPr marL="18107" indent="18107">
              <a:spcAft>
                <a:spcPts val="748"/>
              </a:spcAft>
            </a:pPr>
            <a:endParaRPr lang="es-CO" sz="22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5686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Control de Seguridad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308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107" indent="18107">
              <a:spcAft>
                <a:spcPts val="748"/>
              </a:spcAft>
            </a:pPr>
            <a:endParaRPr lang="es-CO" sz="24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marL="18107" indent="18107">
              <a:spcAft>
                <a:spcPts val="748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Formato del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revoke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lang="es-CO" sz="2400" spc="-1" dirty="0">
              <a:latin typeface="Arial"/>
            </a:endParaRPr>
          </a:p>
          <a:p>
            <a:pPr marL="18107" indent="18107"/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revoke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privilegio [, privilegio] ... | </a:t>
            </a: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ALL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[</a:t>
            </a:r>
            <a:r>
              <a:rPr lang="es-CO" sz="2400" spc="-1" dirty="0" err="1">
                <a:solidFill>
                  <a:srgbClr val="0000FF"/>
                </a:solidFill>
                <a:latin typeface="Arial"/>
                <a:ea typeface="DejaVu Sans"/>
              </a:rPr>
              <a:t>privileges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])</a:t>
            </a:r>
            <a:endParaRPr lang="es-CO" sz="2400" spc="-1" dirty="0">
              <a:latin typeface="Arial"/>
            </a:endParaRPr>
          </a:p>
          <a:p>
            <a:pPr marL="760488" indent="-250955"/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ON 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[usuario] </a:t>
            </a:r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Objeto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es-CO" sz="2400" spc="-1" dirty="0">
              <a:latin typeface="Arial"/>
            </a:endParaRPr>
          </a:p>
          <a:p>
            <a:pPr marL="760488" indent="-250955">
              <a:spcAft>
                <a:spcPts val="1256"/>
              </a:spcAft>
            </a:pPr>
            <a:r>
              <a:rPr lang="es-CO" sz="2400" b="1" spc="-1" dirty="0">
                <a:solidFill>
                  <a:srgbClr val="FF3366"/>
                </a:solidFill>
                <a:latin typeface="Arial"/>
                <a:ea typeface="DejaVu Sans"/>
              </a:rPr>
              <a:t>FROM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(</a:t>
            </a:r>
            <a:r>
              <a:rPr lang="es-CO" sz="2400" b="1" spc="-1" dirty="0" err="1">
                <a:solidFill>
                  <a:srgbClr val="FF3366"/>
                </a:solidFill>
                <a:latin typeface="Arial"/>
                <a:ea typeface="DejaVu Sans"/>
              </a:rPr>
              <a:t>public</a:t>
            </a: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  | usuario [, usuario]...);</a:t>
            </a:r>
            <a:endParaRPr lang="es-CO" sz="2400" spc="-1" dirty="0">
              <a:latin typeface="Arial"/>
            </a:endParaRPr>
          </a:p>
          <a:p>
            <a:pPr marL="760488" indent="-250955">
              <a:spcAft>
                <a:spcPts val="506"/>
              </a:spcAft>
            </a:pPr>
            <a:r>
              <a:rPr lang="es-CO" sz="2400" spc="-1" dirty="0">
                <a:solidFill>
                  <a:srgbClr val="000000"/>
                </a:solidFill>
                <a:latin typeface="Arial"/>
                <a:ea typeface="DejaVu Sans"/>
              </a:rPr>
              <a:t>privilegios: 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alter,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delete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,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index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,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insert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,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select</a:t>
            </a:r>
            <a:r>
              <a:rPr lang="es-CO" sz="2400" b="1" spc="-1" dirty="0">
                <a:solidFill>
                  <a:srgbClr val="5E11A6"/>
                </a:solidFill>
                <a:latin typeface="Arial"/>
                <a:ea typeface="DejaVu Sans"/>
              </a:rPr>
              <a:t> y </a:t>
            </a:r>
            <a:r>
              <a:rPr lang="es-CO" sz="2400" b="1" spc="-1" dirty="0" err="1">
                <a:solidFill>
                  <a:srgbClr val="5E11A6"/>
                </a:solidFill>
                <a:latin typeface="Arial"/>
                <a:ea typeface="DejaVu Sans"/>
              </a:rPr>
              <a:t>update</a:t>
            </a:r>
            <a:endParaRPr lang="es-CO" sz="2400" spc="-1" dirty="0">
              <a:latin typeface="Arial"/>
            </a:endParaRPr>
          </a:p>
          <a:p>
            <a:pPr marL="760488" indent="-250955"/>
            <a:r>
              <a:rPr lang="es-CO" sz="2400" b="1" spc="-1" dirty="0">
                <a:solidFill>
                  <a:srgbClr val="000000"/>
                </a:solidFill>
                <a:latin typeface="Arial"/>
                <a:ea typeface="DejaVu Sans"/>
              </a:rPr>
              <a:t>Objeto: puede ser una tabla, vista, sinónimo, etc.</a:t>
            </a:r>
            <a:endParaRPr lang="es-CO" sz="24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658302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Ejercicios sobre SQL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850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CLIENTE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idCliente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ingreAñoClie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EMBARQUE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nroEmbar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idCliente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pesoEmb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nroCamion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codDestino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CAMION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nroCamion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nombreConductor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placa, marca, modelo)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CIUDAD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codCiudad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nombreCiu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poblacion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marL="254767" indent="-253496">
              <a:spcBef>
                <a:spcPts val="600"/>
              </a:spcBef>
              <a:spcAft>
                <a:spcPts val="600"/>
              </a:spcAft>
            </a:pPr>
            <a:r>
              <a:rPr lang="es-CO" sz="2000" b="1" spc="-1" dirty="0">
                <a:solidFill>
                  <a:srgbClr val="112CD5"/>
                </a:solidFill>
                <a:latin typeface="Times New Roman"/>
                <a:ea typeface="DejaVu Sans"/>
              </a:rPr>
              <a:t>CONSULTAS</a:t>
            </a:r>
            <a:endParaRPr lang="es-CO" sz="2000" spc="-1" dirty="0">
              <a:latin typeface="Arial"/>
            </a:endParaRP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  <a:ea typeface="DejaVu Sans"/>
              </a:rPr>
              <a:t>Obtener </a:t>
            </a: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Una lista de embarques con peso mayor de 30 Kg.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Los nombres de los clientes con ingresos anuales superiores a $ 8’000.000.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Nombre del conductor del camión No. 54.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Nombre de ciudades que han recibido embarques con peso mayor a 100 Kg.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Nombre e ingreso anual de clientes que han realizado envíos con peso mayor a 80 Kg.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Nombres de conductores que han transportado embarques con peso mayor a 100 Kg.</a:t>
            </a:r>
          </a:p>
          <a:p>
            <a:pPr marL="514350" indent="-514350" algn="just">
              <a:spcBef>
                <a:spcPts val="500"/>
              </a:spcBef>
              <a:buClr>
                <a:srgbClr val="FF0000"/>
              </a:buClr>
              <a:buSzPct val="100000"/>
              <a:buFont typeface="+mj-lt"/>
              <a:buAutoNum type="romanUcPeriod"/>
              <a:tabLst>
                <a:tab pos="395288" algn="l"/>
                <a:tab pos="844550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Ciudades  que  han  recibido  embarques  de  clientes  con ingreso  anual  mayor  a  $ 12’000.000.</a:t>
            </a:r>
          </a:p>
        </p:txBody>
      </p:sp>
    </p:spTree>
    <p:extLst>
      <p:ext uri="{BB962C8B-B14F-4D97-AF65-F5344CB8AC3E}">
        <p14:creationId xmlns:p14="http://schemas.microsoft.com/office/powerpoint/2010/main" val="2669387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A14A99-37E7-FD86-1156-A753F20D5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0332" y="0"/>
            <a:ext cx="10144505" cy="1181819"/>
          </a:xfrm>
        </p:spPr>
        <p:txBody>
          <a:bodyPr anchor="ctr"/>
          <a:lstStyle/>
          <a:p>
            <a:r>
              <a:rPr lang="es-CO" sz="5400" dirty="0">
                <a:latin typeface="Arial" panose="020B0604020202020204" pitchFamily="34" charset="0"/>
                <a:cs typeface="Arial" panose="020B0604020202020204" pitchFamily="34" charset="0"/>
              </a:rPr>
              <a:t>Ejercicios sobre SQL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29C0834-3DBC-9FB3-0E0A-F77D599198EB}"/>
              </a:ext>
            </a:extLst>
          </p:cNvPr>
          <p:cNvSpPr txBox="1"/>
          <p:nvPr/>
        </p:nvSpPr>
        <p:spPr>
          <a:xfrm>
            <a:off x="1820332" y="1181819"/>
            <a:ext cx="9516534" cy="4878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CLIENTE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idCliente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ingreAñoClie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EMBARQUE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nroEmbar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idCliente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pesoEmb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nroCamion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codDestino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CAMION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nroCamion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nombreConductor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placa, marca, modelo)</a:t>
            </a:r>
          </a:p>
          <a:p>
            <a:pPr algn="just">
              <a:spcBef>
                <a:spcPts val="400"/>
              </a:spcBef>
              <a:buClr>
                <a:srgbClr val="080808"/>
              </a:buClr>
              <a:buSzPct val="100000"/>
            </a:pP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CIUDAD (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codCiudad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nombreCiu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, </a:t>
            </a:r>
            <a:r>
              <a:rPr lang="es-CO" sz="2000" b="1" spc="-1" dirty="0" err="1">
                <a:solidFill>
                  <a:srgbClr val="000000"/>
                </a:solidFill>
                <a:latin typeface="Arial"/>
              </a:rPr>
              <a:t>poblacion</a:t>
            </a:r>
            <a:r>
              <a:rPr lang="es-CO" sz="2000" b="1" spc="-1" dirty="0">
                <a:solidFill>
                  <a:srgbClr val="000000"/>
                </a:solidFill>
                <a:latin typeface="Arial"/>
              </a:rPr>
              <a:t>)</a:t>
            </a:r>
          </a:p>
          <a:p>
            <a:pPr marL="254767" indent="-253496">
              <a:spcBef>
                <a:spcPts val="600"/>
              </a:spcBef>
              <a:spcAft>
                <a:spcPts val="600"/>
              </a:spcAft>
            </a:pPr>
            <a:r>
              <a:rPr lang="es-CO" sz="2000" b="1" spc="-1" dirty="0">
                <a:solidFill>
                  <a:srgbClr val="112CD5"/>
                </a:solidFill>
                <a:latin typeface="Times New Roman"/>
                <a:ea typeface="DejaVu Sans"/>
              </a:rPr>
              <a:t>CONSULTAS</a:t>
            </a:r>
            <a:endParaRPr lang="es-CO" sz="2000" spc="-1" dirty="0">
              <a:latin typeface="Arial"/>
            </a:endParaRP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  <a:ea typeface="DejaVu Sans"/>
              </a:rPr>
              <a:t>Obtener </a:t>
            </a: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Clientes con ingresos anuales superiores a $5’000.000, quienes han enviado embarques con un peso menor  a 1 Kg.</a:t>
            </a: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Clientes cuyos embarques han sido transportados por el conductor Roberto Pérez.</a:t>
            </a: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Conductores que han entregado embarques a clientes con ingresos anuales mayores a $260’000.000 a ciudades con población mayor a 1 millón de habitantes.</a:t>
            </a: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Nombres de clientes que han realizado embarques usando cada uno de los conductores.</a:t>
            </a: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Ciudades que han  recibido  embarques de cada uno de los clientes.</a:t>
            </a:r>
          </a:p>
          <a:p>
            <a:pPr marL="514350" indent="-514350" algn="just">
              <a:lnSpc>
                <a:spcPct val="95000"/>
              </a:lnSpc>
              <a:spcBef>
                <a:spcPts val="425"/>
              </a:spcBef>
              <a:buClr>
                <a:srgbClr val="FF0000"/>
              </a:buClr>
              <a:buSzPct val="100000"/>
              <a:buFont typeface="+mj-lt"/>
              <a:buAutoNum type="romanUcPeriod" startAt="8"/>
              <a:tabLst>
                <a:tab pos="844550" algn="l"/>
                <a:tab pos="900113" algn="l"/>
                <a:tab pos="1293813" algn="l"/>
                <a:tab pos="1743075" algn="l"/>
                <a:tab pos="2192338" algn="l"/>
                <a:tab pos="2641600" algn="l"/>
                <a:tab pos="3090863" algn="l"/>
                <a:tab pos="3540125" algn="l"/>
                <a:tab pos="3989388" algn="l"/>
                <a:tab pos="4438650" algn="l"/>
                <a:tab pos="4887913" algn="l"/>
                <a:tab pos="5337175" algn="l"/>
                <a:tab pos="5786438" algn="l"/>
                <a:tab pos="6235700" algn="l"/>
                <a:tab pos="6684963" algn="l"/>
                <a:tab pos="7134225" algn="l"/>
                <a:tab pos="7583488" algn="l"/>
                <a:tab pos="8032750" algn="l"/>
                <a:tab pos="8482013" algn="l"/>
                <a:tab pos="8931275" algn="l"/>
              </a:tabLst>
            </a:pPr>
            <a:r>
              <a:rPr lang="es-CO" sz="2000" spc="-1" dirty="0">
                <a:solidFill>
                  <a:srgbClr val="000000"/>
                </a:solidFill>
                <a:latin typeface="Times New Roman"/>
              </a:rPr>
              <a:t>Conductores  que han hecho entregas de embarques en todas las ciudades.</a:t>
            </a:r>
          </a:p>
        </p:txBody>
      </p:sp>
    </p:spTree>
    <p:extLst>
      <p:ext uri="{BB962C8B-B14F-4D97-AF65-F5344CB8AC3E}">
        <p14:creationId xmlns:p14="http://schemas.microsoft.com/office/powerpoint/2010/main" val="14523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800BA51-919B-9FC2-0EBA-0FD68A740E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145" y="0"/>
            <a:ext cx="7887854" cy="685800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4">
            <a:extLst>
              <a:ext uri="{FF2B5EF4-FFF2-40B4-BE49-F238E27FC236}">
                <a16:creationId xmlns:a16="http://schemas.microsoft.com/office/drawing/2014/main" id="{3D111C87-536D-B1D0-25D6-ED185323F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4472" y="2652056"/>
            <a:ext cx="6807200" cy="1553887"/>
          </a:xfrm>
          <a:noFill/>
        </p:spPr>
        <p:txBody>
          <a:bodyPr/>
          <a:lstStyle/>
          <a:p>
            <a:r>
              <a:rPr lang="es-MX" sz="9600" b="1" dirty="0">
                <a:ln w="13462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accent2">
                    <a:lumMod val="50000"/>
                  </a:schemeClr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  <a:latin typeface="Edwardian Script ITC" panose="020F0502020204030204" pitchFamily="66" charset="0"/>
              </a:rPr>
              <a:t>Muchas Gracias</a:t>
            </a:r>
            <a:endParaRPr lang="es-CO" sz="9600" b="1" dirty="0">
              <a:ln w="13462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</a:ln>
              <a:solidFill>
                <a:schemeClr val="accent2">
                  <a:lumMod val="50000"/>
                </a:schemeClr>
              </a:solidFill>
              <a:effectLst>
                <a:glow rad="63500">
                  <a:schemeClr val="accent2">
                    <a:satMod val="17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  <a:latin typeface="Edwardian Script ITC" panose="020F0502020204030204" pitchFamily="66" charset="0"/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6D59CD5-A792-B847-395E-170619CFBEC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251552"/>
                  </p:ext>
                </p:extLst>
              </p:nvPr>
            </p:nvGraphicFramePr>
            <p:xfrm>
              <a:off x="7481455" y="2834809"/>
              <a:ext cx="3048000" cy="1714500"/>
            </p:xfrm>
            <a:graphic>
              <a:graphicData uri="http://schemas.microsoft.com/office/powerpoint/2016/slidezoom">
                <pslz:sldZm>
                  <pslz:sldZmObj sldId="287" cId="2669387643">
                    <pslz:zmPr id="{F879A456-85C7-439D-BBCD-1228E13D9601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Vista general de diapositiva 2">
                <a:extLst>
                  <a:ext uri="{FF2B5EF4-FFF2-40B4-BE49-F238E27FC236}">
                    <a16:creationId xmlns:a16="http://schemas.microsoft.com/office/drawing/2014/main" id="{F6D59CD5-A792-B847-395E-170619CFBEC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81455" y="283480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91193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Rojo naranja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Diseño personalizado">
  <a:themeElements>
    <a:clrScheme name="Marquesina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Diseño personalizado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Plantilla_Univalle_PW_1</Template>
  <TotalTime>1480</TotalTime>
  <Words>2610</Words>
  <Application>Microsoft Office PowerPoint</Application>
  <PresentationFormat>Panorámica</PresentationFormat>
  <Paragraphs>219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26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Edwardian Script ITC</vt:lpstr>
      <vt:lpstr>Georgia</vt:lpstr>
      <vt:lpstr>Times New Roman</vt:lpstr>
      <vt:lpstr>Wingdings</vt:lpstr>
      <vt:lpstr>Tema de Office</vt:lpstr>
      <vt:lpstr>Diseño personalizado</vt:lpstr>
      <vt:lpstr>1_Diseño personalizado</vt:lpstr>
      <vt:lpstr>2_Diseño personalizado</vt:lpstr>
      <vt:lpstr>3_Diseño personalizado</vt:lpstr>
      <vt:lpstr>Bases de datos I</vt:lpstr>
      <vt:lpstr>Objetivos de Aprendizaje</vt:lpstr>
      <vt:lpstr>Funciones de Agregación</vt:lpstr>
      <vt:lpstr>Funciones de Agregación</vt:lpstr>
      <vt:lpstr>Funciones de Agregación</vt:lpstr>
      <vt:lpstr>Agrupamiento</vt:lpstr>
      <vt:lpstr>Agrupamiento</vt:lpstr>
      <vt:lpstr>Agrupamiento</vt:lpstr>
      <vt:lpstr>Agrupamiento</vt:lpstr>
      <vt:lpstr>Modificaciones a la Base de Datos</vt:lpstr>
      <vt:lpstr>Modificaciones a la Base de Datos</vt:lpstr>
      <vt:lpstr>Modificaciones a la Base de Datos</vt:lpstr>
      <vt:lpstr>Modificaciones a la Base de Datos</vt:lpstr>
      <vt:lpstr>Modificaciones a la Base de Datos</vt:lpstr>
      <vt:lpstr>Definición de Vistas</vt:lpstr>
      <vt:lpstr>Definición de Vistas</vt:lpstr>
      <vt:lpstr>Definición de Vistas</vt:lpstr>
      <vt:lpstr>Definición de Vistas</vt:lpstr>
      <vt:lpstr>Definición de Vistas</vt:lpstr>
      <vt:lpstr>Definición de Vistas</vt:lpstr>
      <vt:lpstr>Modificación de Vistas</vt:lpstr>
      <vt:lpstr>Control de Seguridad</vt:lpstr>
      <vt:lpstr>Control de Seguridad</vt:lpstr>
      <vt:lpstr>Ejercicios sobre SQL</vt:lpstr>
      <vt:lpstr>Ejercicios sobre SQL</vt:lpstr>
      <vt:lpstr>Muchas 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 I</dc:title>
  <dc:creator>Wilmer Ortega Erazo</dc:creator>
  <cp:lastModifiedBy>Wilmer Ortega Erazo</cp:lastModifiedBy>
  <cp:revision>1</cp:revision>
  <dcterms:created xsi:type="dcterms:W3CDTF">2023-08-28T00:09:41Z</dcterms:created>
  <dcterms:modified xsi:type="dcterms:W3CDTF">2023-12-01T02:23:25Z</dcterms:modified>
</cp:coreProperties>
</file>