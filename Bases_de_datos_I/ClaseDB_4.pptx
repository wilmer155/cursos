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65" r:id="rId3"/>
    <p:sldMasterId id="2147483667" r:id="rId4"/>
    <p:sldMasterId id="2147483669" r:id="rId5"/>
  </p:sldMasterIdLst>
  <p:sldIdLst>
    <p:sldId id="256" r:id="rId6"/>
    <p:sldId id="257"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9" r:id="rId21"/>
    <p:sldId id="278"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264" r:id="rId58"/>
  </p:sldIdLst>
  <p:sldSz cx="12192000" cy="6858000"/>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358661-0E72-41EC-A063-1B1439718DDA}" v="57" dt="2023-11-06T00:47:31.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microsoft.com/office/2015/10/relationships/revisionInfo" Target="revisionInfo.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mer Ortega Erazo" userId="19082e28a51afb61" providerId="LiveId" clId="{94990643-8E4E-4CF9-87DE-7C4FB3DD37DE}"/>
    <pc:docChg chg="undo redo custSel addSld delSld modSld sldOrd">
      <pc:chgData name="Wilmer Ortega Erazo" userId="19082e28a51afb61" providerId="LiveId" clId="{94990643-8E4E-4CF9-87DE-7C4FB3DD37DE}" dt="2023-09-19T05:25:16.430" v="5958" actId="20577"/>
      <pc:docMkLst>
        <pc:docMk/>
      </pc:docMkLst>
      <pc:sldChg chg="modSp mod">
        <pc:chgData name="Wilmer Ortega Erazo" userId="19082e28a51afb61" providerId="LiveId" clId="{94990643-8E4E-4CF9-87DE-7C4FB3DD37DE}" dt="2023-09-19T04:26:45.077" v="4081" actId="123"/>
        <pc:sldMkLst>
          <pc:docMk/>
          <pc:sldMk cId="1286385962" sldId="257"/>
        </pc:sldMkLst>
        <pc:spChg chg="mod">
          <ac:chgData name="Wilmer Ortega Erazo" userId="19082e28a51afb61" providerId="LiveId" clId="{94990643-8E4E-4CF9-87DE-7C4FB3DD37DE}" dt="2023-09-19T04:26:45.077" v="4081" actId="123"/>
          <ac:spMkLst>
            <pc:docMk/>
            <pc:sldMk cId="1286385962" sldId="257"/>
            <ac:spMk id="4" creationId="{A29C0834-3DBC-9FB3-0E0A-F77D599198EB}"/>
          </ac:spMkLst>
        </pc:spChg>
      </pc:sldChg>
      <pc:sldChg chg="modSp mod">
        <pc:chgData name="Wilmer Ortega Erazo" userId="19082e28a51afb61" providerId="LiveId" clId="{94990643-8E4E-4CF9-87DE-7C4FB3DD37DE}" dt="2023-09-14T01:18:56.072" v="318" actId="123"/>
        <pc:sldMkLst>
          <pc:docMk/>
          <pc:sldMk cId="3431946679" sldId="265"/>
        </pc:sldMkLst>
        <pc:spChg chg="mod">
          <ac:chgData name="Wilmer Ortega Erazo" userId="19082e28a51afb61" providerId="LiveId" clId="{94990643-8E4E-4CF9-87DE-7C4FB3DD37DE}" dt="2023-09-14T00:57:11.941" v="38" actId="6549"/>
          <ac:spMkLst>
            <pc:docMk/>
            <pc:sldMk cId="3431946679" sldId="265"/>
            <ac:spMk id="2" creationId="{91A14A99-37E7-FD86-1156-A753F20D5A3A}"/>
          </ac:spMkLst>
        </pc:spChg>
        <pc:spChg chg="mod">
          <ac:chgData name="Wilmer Ortega Erazo" userId="19082e28a51afb61" providerId="LiveId" clId="{94990643-8E4E-4CF9-87DE-7C4FB3DD37DE}" dt="2023-09-14T01:18:56.072" v="318" actId="123"/>
          <ac:spMkLst>
            <pc:docMk/>
            <pc:sldMk cId="3431946679" sldId="265"/>
            <ac:spMk id="4" creationId="{A29C0834-3DBC-9FB3-0E0A-F77D599198EB}"/>
          </ac:spMkLst>
        </pc:spChg>
      </pc:sldChg>
      <pc:sldChg chg="del">
        <pc:chgData name="Wilmer Ortega Erazo" userId="19082e28a51afb61" providerId="LiveId" clId="{94990643-8E4E-4CF9-87DE-7C4FB3DD37DE}" dt="2023-09-13T23:55:26.385" v="1" actId="2696"/>
        <pc:sldMkLst>
          <pc:docMk/>
          <pc:sldMk cId="1781570308" sldId="266"/>
        </pc:sldMkLst>
      </pc:sldChg>
      <pc:sldChg chg="del">
        <pc:chgData name="Wilmer Ortega Erazo" userId="19082e28a51afb61" providerId="LiveId" clId="{94990643-8E4E-4CF9-87DE-7C4FB3DD37DE}" dt="2023-09-13T23:55:22.467" v="0" actId="2696"/>
        <pc:sldMkLst>
          <pc:docMk/>
          <pc:sldMk cId="40043588" sldId="267"/>
        </pc:sldMkLst>
      </pc:sldChg>
      <pc:sldChg chg="del">
        <pc:chgData name="Wilmer Ortega Erazo" userId="19082e28a51afb61" providerId="LiveId" clId="{94990643-8E4E-4CF9-87DE-7C4FB3DD37DE}" dt="2023-09-13T23:55:22.467" v="0" actId="2696"/>
        <pc:sldMkLst>
          <pc:docMk/>
          <pc:sldMk cId="3547522046" sldId="268"/>
        </pc:sldMkLst>
      </pc:sldChg>
      <pc:sldChg chg="del">
        <pc:chgData name="Wilmer Ortega Erazo" userId="19082e28a51afb61" providerId="LiveId" clId="{94990643-8E4E-4CF9-87DE-7C4FB3DD37DE}" dt="2023-09-13T23:55:22.467" v="0" actId="2696"/>
        <pc:sldMkLst>
          <pc:docMk/>
          <pc:sldMk cId="839485298" sldId="269"/>
        </pc:sldMkLst>
      </pc:sldChg>
      <pc:sldChg chg="del">
        <pc:chgData name="Wilmer Ortega Erazo" userId="19082e28a51afb61" providerId="LiveId" clId="{94990643-8E4E-4CF9-87DE-7C4FB3DD37DE}" dt="2023-09-13T23:55:22.467" v="0" actId="2696"/>
        <pc:sldMkLst>
          <pc:docMk/>
          <pc:sldMk cId="1107773906" sldId="270"/>
        </pc:sldMkLst>
      </pc:sldChg>
      <pc:sldChg chg="del">
        <pc:chgData name="Wilmer Ortega Erazo" userId="19082e28a51afb61" providerId="LiveId" clId="{94990643-8E4E-4CF9-87DE-7C4FB3DD37DE}" dt="2023-09-13T23:55:22.467" v="0" actId="2696"/>
        <pc:sldMkLst>
          <pc:docMk/>
          <pc:sldMk cId="4161581513" sldId="271"/>
        </pc:sldMkLst>
      </pc:sldChg>
      <pc:sldChg chg="del">
        <pc:chgData name="Wilmer Ortega Erazo" userId="19082e28a51afb61" providerId="LiveId" clId="{94990643-8E4E-4CF9-87DE-7C4FB3DD37DE}" dt="2023-09-13T23:55:22.467" v="0" actId="2696"/>
        <pc:sldMkLst>
          <pc:docMk/>
          <pc:sldMk cId="2563264062" sldId="272"/>
        </pc:sldMkLst>
      </pc:sldChg>
      <pc:sldChg chg="del">
        <pc:chgData name="Wilmer Ortega Erazo" userId="19082e28a51afb61" providerId="LiveId" clId="{94990643-8E4E-4CF9-87DE-7C4FB3DD37DE}" dt="2023-09-13T23:55:22.467" v="0" actId="2696"/>
        <pc:sldMkLst>
          <pc:docMk/>
          <pc:sldMk cId="1346196386" sldId="273"/>
        </pc:sldMkLst>
      </pc:sldChg>
      <pc:sldChg chg="del">
        <pc:chgData name="Wilmer Ortega Erazo" userId="19082e28a51afb61" providerId="LiveId" clId="{94990643-8E4E-4CF9-87DE-7C4FB3DD37DE}" dt="2023-09-13T23:55:22.467" v="0" actId="2696"/>
        <pc:sldMkLst>
          <pc:docMk/>
          <pc:sldMk cId="2729497186" sldId="274"/>
        </pc:sldMkLst>
      </pc:sldChg>
      <pc:sldChg chg="del">
        <pc:chgData name="Wilmer Ortega Erazo" userId="19082e28a51afb61" providerId="LiveId" clId="{94990643-8E4E-4CF9-87DE-7C4FB3DD37DE}" dt="2023-09-13T23:55:22.467" v="0" actId="2696"/>
        <pc:sldMkLst>
          <pc:docMk/>
          <pc:sldMk cId="1051404774" sldId="275"/>
        </pc:sldMkLst>
      </pc:sldChg>
      <pc:sldChg chg="del">
        <pc:chgData name="Wilmer Ortega Erazo" userId="19082e28a51afb61" providerId="LiveId" clId="{94990643-8E4E-4CF9-87DE-7C4FB3DD37DE}" dt="2023-09-13T23:55:22.467" v="0" actId="2696"/>
        <pc:sldMkLst>
          <pc:docMk/>
          <pc:sldMk cId="3143063018" sldId="276"/>
        </pc:sldMkLst>
      </pc:sldChg>
      <pc:sldChg chg="del">
        <pc:chgData name="Wilmer Ortega Erazo" userId="19082e28a51afb61" providerId="LiveId" clId="{94990643-8E4E-4CF9-87DE-7C4FB3DD37DE}" dt="2023-09-13T23:55:22.467" v="0" actId="2696"/>
        <pc:sldMkLst>
          <pc:docMk/>
          <pc:sldMk cId="2808660477" sldId="277"/>
        </pc:sldMkLst>
      </pc:sldChg>
      <pc:sldChg chg="del">
        <pc:chgData name="Wilmer Ortega Erazo" userId="19082e28a51afb61" providerId="LiveId" clId="{94990643-8E4E-4CF9-87DE-7C4FB3DD37DE}" dt="2023-09-13T23:55:22.467" v="0" actId="2696"/>
        <pc:sldMkLst>
          <pc:docMk/>
          <pc:sldMk cId="801650345" sldId="278"/>
        </pc:sldMkLst>
      </pc:sldChg>
      <pc:sldChg chg="del">
        <pc:chgData name="Wilmer Ortega Erazo" userId="19082e28a51afb61" providerId="LiveId" clId="{94990643-8E4E-4CF9-87DE-7C4FB3DD37DE}" dt="2023-09-13T23:55:22.467" v="0" actId="2696"/>
        <pc:sldMkLst>
          <pc:docMk/>
          <pc:sldMk cId="2377595682" sldId="279"/>
        </pc:sldMkLst>
      </pc:sldChg>
      <pc:sldChg chg="del">
        <pc:chgData name="Wilmer Ortega Erazo" userId="19082e28a51afb61" providerId="LiveId" clId="{94990643-8E4E-4CF9-87DE-7C4FB3DD37DE}" dt="2023-09-13T23:55:22.467" v="0" actId="2696"/>
        <pc:sldMkLst>
          <pc:docMk/>
          <pc:sldMk cId="4216447524" sldId="280"/>
        </pc:sldMkLst>
      </pc:sldChg>
      <pc:sldChg chg="del">
        <pc:chgData name="Wilmer Ortega Erazo" userId="19082e28a51afb61" providerId="LiveId" clId="{94990643-8E4E-4CF9-87DE-7C4FB3DD37DE}" dt="2023-09-13T23:55:22.467" v="0" actId="2696"/>
        <pc:sldMkLst>
          <pc:docMk/>
          <pc:sldMk cId="1126264911" sldId="281"/>
        </pc:sldMkLst>
      </pc:sldChg>
      <pc:sldChg chg="del">
        <pc:chgData name="Wilmer Ortega Erazo" userId="19082e28a51afb61" providerId="LiveId" clId="{94990643-8E4E-4CF9-87DE-7C4FB3DD37DE}" dt="2023-09-13T23:55:22.467" v="0" actId="2696"/>
        <pc:sldMkLst>
          <pc:docMk/>
          <pc:sldMk cId="3151016605" sldId="282"/>
        </pc:sldMkLst>
      </pc:sldChg>
      <pc:sldChg chg="del">
        <pc:chgData name="Wilmer Ortega Erazo" userId="19082e28a51afb61" providerId="LiveId" clId="{94990643-8E4E-4CF9-87DE-7C4FB3DD37DE}" dt="2023-09-13T23:55:22.467" v="0" actId="2696"/>
        <pc:sldMkLst>
          <pc:docMk/>
          <pc:sldMk cId="3695693587" sldId="283"/>
        </pc:sldMkLst>
      </pc:sldChg>
      <pc:sldChg chg="del">
        <pc:chgData name="Wilmer Ortega Erazo" userId="19082e28a51afb61" providerId="LiveId" clId="{94990643-8E4E-4CF9-87DE-7C4FB3DD37DE}" dt="2023-09-13T23:55:22.467" v="0" actId="2696"/>
        <pc:sldMkLst>
          <pc:docMk/>
          <pc:sldMk cId="1597497913" sldId="284"/>
        </pc:sldMkLst>
      </pc:sldChg>
      <pc:sldChg chg="del">
        <pc:chgData name="Wilmer Ortega Erazo" userId="19082e28a51afb61" providerId="LiveId" clId="{94990643-8E4E-4CF9-87DE-7C4FB3DD37DE}" dt="2023-09-13T23:55:22.467" v="0" actId="2696"/>
        <pc:sldMkLst>
          <pc:docMk/>
          <pc:sldMk cId="1586808836" sldId="285"/>
        </pc:sldMkLst>
      </pc:sldChg>
      <pc:sldChg chg="del">
        <pc:chgData name="Wilmer Ortega Erazo" userId="19082e28a51afb61" providerId="LiveId" clId="{94990643-8E4E-4CF9-87DE-7C4FB3DD37DE}" dt="2023-09-13T23:55:22.467" v="0" actId="2696"/>
        <pc:sldMkLst>
          <pc:docMk/>
          <pc:sldMk cId="1954065260" sldId="286"/>
        </pc:sldMkLst>
      </pc:sldChg>
      <pc:sldChg chg="del">
        <pc:chgData name="Wilmer Ortega Erazo" userId="19082e28a51afb61" providerId="LiveId" clId="{94990643-8E4E-4CF9-87DE-7C4FB3DD37DE}" dt="2023-09-13T23:55:22.467" v="0" actId="2696"/>
        <pc:sldMkLst>
          <pc:docMk/>
          <pc:sldMk cId="3887545344" sldId="287"/>
        </pc:sldMkLst>
      </pc:sldChg>
      <pc:sldChg chg="del">
        <pc:chgData name="Wilmer Ortega Erazo" userId="19082e28a51afb61" providerId="LiveId" clId="{94990643-8E4E-4CF9-87DE-7C4FB3DD37DE}" dt="2023-09-13T23:55:22.467" v="0" actId="2696"/>
        <pc:sldMkLst>
          <pc:docMk/>
          <pc:sldMk cId="1756311536" sldId="288"/>
        </pc:sldMkLst>
      </pc:sldChg>
      <pc:sldChg chg="del">
        <pc:chgData name="Wilmer Ortega Erazo" userId="19082e28a51afb61" providerId="LiveId" clId="{94990643-8E4E-4CF9-87DE-7C4FB3DD37DE}" dt="2023-09-13T23:55:22.467" v="0" actId="2696"/>
        <pc:sldMkLst>
          <pc:docMk/>
          <pc:sldMk cId="1026742113" sldId="289"/>
        </pc:sldMkLst>
      </pc:sldChg>
      <pc:sldChg chg="del">
        <pc:chgData name="Wilmer Ortega Erazo" userId="19082e28a51afb61" providerId="LiveId" clId="{94990643-8E4E-4CF9-87DE-7C4FB3DD37DE}" dt="2023-09-13T23:55:22.467" v="0" actId="2696"/>
        <pc:sldMkLst>
          <pc:docMk/>
          <pc:sldMk cId="919220694" sldId="290"/>
        </pc:sldMkLst>
      </pc:sldChg>
      <pc:sldChg chg="del">
        <pc:chgData name="Wilmer Ortega Erazo" userId="19082e28a51afb61" providerId="LiveId" clId="{94990643-8E4E-4CF9-87DE-7C4FB3DD37DE}" dt="2023-09-13T23:55:22.467" v="0" actId="2696"/>
        <pc:sldMkLst>
          <pc:docMk/>
          <pc:sldMk cId="978730975" sldId="291"/>
        </pc:sldMkLst>
      </pc:sldChg>
      <pc:sldChg chg="del">
        <pc:chgData name="Wilmer Ortega Erazo" userId="19082e28a51afb61" providerId="LiveId" clId="{94990643-8E4E-4CF9-87DE-7C4FB3DD37DE}" dt="2023-09-13T23:55:22.467" v="0" actId="2696"/>
        <pc:sldMkLst>
          <pc:docMk/>
          <pc:sldMk cId="4012074948" sldId="292"/>
        </pc:sldMkLst>
      </pc:sldChg>
      <pc:sldChg chg="del">
        <pc:chgData name="Wilmer Ortega Erazo" userId="19082e28a51afb61" providerId="LiveId" clId="{94990643-8E4E-4CF9-87DE-7C4FB3DD37DE}" dt="2023-09-13T23:55:22.467" v="0" actId="2696"/>
        <pc:sldMkLst>
          <pc:docMk/>
          <pc:sldMk cId="900314451" sldId="293"/>
        </pc:sldMkLst>
      </pc:sldChg>
      <pc:sldChg chg="del">
        <pc:chgData name="Wilmer Ortega Erazo" userId="19082e28a51afb61" providerId="LiveId" clId="{94990643-8E4E-4CF9-87DE-7C4FB3DD37DE}" dt="2023-09-13T23:55:22.467" v="0" actId="2696"/>
        <pc:sldMkLst>
          <pc:docMk/>
          <pc:sldMk cId="70218217" sldId="294"/>
        </pc:sldMkLst>
      </pc:sldChg>
      <pc:sldChg chg="del">
        <pc:chgData name="Wilmer Ortega Erazo" userId="19082e28a51afb61" providerId="LiveId" clId="{94990643-8E4E-4CF9-87DE-7C4FB3DD37DE}" dt="2023-09-13T23:55:22.467" v="0" actId="2696"/>
        <pc:sldMkLst>
          <pc:docMk/>
          <pc:sldMk cId="1383735728" sldId="295"/>
        </pc:sldMkLst>
      </pc:sldChg>
      <pc:sldChg chg="del">
        <pc:chgData name="Wilmer Ortega Erazo" userId="19082e28a51afb61" providerId="LiveId" clId="{94990643-8E4E-4CF9-87DE-7C4FB3DD37DE}" dt="2023-09-13T23:55:22.467" v="0" actId="2696"/>
        <pc:sldMkLst>
          <pc:docMk/>
          <pc:sldMk cId="1342916085" sldId="296"/>
        </pc:sldMkLst>
      </pc:sldChg>
      <pc:sldChg chg="del">
        <pc:chgData name="Wilmer Ortega Erazo" userId="19082e28a51afb61" providerId="LiveId" clId="{94990643-8E4E-4CF9-87DE-7C4FB3DD37DE}" dt="2023-09-13T23:55:22.467" v="0" actId="2696"/>
        <pc:sldMkLst>
          <pc:docMk/>
          <pc:sldMk cId="3598863578" sldId="297"/>
        </pc:sldMkLst>
      </pc:sldChg>
      <pc:sldChg chg="del">
        <pc:chgData name="Wilmer Ortega Erazo" userId="19082e28a51afb61" providerId="LiveId" clId="{94990643-8E4E-4CF9-87DE-7C4FB3DD37DE}" dt="2023-09-13T23:55:22.467" v="0" actId="2696"/>
        <pc:sldMkLst>
          <pc:docMk/>
          <pc:sldMk cId="294367465" sldId="298"/>
        </pc:sldMkLst>
      </pc:sldChg>
      <pc:sldChg chg="del">
        <pc:chgData name="Wilmer Ortega Erazo" userId="19082e28a51afb61" providerId="LiveId" clId="{94990643-8E4E-4CF9-87DE-7C4FB3DD37DE}" dt="2023-09-13T23:55:22.467" v="0" actId="2696"/>
        <pc:sldMkLst>
          <pc:docMk/>
          <pc:sldMk cId="4092678982" sldId="299"/>
        </pc:sldMkLst>
      </pc:sldChg>
      <pc:sldChg chg="addSp delSp modSp add mod">
        <pc:chgData name="Wilmer Ortega Erazo" userId="19082e28a51afb61" providerId="LiveId" clId="{94990643-8E4E-4CF9-87DE-7C4FB3DD37DE}" dt="2023-09-14T00:58:51.383" v="64" actId="1076"/>
        <pc:sldMkLst>
          <pc:docMk/>
          <pc:sldMk cId="257352372" sldId="301"/>
        </pc:sldMkLst>
        <pc:spChg chg="del mod">
          <ac:chgData name="Wilmer Ortega Erazo" userId="19082e28a51afb61" providerId="LiveId" clId="{94990643-8E4E-4CF9-87DE-7C4FB3DD37DE}" dt="2023-09-14T00:58:37.307" v="62" actId="478"/>
          <ac:spMkLst>
            <pc:docMk/>
            <pc:sldMk cId="257352372" sldId="301"/>
            <ac:spMk id="4" creationId="{A29C0834-3DBC-9FB3-0E0A-F77D599198EB}"/>
          </ac:spMkLst>
        </pc:spChg>
        <pc:spChg chg="mod">
          <ac:chgData name="Wilmer Ortega Erazo" userId="19082e28a51afb61" providerId="LiveId" clId="{94990643-8E4E-4CF9-87DE-7C4FB3DD37DE}" dt="2023-09-14T00:58:51.383" v="64" actId="1076"/>
          <ac:spMkLst>
            <pc:docMk/>
            <pc:sldMk cId="257352372" sldId="301"/>
            <ac:spMk id="30" creationId="{821C1DD0-E74F-8FD5-3BD2-7B6A590F691F}"/>
          </ac:spMkLst>
        </pc:spChg>
        <pc:spChg chg="mod">
          <ac:chgData name="Wilmer Ortega Erazo" userId="19082e28a51afb61" providerId="LiveId" clId="{94990643-8E4E-4CF9-87DE-7C4FB3DD37DE}" dt="2023-09-14T00:58:51.383" v="64" actId="1076"/>
          <ac:spMkLst>
            <pc:docMk/>
            <pc:sldMk cId="257352372" sldId="301"/>
            <ac:spMk id="45" creationId="{0A201B94-67A2-4C2F-030E-2BEAD128C8EA}"/>
          </ac:spMkLst>
        </pc:spChg>
        <pc:spChg chg="mod">
          <ac:chgData name="Wilmer Ortega Erazo" userId="19082e28a51afb61" providerId="LiveId" clId="{94990643-8E4E-4CF9-87DE-7C4FB3DD37DE}" dt="2023-09-14T00:58:51.383" v="64" actId="1076"/>
          <ac:spMkLst>
            <pc:docMk/>
            <pc:sldMk cId="257352372" sldId="301"/>
            <ac:spMk id="46" creationId="{02C528C8-0353-72D9-6ABA-45CD1AF7C9C0}"/>
          </ac:spMkLst>
        </pc:spChg>
        <pc:spChg chg="mod">
          <ac:chgData name="Wilmer Ortega Erazo" userId="19082e28a51afb61" providerId="LiveId" clId="{94990643-8E4E-4CF9-87DE-7C4FB3DD37DE}" dt="2023-09-14T00:58:51.383" v="64" actId="1076"/>
          <ac:spMkLst>
            <pc:docMk/>
            <pc:sldMk cId="257352372" sldId="301"/>
            <ac:spMk id="47" creationId="{1A8E6155-0E34-656C-1712-A766DC93DA1A}"/>
          </ac:spMkLst>
        </pc:spChg>
        <pc:spChg chg="mod">
          <ac:chgData name="Wilmer Ortega Erazo" userId="19082e28a51afb61" providerId="LiveId" clId="{94990643-8E4E-4CF9-87DE-7C4FB3DD37DE}" dt="2023-09-14T00:58:51.383" v="64" actId="1076"/>
          <ac:spMkLst>
            <pc:docMk/>
            <pc:sldMk cId="257352372" sldId="301"/>
            <ac:spMk id="48" creationId="{4435ED9F-17D4-D1D4-6DBC-63DB715C6DB0}"/>
          </ac:spMkLst>
        </pc:spChg>
        <pc:spChg chg="mod">
          <ac:chgData name="Wilmer Ortega Erazo" userId="19082e28a51afb61" providerId="LiveId" clId="{94990643-8E4E-4CF9-87DE-7C4FB3DD37DE}" dt="2023-09-14T00:58:51.383" v="64" actId="1076"/>
          <ac:spMkLst>
            <pc:docMk/>
            <pc:sldMk cId="257352372" sldId="301"/>
            <ac:spMk id="49" creationId="{4DB17C35-BCE9-F552-002A-29BF29D19BA9}"/>
          </ac:spMkLst>
        </pc:spChg>
        <pc:spChg chg="mod">
          <ac:chgData name="Wilmer Ortega Erazo" userId="19082e28a51afb61" providerId="LiveId" clId="{94990643-8E4E-4CF9-87DE-7C4FB3DD37DE}" dt="2023-09-14T00:58:51.383" v="64" actId="1076"/>
          <ac:spMkLst>
            <pc:docMk/>
            <pc:sldMk cId="257352372" sldId="301"/>
            <ac:spMk id="50" creationId="{B2F5A447-3BEF-0AA2-4409-04520F1C714E}"/>
          </ac:spMkLst>
        </pc:spChg>
        <pc:spChg chg="mod">
          <ac:chgData name="Wilmer Ortega Erazo" userId="19082e28a51afb61" providerId="LiveId" clId="{94990643-8E4E-4CF9-87DE-7C4FB3DD37DE}" dt="2023-09-14T00:58:51.383" v="64" actId="1076"/>
          <ac:spMkLst>
            <pc:docMk/>
            <pc:sldMk cId="257352372" sldId="301"/>
            <ac:spMk id="51" creationId="{F13D36EF-3546-57E4-F08C-77974E2FDFA4}"/>
          </ac:spMkLst>
        </pc:spChg>
        <pc:spChg chg="mod">
          <ac:chgData name="Wilmer Ortega Erazo" userId="19082e28a51afb61" providerId="LiveId" clId="{94990643-8E4E-4CF9-87DE-7C4FB3DD37DE}" dt="2023-09-14T00:58:51.383" v="64" actId="1076"/>
          <ac:spMkLst>
            <pc:docMk/>
            <pc:sldMk cId="257352372" sldId="301"/>
            <ac:spMk id="52" creationId="{808DF9BB-63F9-3F93-8F1C-88606E575B8A}"/>
          </ac:spMkLst>
        </pc:spChg>
        <pc:spChg chg="mod">
          <ac:chgData name="Wilmer Ortega Erazo" userId="19082e28a51afb61" providerId="LiveId" clId="{94990643-8E4E-4CF9-87DE-7C4FB3DD37DE}" dt="2023-09-14T00:58:51.383" v="64" actId="1076"/>
          <ac:spMkLst>
            <pc:docMk/>
            <pc:sldMk cId="257352372" sldId="301"/>
            <ac:spMk id="53" creationId="{B11BC1D0-5E63-33F1-3198-0E924B42A0D8}"/>
          </ac:spMkLst>
        </pc:spChg>
        <pc:spChg chg="mod">
          <ac:chgData name="Wilmer Ortega Erazo" userId="19082e28a51afb61" providerId="LiveId" clId="{94990643-8E4E-4CF9-87DE-7C4FB3DD37DE}" dt="2023-09-14T00:58:51.383" v="64" actId="1076"/>
          <ac:spMkLst>
            <pc:docMk/>
            <pc:sldMk cId="257352372" sldId="301"/>
            <ac:spMk id="54" creationId="{C99740A7-D299-12CC-E847-8A120DCEFAAE}"/>
          </ac:spMkLst>
        </pc:spChg>
        <pc:spChg chg="mod">
          <ac:chgData name="Wilmer Ortega Erazo" userId="19082e28a51afb61" providerId="LiveId" clId="{94990643-8E4E-4CF9-87DE-7C4FB3DD37DE}" dt="2023-09-14T00:58:51.383" v="64" actId="1076"/>
          <ac:spMkLst>
            <pc:docMk/>
            <pc:sldMk cId="257352372" sldId="301"/>
            <ac:spMk id="55" creationId="{ECDB4592-6F1D-72F9-4368-920BD7E32C4B}"/>
          </ac:spMkLst>
        </pc:spChg>
        <pc:spChg chg="mod">
          <ac:chgData name="Wilmer Ortega Erazo" userId="19082e28a51afb61" providerId="LiveId" clId="{94990643-8E4E-4CF9-87DE-7C4FB3DD37DE}" dt="2023-09-14T00:58:51.383" v="64" actId="1076"/>
          <ac:spMkLst>
            <pc:docMk/>
            <pc:sldMk cId="257352372" sldId="301"/>
            <ac:spMk id="56" creationId="{9E184A68-DA9C-4DE2-D562-4A1B4E3FEFD5}"/>
          </ac:spMkLst>
        </pc:spChg>
        <pc:spChg chg="mod">
          <ac:chgData name="Wilmer Ortega Erazo" userId="19082e28a51afb61" providerId="LiveId" clId="{94990643-8E4E-4CF9-87DE-7C4FB3DD37DE}" dt="2023-09-14T00:58:51.383" v="64" actId="1076"/>
          <ac:spMkLst>
            <pc:docMk/>
            <pc:sldMk cId="257352372" sldId="301"/>
            <ac:spMk id="57" creationId="{9C1EBB80-0786-01EF-0D58-81100722FCDD}"/>
          </ac:spMkLst>
        </pc:spChg>
        <pc:spChg chg="mod">
          <ac:chgData name="Wilmer Ortega Erazo" userId="19082e28a51afb61" providerId="LiveId" clId="{94990643-8E4E-4CF9-87DE-7C4FB3DD37DE}" dt="2023-09-14T00:58:51.383" v="64" actId="1076"/>
          <ac:spMkLst>
            <pc:docMk/>
            <pc:sldMk cId="257352372" sldId="301"/>
            <ac:spMk id="58" creationId="{92A939D4-162C-9D3F-DD34-2BD912C9B569}"/>
          </ac:spMkLst>
        </pc:spChg>
        <pc:spChg chg="mod">
          <ac:chgData name="Wilmer Ortega Erazo" userId="19082e28a51afb61" providerId="LiveId" clId="{94990643-8E4E-4CF9-87DE-7C4FB3DD37DE}" dt="2023-09-14T00:58:51.383" v="64" actId="1076"/>
          <ac:spMkLst>
            <pc:docMk/>
            <pc:sldMk cId="257352372" sldId="301"/>
            <ac:spMk id="59" creationId="{9A78BA66-3C89-0EC5-8323-BDFA835AB9A4}"/>
          </ac:spMkLst>
        </pc:spChg>
        <pc:spChg chg="mod">
          <ac:chgData name="Wilmer Ortega Erazo" userId="19082e28a51afb61" providerId="LiveId" clId="{94990643-8E4E-4CF9-87DE-7C4FB3DD37DE}" dt="2023-09-14T00:58:51.383" v="64" actId="1076"/>
          <ac:spMkLst>
            <pc:docMk/>
            <pc:sldMk cId="257352372" sldId="301"/>
            <ac:spMk id="60" creationId="{9BF22A0B-1FF3-DD78-3615-869BD2C7D87F}"/>
          </ac:spMkLst>
        </pc:spChg>
        <pc:spChg chg="mod">
          <ac:chgData name="Wilmer Ortega Erazo" userId="19082e28a51afb61" providerId="LiveId" clId="{94990643-8E4E-4CF9-87DE-7C4FB3DD37DE}" dt="2023-09-14T00:58:51.383" v="64" actId="1076"/>
          <ac:spMkLst>
            <pc:docMk/>
            <pc:sldMk cId="257352372" sldId="301"/>
            <ac:spMk id="61" creationId="{650F240E-D13F-D905-8434-7DB7BD4F4D6B}"/>
          </ac:spMkLst>
        </pc:spChg>
        <pc:spChg chg="mod">
          <ac:chgData name="Wilmer Ortega Erazo" userId="19082e28a51afb61" providerId="LiveId" clId="{94990643-8E4E-4CF9-87DE-7C4FB3DD37DE}" dt="2023-09-14T00:58:51.383" v="64" actId="1076"/>
          <ac:spMkLst>
            <pc:docMk/>
            <pc:sldMk cId="257352372" sldId="301"/>
            <ac:spMk id="62" creationId="{3C7D878B-43EB-970F-49B0-6EE039AB4F3F}"/>
          </ac:spMkLst>
        </pc:spChg>
        <pc:spChg chg="mod">
          <ac:chgData name="Wilmer Ortega Erazo" userId="19082e28a51afb61" providerId="LiveId" clId="{94990643-8E4E-4CF9-87DE-7C4FB3DD37DE}" dt="2023-09-14T00:58:51.383" v="64" actId="1076"/>
          <ac:spMkLst>
            <pc:docMk/>
            <pc:sldMk cId="257352372" sldId="301"/>
            <ac:spMk id="63" creationId="{4FE9B6DB-6331-7FDB-FCDD-D27EB2A6CA0E}"/>
          </ac:spMkLst>
        </pc:spChg>
        <pc:spChg chg="mod">
          <ac:chgData name="Wilmer Ortega Erazo" userId="19082e28a51afb61" providerId="LiveId" clId="{94990643-8E4E-4CF9-87DE-7C4FB3DD37DE}" dt="2023-09-14T00:58:51.383" v="64" actId="1076"/>
          <ac:spMkLst>
            <pc:docMk/>
            <pc:sldMk cId="257352372" sldId="301"/>
            <ac:spMk id="64" creationId="{35EC97CF-F157-D89B-E6F2-C31A58ACB17D}"/>
          </ac:spMkLst>
        </pc:spChg>
        <pc:spChg chg="mod">
          <ac:chgData name="Wilmer Ortega Erazo" userId="19082e28a51afb61" providerId="LiveId" clId="{94990643-8E4E-4CF9-87DE-7C4FB3DD37DE}" dt="2023-09-14T00:58:51.383" v="64" actId="1076"/>
          <ac:spMkLst>
            <pc:docMk/>
            <pc:sldMk cId="257352372" sldId="301"/>
            <ac:spMk id="65" creationId="{1B76D029-EF23-C699-1F0F-C3B56D3422A1}"/>
          </ac:spMkLst>
        </pc:spChg>
        <pc:spChg chg="mod">
          <ac:chgData name="Wilmer Ortega Erazo" userId="19082e28a51afb61" providerId="LiveId" clId="{94990643-8E4E-4CF9-87DE-7C4FB3DD37DE}" dt="2023-09-14T00:58:51.383" v="64" actId="1076"/>
          <ac:spMkLst>
            <pc:docMk/>
            <pc:sldMk cId="257352372" sldId="301"/>
            <ac:spMk id="66" creationId="{C3FF7EF3-DA92-40B0-348E-705135F5AA86}"/>
          </ac:spMkLst>
        </pc:spChg>
        <pc:spChg chg="mod">
          <ac:chgData name="Wilmer Ortega Erazo" userId="19082e28a51afb61" providerId="LiveId" clId="{94990643-8E4E-4CF9-87DE-7C4FB3DD37DE}" dt="2023-09-14T00:58:51.383" v="64" actId="1076"/>
          <ac:spMkLst>
            <pc:docMk/>
            <pc:sldMk cId="257352372" sldId="301"/>
            <ac:spMk id="67" creationId="{7C6D6A72-18EC-D23D-6236-5A996066A04E}"/>
          </ac:spMkLst>
        </pc:spChg>
        <pc:spChg chg="mod">
          <ac:chgData name="Wilmer Ortega Erazo" userId="19082e28a51afb61" providerId="LiveId" clId="{94990643-8E4E-4CF9-87DE-7C4FB3DD37DE}" dt="2023-09-14T00:58:51.383" v="64" actId="1076"/>
          <ac:spMkLst>
            <pc:docMk/>
            <pc:sldMk cId="257352372" sldId="301"/>
            <ac:spMk id="68" creationId="{9CF08582-D6AB-AB30-4EE5-91C9E9DDE35A}"/>
          </ac:spMkLst>
        </pc:spChg>
        <pc:spChg chg="mod">
          <ac:chgData name="Wilmer Ortega Erazo" userId="19082e28a51afb61" providerId="LiveId" clId="{94990643-8E4E-4CF9-87DE-7C4FB3DD37DE}" dt="2023-09-14T00:58:51.383" v="64" actId="1076"/>
          <ac:spMkLst>
            <pc:docMk/>
            <pc:sldMk cId="257352372" sldId="301"/>
            <ac:spMk id="69" creationId="{A142077A-AE59-D349-76B9-4D226F175F9D}"/>
          </ac:spMkLst>
        </pc:spChg>
        <pc:spChg chg="mod">
          <ac:chgData name="Wilmer Ortega Erazo" userId="19082e28a51afb61" providerId="LiveId" clId="{94990643-8E4E-4CF9-87DE-7C4FB3DD37DE}" dt="2023-09-14T00:58:51.383" v="64" actId="1076"/>
          <ac:spMkLst>
            <pc:docMk/>
            <pc:sldMk cId="257352372" sldId="301"/>
            <ac:spMk id="70" creationId="{BCE4B6EB-726C-E0E3-D648-47C5E8340335}"/>
          </ac:spMkLst>
        </pc:spChg>
        <pc:spChg chg="mod">
          <ac:chgData name="Wilmer Ortega Erazo" userId="19082e28a51afb61" providerId="LiveId" clId="{94990643-8E4E-4CF9-87DE-7C4FB3DD37DE}" dt="2023-09-14T00:58:51.383" v="64" actId="1076"/>
          <ac:spMkLst>
            <pc:docMk/>
            <pc:sldMk cId="257352372" sldId="301"/>
            <ac:spMk id="71" creationId="{48CDD72F-DFA7-02D2-B598-F0AC8299813D}"/>
          </ac:spMkLst>
        </pc:spChg>
        <pc:spChg chg="mod">
          <ac:chgData name="Wilmer Ortega Erazo" userId="19082e28a51afb61" providerId="LiveId" clId="{94990643-8E4E-4CF9-87DE-7C4FB3DD37DE}" dt="2023-09-14T00:58:51.383" v="64" actId="1076"/>
          <ac:spMkLst>
            <pc:docMk/>
            <pc:sldMk cId="257352372" sldId="301"/>
            <ac:spMk id="72" creationId="{3BA1065C-F040-6D9C-1B51-F833639A22E6}"/>
          </ac:spMkLst>
        </pc:spChg>
        <pc:spChg chg="mod">
          <ac:chgData name="Wilmer Ortega Erazo" userId="19082e28a51afb61" providerId="LiveId" clId="{94990643-8E4E-4CF9-87DE-7C4FB3DD37DE}" dt="2023-09-14T00:58:51.383" v="64" actId="1076"/>
          <ac:spMkLst>
            <pc:docMk/>
            <pc:sldMk cId="257352372" sldId="301"/>
            <ac:spMk id="73" creationId="{212C320B-68FF-C82E-5A93-51BB48B4E200}"/>
          </ac:spMkLst>
        </pc:spChg>
        <pc:spChg chg="mod">
          <ac:chgData name="Wilmer Ortega Erazo" userId="19082e28a51afb61" providerId="LiveId" clId="{94990643-8E4E-4CF9-87DE-7C4FB3DD37DE}" dt="2023-09-14T00:58:51.383" v="64" actId="1076"/>
          <ac:spMkLst>
            <pc:docMk/>
            <pc:sldMk cId="257352372" sldId="301"/>
            <ac:spMk id="74" creationId="{A1176139-5790-3874-6218-8113D4A1E89A}"/>
          </ac:spMkLst>
        </pc:spChg>
        <pc:spChg chg="mod">
          <ac:chgData name="Wilmer Ortega Erazo" userId="19082e28a51afb61" providerId="LiveId" clId="{94990643-8E4E-4CF9-87DE-7C4FB3DD37DE}" dt="2023-09-14T00:58:51.383" v="64" actId="1076"/>
          <ac:spMkLst>
            <pc:docMk/>
            <pc:sldMk cId="257352372" sldId="301"/>
            <ac:spMk id="75" creationId="{7B1F2C92-CF1D-4128-C937-F97385D2B5B6}"/>
          </ac:spMkLst>
        </pc:spChg>
        <pc:spChg chg="mod">
          <ac:chgData name="Wilmer Ortega Erazo" userId="19082e28a51afb61" providerId="LiveId" clId="{94990643-8E4E-4CF9-87DE-7C4FB3DD37DE}" dt="2023-09-14T00:58:51.383" v="64" actId="1076"/>
          <ac:spMkLst>
            <pc:docMk/>
            <pc:sldMk cId="257352372" sldId="301"/>
            <ac:spMk id="76" creationId="{6F77EA40-8E64-F447-B59F-A8795675E26D}"/>
          </ac:spMkLst>
        </pc:spChg>
        <pc:spChg chg="mod">
          <ac:chgData name="Wilmer Ortega Erazo" userId="19082e28a51afb61" providerId="LiveId" clId="{94990643-8E4E-4CF9-87DE-7C4FB3DD37DE}" dt="2023-09-14T00:58:51.383" v="64" actId="1076"/>
          <ac:spMkLst>
            <pc:docMk/>
            <pc:sldMk cId="257352372" sldId="301"/>
            <ac:spMk id="77" creationId="{84743A29-B405-BF9D-7477-53FCD58C27A6}"/>
          </ac:spMkLst>
        </pc:spChg>
        <pc:spChg chg="mod">
          <ac:chgData name="Wilmer Ortega Erazo" userId="19082e28a51afb61" providerId="LiveId" clId="{94990643-8E4E-4CF9-87DE-7C4FB3DD37DE}" dt="2023-09-14T00:58:51.383" v="64" actId="1076"/>
          <ac:spMkLst>
            <pc:docMk/>
            <pc:sldMk cId="257352372" sldId="301"/>
            <ac:spMk id="78" creationId="{A34DD042-1752-720E-EC32-0FA6C1A30FD9}"/>
          </ac:spMkLst>
        </pc:spChg>
        <pc:spChg chg="mod">
          <ac:chgData name="Wilmer Ortega Erazo" userId="19082e28a51afb61" providerId="LiveId" clId="{94990643-8E4E-4CF9-87DE-7C4FB3DD37DE}" dt="2023-09-14T00:58:51.383" v="64" actId="1076"/>
          <ac:spMkLst>
            <pc:docMk/>
            <pc:sldMk cId="257352372" sldId="301"/>
            <ac:spMk id="79" creationId="{AE8A831E-0C84-200C-F3A2-7136907B83D7}"/>
          </ac:spMkLst>
        </pc:spChg>
        <pc:spChg chg="mod">
          <ac:chgData name="Wilmer Ortega Erazo" userId="19082e28a51afb61" providerId="LiveId" clId="{94990643-8E4E-4CF9-87DE-7C4FB3DD37DE}" dt="2023-09-14T00:58:51.383" v="64" actId="1076"/>
          <ac:spMkLst>
            <pc:docMk/>
            <pc:sldMk cId="257352372" sldId="301"/>
            <ac:spMk id="80" creationId="{2B2F0D63-E163-9224-A124-593C09791F15}"/>
          </ac:spMkLst>
        </pc:spChg>
        <pc:spChg chg="mod">
          <ac:chgData name="Wilmer Ortega Erazo" userId="19082e28a51afb61" providerId="LiveId" clId="{94990643-8E4E-4CF9-87DE-7C4FB3DD37DE}" dt="2023-09-14T00:58:51.383" v="64" actId="1076"/>
          <ac:spMkLst>
            <pc:docMk/>
            <pc:sldMk cId="257352372" sldId="301"/>
            <ac:spMk id="81" creationId="{39A6FEC4-93CA-0BC0-AF92-75A2411168AD}"/>
          </ac:spMkLst>
        </pc:spChg>
        <pc:spChg chg="mod">
          <ac:chgData name="Wilmer Ortega Erazo" userId="19082e28a51afb61" providerId="LiveId" clId="{94990643-8E4E-4CF9-87DE-7C4FB3DD37DE}" dt="2023-09-14T00:58:51.383" v="64" actId="1076"/>
          <ac:spMkLst>
            <pc:docMk/>
            <pc:sldMk cId="257352372" sldId="301"/>
            <ac:spMk id="82" creationId="{00F0B2D6-4AB1-B4ED-9C7D-47B1857796C3}"/>
          </ac:spMkLst>
        </pc:spChg>
        <pc:spChg chg="mod">
          <ac:chgData name="Wilmer Ortega Erazo" userId="19082e28a51afb61" providerId="LiveId" clId="{94990643-8E4E-4CF9-87DE-7C4FB3DD37DE}" dt="2023-09-14T00:58:51.383" v="64" actId="1076"/>
          <ac:spMkLst>
            <pc:docMk/>
            <pc:sldMk cId="257352372" sldId="301"/>
            <ac:spMk id="83" creationId="{0E4AAEA3-BF9D-D1D2-A31D-E9AA2BA9E783}"/>
          </ac:spMkLst>
        </pc:spChg>
        <pc:spChg chg="mod">
          <ac:chgData name="Wilmer Ortega Erazo" userId="19082e28a51afb61" providerId="LiveId" clId="{94990643-8E4E-4CF9-87DE-7C4FB3DD37DE}" dt="2023-09-14T00:58:51.383" v="64" actId="1076"/>
          <ac:spMkLst>
            <pc:docMk/>
            <pc:sldMk cId="257352372" sldId="301"/>
            <ac:spMk id="84" creationId="{7999391D-B622-D316-2D8C-E5A5BF1AB064}"/>
          </ac:spMkLst>
        </pc:spChg>
        <pc:spChg chg="mod">
          <ac:chgData name="Wilmer Ortega Erazo" userId="19082e28a51afb61" providerId="LiveId" clId="{94990643-8E4E-4CF9-87DE-7C4FB3DD37DE}" dt="2023-09-14T00:58:51.383" v="64" actId="1076"/>
          <ac:spMkLst>
            <pc:docMk/>
            <pc:sldMk cId="257352372" sldId="301"/>
            <ac:spMk id="85" creationId="{25E6302F-25AC-46DB-4500-30875D7ADE5D}"/>
          </ac:spMkLst>
        </pc:spChg>
        <pc:spChg chg="mod">
          <ac:chgData name="Wilmer Ortega Erazo" userId="19082e28a51afb61" providerId="LiveId" clId="{94990643-8E4E-4CF9-87DE-7C4FB3DD37DE}" dt="2023-09-14T00:58:51.383" v="64" actId="1076"/>
          <ac:spMkLst>
            <pc:docMk/>
            <pc:sldMk cId="257352372" sldId="301"/>
            <ac:spMk id="86" creationId="{80EF0143-D96F-A3F8-6BEF-C712662B56AE}"/>
          </ac:spMkLst>
        </pc:spChg>
        <pc:spChg chg="mod">
          <ac:chgData name="Wilmer Ortega Erazo" userId="19082e28a51afb61" providerId="LiveId" clId="{94990643-8E4E-4CF9-87DE-7C4FB3DD37DE}" dt="2023-09-14T00:58:51.383" v="64" actId="1076"/>
          <ac:spMkLst>
            <pc:docMk/>
            <pc:sldMk cId="257352372" sldId="301"/>
            <ac:spMk id="87" creationId="{3AFCE8FD-20D7-2B9B-EDBF-99A481DA3571}"/>
          </ac:spMkLst>
        </pc:spChg>
        <pc:spChg chg="mod">
          <ac:chgData name="Wilmer Ortega Erazo" userId="19082e28a51afb61" providerId="LiveId" clId="{94990643-8E4E-4CF9-87DE-7C4FB3DD37DE}" dt="2023-09-14T00:58:51.383" v="64" actId="1076"/>
          <ac:spMkLst>
            <pc:docMk/>
            <pc:sldMk cId="257352372" sldId="301"/>
            <ac:spMk id="88" creationId="{8119E9F0-EC80-031B-05A2-CA807FC77BB5}"/>
          </ac:spMkLst>
        </pc:spChg>
        <pc:spChg chg="mod">
          <ac:chgData name="Wilmer Ortega Erazo" userId="19082e28a51afb61" providerId="LiveId" clId="{94990643-8E4E-4CF9-87DE-7C4FB3DD37DE}" dt="2023-09-14T00:58:51.383" v="64" actId="1076"/>
          <ac:spMkLst>
            <pc:docMk/>
            <pc:sldMk cId="257352372" sldId="301"/>
            <ac:spMk id="89" creationId="{E59676FA-3D79-057C-37DD-562369329EF5}"/>
          </ac:spMkLst>
        </pc:spChg>
        <pc:spChg chg="mod">
          <ac:chgData name="Wilmer Ortega Erazo" userId="19082e28a51afb61" providerId="LiveId" clId="{94990643-8E4E-4CF9-87DE-7C4FB3DD37DE}" dt="2023-09-14T00:58:51.383" v="64" actId="1076"/>
          <ac:spMkLst>
            <pc:docMk/>
            <pc:sldMk cId="257352372" sldId="301"/>
            <ac:spMk id="90" creationId="{EDFA0559-8263-9AF9-722F-8BF2943858EE}"/>
          </ac:spMkLst>
        </pc:spChg>
        <pc:spChg chg="mod">
          <ac:chgData name="Wilmer Ortega Erazo" userId="19082e28a51afb61" providerId="LiveId" clId="{94990643-8E4E-4CF9-87DE-7C4FB3DD37DE}" dt="2023-09-14T00:58:51.383" v="64" actId="1076"/>
          <ac:spMkLst>
            <pc:docMk/>
            <pc:sldMk cId="257352372" sldId="301"/>
            <ac:spMk id="91" creationId="{204214E0-63AE-57EB-B47B-24D6A5DDD24C}"/>
          </ac:spMkLst>
        </pc:spChg>
        <pc:spChg chg="mod">
          <ac:chgData name="Wilmer Ortega Erazo" userId="19082e28a51afb61" providerId="LiveId" clId="{94990643-8E4E-4CF9-87DE-7C4FB3DD37DE}" dt="2023-09-14T00:58:51.383" v="64" actId="1076"/>
          <ac:spMkLst>
            <pc:docMk/>
            <pc:sldMk cId="257352372" sldId="301"/>
            <ac:spMk id="92" creationId="{CFEC79E9-C691-2F0F-9AF4-84BA131CC155}"/>
          </ac:spMkLst>
        </pc:spChg>
        <pc:spChg chg="mod">
          <ac:chgData name="Wilmer Ortega Erazo" userId="19082e28a51afb61" providerId="LiveId" clId="{94990643-8E4E-4CF9-87DE-7C4FB3DD37DE}" dt="2023-09-14T00:58:51.383" v="64" actId="1076"/>
          <ac:spMkLst>
            <pc:docMk/>
            <pc:sldMk cId="257352372" sldId="301"/>
            <ac:spMk id="93" creationId="{E05C27C4-0841-60A3-4DA9-2511A9261CDA}"/>
          </ac:spMkLst>
        </pc:spChg>
        <pc:spChg chg="mod">
          <ac:chgData name="Wilmer Ortega Erazo" userId="19082e28a51afb61" providerId="LiveId" clId="{94990643-8E4E-4CF9-87DE-7C4FB3DD37DE}" dt="2023-09-14T00:58:51.383" v="64" actId="1076"/>
          <ac:spMkLst>
            <pc:docMk/>
            <pc:sldMk cId="257352372" sldId="301"/>
            <ac:spMk id="94" creationId="{646C99F0-9F48-EB72-DD53-D068B4E5559B}"/>
          </ac:spMkLst>
        </pc:spChg>
        <pc:spChg chg="mod">
          <ac:chgData name="Wilmer Ortega Erazo" userId="19082e28a51afb61" providerId="LiveId" clId="{94990643-8E4E-4CF9-87DE-7C4FB3DD37DE}" dt="2023-09-14T00:58:51.383" v="64" actId="1076"/>
          <ac:spMkLst>
            <pc:docMk/>
            <pc:sldMk cId="257352372" sldId="301"/>
            <ac:spMk id="95" creationId="{6E1F8834-6F7F-E726-1166-688708664814}"/>
          </ac:spMkLst>
        </pc:spChg>
        <pc:spChg chg="mod">
          <ac:chgData name="Wilmer Ortega Erazo" userId="19082e28a51afb61" providerId="LiveId" clId="{94990643-8E4E-4CF9-87DE-7C4FB3DD37DE}" dt="2023-09-14T00:58:51.383" v="64" actId="1076"/>
          <ac:spMkLst>
            <pc:docMk/>
            <pc:sldMk cId="257352372" sldId="301"/>
            <ac:spMk id="96" creationId="{CC0F37C8-0983-9D6C-AFF4-D8DDCBF66A2A}"/>
          </ac:spMkLst>
        </pc:spChg>
        <pc:spChg chg="mod">
          <ac:chgData name="Wilmer Ortega Erazo" userId="19082e28a51afb61" providerId="LiveId" clId="{94990643-8E4E-4CF9-87DE-7C4FB3DD37DE}" dt="2023-09-14T00:58:51.383" v="64" actId="1076"/>
          <ac:spMkLst>
            <pc:docMk/>
            <pc:sldMk cId="257352372" sldId="301"/>
            <ac:spMk id="97" creationId="{60AF7852-7554-A649-0211-061C43080C36}"/>
          </ac:spMkLst>
        </pc:spChg>
        <pc:spChg chg="mod">
          <ac:chgData name="Wilmer Ortega Erazo" userId="19082e28a51afb61" providerId="LiveId" clId="{94990643-8E4E-4CF9-87DE-7C4FB3DD37DE}" dt="2023-09-14T00:58:51.383" v="64" actId="1076"/>
          <ac:spMkLst>
            <pc:docMk/>
            <pc:sldMk cId="257352372" sldId="301"/>
            <ac:spMk id="98" creationId="{C4C3AEB5-5125-AC68-C4D7-517734579B76}"/>
          </ac:spMkLst>
        </pc:spChg>
        <pc:spChg chg="mod">
          <ac:chgData name="Wilmer Ortega Erazo" userId="19082e28a51afb61" providerId="LiveId" clId="{94990643-8E4E-4CF9-87DE-7C4FB3DD37DE}" dt="2023-09-14T00:58:51.383" v="64" actId="1076"/>
          <ac:spMkLst>
            <pc:docMk/>
            <pc:sldMk cId="257352372" sldId="301"/>
            <ac:spMk id="99" creationId="{65508DE2-0B29-3E6C-1729-85A8A0E41A3A}"/>
          </ac:spMkLst>
        </pc:spChg>
        <pc:spChg chg="mod">
          <ac:chgData name="Wilmer Ortega Erazo" userId="19082e28a51afb61" providerId="LiveId" clId="{94990643-8E4E-4CF9-87DE-7C4FB3DD37DE}" dt="2023-09-14T00:58:51.383" v="64" actId="1076"/>
          <ac:spMkLst>
            <pc:docMk/>
            <pc:sldMk cId="257352372" sldId="301"/>
            <ac:spMk id="100" creationId="{B8EAAEB8-5807-9FFB-7968-B5A134B54F5F}"/>
          </ac:spMkLst>
        </pc:spChg>
        <pc:spChg chg="mod">
          <ac:chgData name="Wilmer Ortega Erazo" userId="19082e28a51afb61" providerId="LiveId" clId="{94990643-8E4E-4CF9-87DE-7C4FB3DD37DE}" dt="2023-09-14T00:58:51.383" v="64" actId="1076"/>
          <ac:spMkLst>
            <pc:docMk/>
            <pc:sldMk cId="257352372" sldId="301"/>
            <ac:spMk id="101" creationId="{A961F514-505B-BD07-40C2-EF2A8D497D2F}"/>
          </ac:spMkLst>
        </pc:spChg>
        <pc:spChg chg="mod">
          <ac:chgData name="Wilmer Ortega Erazo" userId="19082e28a51afb61" providerId="LiveId" clId="{94990643-8E4E-4CF9-87DE-7C4FB3DD37DE}" dt="2023-09-14T00:58:51.383" v="64" actId="1076"/>
          <ac:spMkLst>
            <pc:docMk/>
            <pc:sldMk cId="257352372" sldId="301"/>
            <ac:spMk id="102" creationId="{A3CEA4F5-5799-54BA-5D35-C4017BAB6721}"/>
          </ac:spMkLst>
        </pc:spChg>
        <pc:spChg chg="mod">
          <ac:chgData name="Wilmer Ortega Erazo" userId="19082e28a51afb61" providerId="LiveId" clId="{94990643-8E4E-4CF9-87DE-7C4FB3DD37DE}" dt="2023-09-14T00:58:51.383" v="64" actId="1076"/>
          <ac:spMkLst>
            <pc:docMk/>
            <pc:sldMk cId="257352372" sldId="301"/>
            <ac:spMk id="103" creationId="{C67636EE-EB53-FF86-A2C2-ECF3E690F41E}"/>
          </ac:spMkLst>
        </pc:spChg>
        <pc:spChg chg="mod">
          <ac:chgData name="Wilmer Ortega Erazo" userId="19082e28a51afb61" providerId="LiveId" clId="{94990643-8E4E-4CF9-87DE-7C4FB3DD37DE}" dt="2023-09-14T00:58:51.383" v="64" actId="1076"/>
          <ac:spMkLst>
            <pc:docMk/>
            <pc:sldMk cId="257352372" sldId="301"/>
            <ac:spMk id="104" creationId="{3826F147-4CB5-D374-0B6D-1C4AA83486C3}"/>
          </ac:spMkLst>
        </pc:spChg>
        <pc:spChg chg="mod">
          <ac:chgData name="Wilmer Ortega Erazo" userId="19082e28a51afb61" providerId="LiveId" clId="{94990643-8E4E-4CF9-87DE-7C4FB3DD37DE}" dt="2023-09-14T00:58:51.383" v="64" actId="1076"/>
          <ac:spMkLst>
            <pc:docMk/>
            <pc:sldMk cId="257352372" sldId="301"/>
            <ac:spMk id="105" creationId="{9A7481CA-648A-2BBC-AEC3-77160B927AAE}"/>
          </ac:spMkLst>
        </pc:spChg>
        <pc:spChg chg="mod">
          <ac:chgData name="Wilmer Ortega Erazo" userId="19082e28a51afb61" providerId="LiveId" clId="{94990643-8E4E-4CF9-87DE-7C4FB3DD37DE}" dt="2023-09-14T00:58:51.383" v="64" actId="1076"/>
          <ac:spMkLst>
            <pc:docMk/>
            <pc:sldMk cId="257352372" sldId="301"/>
            <ac:spMk id="106" creationId="{094F077F-73E8-2884-D2F9-7CBB0F20F8D8}"/>
          </ac:spMkLst>
        </pc:spChg>
        <pc:spChg chg="mod">
          <ac:chgData name="Wilmer Ortega Erazo" userId="19082e28a51afb61" providerId="LiveId" clId="{94990643-8E4E-4CF9-87DE-7C4FB3DD37DE}" dt="2023-09-14T00:58:51.383" v="64" actId="1076"/>
          <ac:spMkLst>
            <pc:docMk/>
            <pc:sldMk cId="257352372" sldId="301"/>
            <ac:spMk id="107" creationId="{C3DE86D2-4D00-692F-E7D0-83749CDE8F6A}"/>
          </ac:spMkLst>
        </pc:spChg>
        <pc:spChg chg="mod">
          <ac:chgData name="Wilmer Ortega Erazo" userId="19082e28a51afb61" providerId="LiveId" clId="{94990643-8E4E-4CF9-87DE-7C4FB3DD37DE}" dt="2023-09-14T00:58:51.383" v="64" actId="1076"/>
          <ac:spMkLst>
            <pc:docMk/>
            <pc:sldMk cId="257352372" sldId="301"/>
            <ac:spMk id="108" creationId="{C2D8B825-234B-16DB-8435-94CBE9F822C2}"/>
          </ac:spMkLst>
        </pc:spChg>
        <pc:spChg chg="mod">
          <ac:chgData name="Wilmer Ortega Erazo" userId="19082e28a51afb61" providerId="LiveId" clId="{94990643-8E4E-4CF9-87DE-7C4FB3DD37DE}" dt="2023-09-14T00:58:51.383" v="64" actId="1076"/>
          <ac:spMkLst>
            <pc:docMk/>
            <pc:sldMk cId="257352372" sldId="301"/>
            <ac:spMk id="109" creationId="{561E55DB-3F59-0571-283E-9F74893588C4}"/>
          </ac:spMkLst>
        </pc:spChg>
        <pc:spChg chg="mod">
          <ac:chgData name="Wilmer Ortega Erazo" userId="19082e28a51afb61" providerId="LiveId" clId="{94990643-8E4E-4CF9-87DE-7C4FB3DD37DE}" dt="2023-09-14T00:58:51.383" v="64" actId="1076"/>
          <ac:spMkLst>
            <pc:docMk/>
            <pc:sldMk cId="257352372" sldId="301"/>
            <ac:spMk id="110" creationId="{4A6C1774-E303-722A-EDBC-CF842CE9664B}"/>
          </ac:spMkLst>
        </pc:spChg>
        <pc:spChg chg="mod">
          <ac:chgData name="Wilmer Ortega Erazo" userId="19082e28a51afb61" providerId="LiveId" clId="{94990643-8E4E-4CF9-87DE-7C4FB3DD37DE}" dt="2023-09-14T00:58:51.383" v="64" actId="1076"/>
          <ac:spMkLst>
            <pc:docMk/>
            <pc:sldMk cId="257352372" sldId="301"/>
            <ac:spMk id="111" creationId="{774740B0-95EF-E025-7821-EF8EA2FCFC6B}"/>
          </ac:spMkLst>
        </pc:spChg>
        <pc:spChg chg="mod">
          <ac:chgData name="Wilmer Ortega Erazo" userId="19082e28a51afb61" providerId="LiveId" clId="{94990643-8E4E-4CF9-87DE-7C4FB3DD37DE}" dt="2023-09-14T00:58:51.383" v="64" actId="1076"/>
          <ac:spMkLst>
            <pc:docMk/>
            <pc:sldMk cId="257352372" sldId="301"/>
            <ac:spMk id="112" creationId="{97293C43-9C94-34BB-98C0-36E067E5C73B}"/>
          </ac:spMkLst>
        </pc:spChg>
        <pc:spChg chg="mod">
          <ac:chgData name="Wilmer Ortega Erazo" userId="19082e28a51afb61" providerId="LiveId" clId="{94990643-8E4E-4CF9-87DE-7C4FB3DD37DE}" dt="2023-09-14T00:58:51.383" v="64" actId="1076"/>
          <ac:spMkLst>
            <pc:docMk/>
            <pc:sldMk cId="257352372" sldId="301"/>
            <ac:spMk id="113" creationId="{24686E95-3630-646D-CCB8-7F8F17108B6C}"/>
          </ac:spMkLst>
        </pc:spChg>
        <pc:spChg chg="mod">
          <ac:chgData name="Wilmer Ortega Erazo" userId="19082e28a51afb61" providerId="LiveId" clId="{94990643-8E4E-4CF9-87DE-7C4FB3DD37DE}" dt="2023-09-14T00:58:51.383" v="64" actId="1076"/>
          <ac:spMkLst>
            <pc:docMk/>
            <pc:sldMk cId="257352372" sldId="301"/>
            <ac:spMk id="114" creationId="{010B73DB-2789-26E9-5EDA-2E30F883B371}"/>
          </ac:spMkLst>
        </pc:spChg>
        <pc:spChg chg="mod">
          <ac:chgData name="Wilmer Ortega Erazo" userId="19082e28a51afb61" providerId="LiveId" clId="{94990643-8E4E-4CF9-87DE-7C4FB3DD37DE}" dt="2023-09-14T00:58:51.383" v="64" actId="1076"/>
          <ac:spMkLst>
            <pc:docMk/>
            <pc:sldMk cId="257352372" sldId="301"/>
            <ac:spMk id="115" creationId="{C18F20D1-1F14-130D-0E9B-545C2E396CD6}"/>
          </ac:spMkLst>
        </pc:spChg>
        <pc:spChg chg="mod">
          <ac:chgData name="Wilmer Ortega Erazo" userId="19082e28a51afb61" providerId="LiveId" clId="{94990643-8E4E-4CF9-87DE-7C4FB3DD37DE}" dt="2023-09-14T00:58:51.383" v="64" actId="1076"/>
          <ac:spMkLst>
            <pc:docMk/>
            <pc:sldMk cId="257352372" sldId="301"/>
            <ac:spMk id="116" creationId="{85FF3C9A-5CE7-A352-DABC-87663FD00588}"/>
          </ac:spMkLst>
        </pc:spChg>
        <pc:spChg chg="mod">
          <ac:chgData name="Wilmer Ortega Erazo" userId="19082e28a51afb61" providerId="LiveId" clId="{94990643-8E4E-4CF9-87DE-7C4FB3DD37DE}" dt="2023-09-14T00:58:51.383" v="64" actId="1076"/>
          <ac:spMkLst>
            <pc:docMk/>
            <pc:sldMk cId="257352372" sldId="301"/>
            <ac:spMk id="117" creationId="{7E6913F8-A71B-633A-16D1-1AB3FF08A13D}"/>
          </ac:spMkLst>
        </pc:spChg>
        <pc:spChg chg="mod">
          <ac:chgData name="Wilmer Ortega Erazo" userId="19082e28a51afb61" providerId="LiveId" clId="{94990643-8E4E-4CF9-87DE-7C4FB3DD37DE}" dt="2023-09-14T00:58:51.383" v="64" actId="1076"/>
          <ac:spMkLst>
            <pc:docMk/>
            <pc:sldMk cId="257352372" sldId="301"/>
            <ac:spMk id="118" creationId="{C839B249-2EDD-3598-D4BA-AD15921988DF}"/>
          </ac:spMkLst>
        </pc:spChg>
        <pc:spChg chg="mod">
          <ac:chgData name="Wilmer Ortega Erazo" userId="19082e28a51afb61" providerId="LiveId" clId="{94990643-8E4E-4CF9-87DE-7C4FB3DD37DE}" dt="2023-09-14T00:58:51.383" v="64" actId="1076"/>
          <ac:spMkLst>
            <pc:docMk/>
            <pc:sldMk cId="257352372" sldId="301"/>
            <ac:spMk id="119" creationId="{1C010609-489F-802C-2704-26E3A6E12C2B}"/>
          </ac:spMkLst>
        </pc:spChg>
        <pc:spChg chg="mod">
          <ac:chgData name="Wilmer Ortega Erazo" userId="19082e28a51afb61" providerId="LiveId" clId="{94990643-8E4E-4CF9-87DE-7C4FB3DD37DE}" dt="2023-09-14T00:58:51.383" v="64" actId="1076"/>
          <ac:spMkLst>
            <pc:docMk/>
            <pc:sldMk cId="257352372" sldId="301"/>
            <ac:spMk id="120" creationId="{5649806C-06A6-E2ED-8AA3-E9E9A902663B}"/>
          </ac:spMkLst>
        </pc:spChg>
        <pc:spChg chg="mod">
          <ac:chgData name="Wilmer Ortega Erazo" userId="19082e28a51afb61" providerId="LiveId" clId="{94990643-8E4E-4CF9-87DE-7C4FB3DD37DE}" dt="2023-09-14T00:58:51.383" v="64" actId="1076"/>
          <ac:spMkLst>
            <pc:docMk/>
            <pc:sldMk cId="257352372" sldId="301"/>
            <ac:spMk id="121" creationId="{76B667D3-A394-9067-8A69-BA732E1B6F02}"/>
          </ac:spMkLst>
        </pc:spChg>
        <pc:spChg chg="mod">
          <ac:chgData name="Wilmer Ortega Erazo" userId="19082e28a51afb61" providerId="LiveId" clId="{94990643-8E4E-4CF9-87DE-7C4FB3DD37DE}" dt="2023-09-14T00:58:51.383" v="64" actId="1076"/>
          <ac:spMkLst>
            <pc:docMk/>
            <pc:sldMk cId="257352372" sldId="301"/>
            <ac:spMk id="122" creationId="{CE711F6D-7654-C26E-D9D3-AF3781D9BAFF}"/>
          </ac:spMkLst>
        </pc:spChg>
        <pc:spChg chg="mod">
          <ac:chgData name="Wilmer Ortega Erazo" userId="19082e28a51afb61" providerId="LiveId" clId="{94990643-8E4E-4CF9-87DE-7C4FB3DD37DE}" dt="2023-09-14T00:58:51.383" v="64" actId="1076"/>
          <ac:spMkLst>
            <pc:docMk/>
            <pc:sldMk cId="257352372" sldId="301"/>
            <ac:spMk id="123" creationId="{0AC32F6F-F71E-C3AB-E0DE-DAB44A606B0B}"/>
          </ac:spMkLst>
        </pc:spChg>
        <pc:spChg chg="mod">
          <ac:chgData name="Wilmer Ortega Erazo" userId="19082e28a51afb61" providerId="LiveId" clId="{94990643-8E4E-4CF9-87DE-7C4FB3DD37DE}" dt="2023-09-14T00:58:51.383" v="64" actId="1076"/>
          <ac:spMkLst>
            <pc:docMk/>
            <pc:sldMk cId="257352372" sldId="301"/>
            <ac:spMk id="124" creationId="{708E6528-B542-B805-102F-866C2BA17ECB}"/>
          </ac:spMkLst>
        </pc:spChg>
        <pc:spChg chg="mod">
          <ac:chgData name="Wilmer Ortega Erazo" userId="19082e28a51afb61" providerId="LiveId" clId="{94990643-8E4E-4CF9-87DE-7C4FB3DD37DE}" dt="2023-09-14T00:58:51.383" v="64" actId="1076"/>
          <ac:spMkLst>
            <pc:docMk/>
            <pc:sldMk cId="257352372" sldId="301"/>
            <ac:spMk id="125" creationId="{4948BC87-7DB4-247A-F877-1C78672B46D5}"/>
          </ac:spMkLst>
        </pc:spChg>
        <pc:spChg chg="mod">
          <ac:chgData name="Wilmer Ortega Erazo" userId="19082e28a51afb61" providerId="LiveId" clId="{94990643-8E4E-4CF9-87DE-7C4FB3DD37DE}" dt="2023-09-14T00:58:51.383" v="64" actId="1076"/>
          <ac:spMkLst>
            <pc:docMk/>
            <pc:sldMk cId="257352372" sldId="301"/>
            <ac:spMk id="126" creationId="{916AE519-E1CA-18A5-5029-03A3E8B11E12}"/>
          </ac:spMkLst>
        </pc:spChg>
        <pc:spChg chg="mod">
          <ac:chgData name="Wilmer Ortega Erazo" userId="19082e28a51afb61" providerId="LiveId" clId="{94990643-8E4E-4CF9-87DE-7C4FB3DD37DE}" dt="2023-09-14T00:58:51.383" v="64" actId="1076"/>
          <ac:spMkLst>
            <pc:docMk/>
            <pc:sldMk cId="257352372" sldId="301"/>
            <ac:spMk id="127" creationId="{3EA55079-C720-C5F5-4642-B91B3DDB44B5}"/>
          </ac:spMkLst>
        </pc:spChg>
        <pc:spChg chg="mod">
          <ac:chgData name="Wilmer Ortega Erazo" userId="19082e28a51afb61" providerId="LiveId" clId="{94990643-8E4E-4CF9-87DE-7C4FB3DD37DE}" dt="2023-09-14T00:58:51.383" v="64" actId="1076"/>
          <ac:spMkLst>
            <pc:docMk/>
            <pc:sldMk cId="257352372" sldId="301"/>
            <ac:spMk id="128" creationId="{A35521C8-E66F-977B-6D4E-B67C77F9C380}"/>
          </ac:spMkLst>
        </pc:spChg>
        <pc:spChg chg="mod">
          <ac:chgData name="Wilmer Ortega Erazo" userId="19082e28a51afb61" providerId="LiveId" clId="{94990643-8E4E-4CF9-87DE-7C4FB3DD37DE}" dt="2023-09-14T00:58:51.383" v="64" actId="1076"/>
          <ac:spMkLst>
            <pc:docMk/>
            <pc:sldMk cId="257352372" sldId="301"/>
            <ac:spMk id="129" creationId="{D373BBE9-5638-094F-75BA-A951CF3DA189}"/>
          </ac:spMkLst>
        </pc:spChg>
        <pc:spChg chg="mod">
          <ac:chgData name="Wilmer Ortega Erazo" userId="19082e28a51afb61" providerId="LiveId" clId="{94990643-8E4E-4CF9-87DE-7C4FB3DD37DE}" dt="2023-09-14T00:58:51.383" v="64" actId="1076"/>
          <ac:spMkLst>
            <pc:docMk/>
            <pc:sldMk cId="257352372" sldId="301"/>
            <ac:spMk id="130" creationId="{EFF7ED1F-5E80-57C5-8F29-A6ACEAC18B77}"/>
          </ac:spMkLst>
        </pc:spChg>
        <pc:spChg chg="mod">
          <ac:chgData name="Wilmer Ortega Erazo" userId="19082e28a51afb61" providerId="LiveId" clId="{94990643-8E4E-4CF9-87DE-7C4FB3DD37DE}" dt="2023-09-14T00:58:51.383" v="64" actId="1076"/>
          <ac:spMkLst>
            <pc:docMk/>
            <pc:sldMk cId="257352372" sldId="301"/>
            <ac:spMk id="131" creationId="{EFECB652-DDD6-5E34-B23B-6F0656D17794}"/>
          </ac:spMkLst>
        </pc:spChg>
        <pc:spChg chg="mod">
          <ac:chgData name="Wilmer Ortega Erazo" userId="19082e28a51afb61" providerId="LiveId" clId="{94990643-8E4E-4CF9-87DE-7C4FB3DD37DE}" dt="2023-09-14T00:58:51.383" v="64" actId="1076"/>
          <ac:spMkLst>
            <pc:docMk/>
            <pc:sldMk cId="257352372" sldId="301"/>
            <ac:spMk id="132" creationId="{02B59DF6-5CCE-8D33-7C48-66774517BA61}"/>
          </ac:spMkLst>
        </pc:spChg>
        <pc:spChg chg="mod">
          <ac:chgData name="Wilmer Ortega Erazo" userId="19082e28a51afb61" providerId="LiveId" clId="{94990643-8E4E-4CF9-87DE-7C4FB3DD37DE}" dt="2023-09-14T00:58:51.383" v="64" actId="1076"/>
          <ac:spMkLst>
            <pc:docMk/>
            <pc:sldMk cId="257352372" sldId="301"/>
            <ac:spMk id="133" creationId="{F1269DAD-6060-C5A2-AE8B-08069B444231}"/>
          </ac:spMkLst>
        </pc:spChg>
        <pc:spChg chg="mod">
          <ac:chgData name="Wilmer Ortega Erazo" userId="19082e28a51afb61" providerId="LiveId" clId="{94990643-8E4E-4CF9-87DE-7C4FB3DD37DE}" dt="2023-09-14T00:58:51.383" v="64" actId="1076"/>
          <ac:spMkLst>
            <pc:docMk/>
            <pc:sldMk cId="257352372" sldId="301"/>
            <ac:spMk id="134" creationId="{DA3EE334-1313-20A5-5B2E-9FAA3A1BD555}"/>
          </ac:spMkLst>
        </pc:spChg>
        <pc:spChg chg="mod">
          <ac:chgData name="Wilmer Ortega Erazo" userId="19082e28a51afb61" providerId="LiveId" clId="{94990643-8E4E-4CF9-87DE-7C4FB3DD37DE}" dt="2023-09-14T00:58:51.383" v="64" actId="1076"/>
          <ac:spMkLst>
            <pc:docMk/>
            <pc:sldMk cId="257352372" sldId="301"/>
            <ac:spMk id="135" creationId="{D7B9B7FB-825F-42D5-DA4B-608F3C9AA8FC}"/>
          </ac:spMkLst>
        </pc:spChg>
        <pc:spChg chg="mod">
          <ac:chgData name="Wilmer Ortega Erazo" userId="19082e28a51afb61" providerId="LiveId" clId="{94990643-8E4E-4CF9-87DE-7C4FB3DD37DE}" dt="2023-09-14T00:58:51.383" v="64" actId="1076"/>
          <ac:spMkLst>
            <pc:docMk/>
            <pc:sldMk cId="257352372" sldId="301"/>
            <ac:spMk id="136" creationId="{363CD76F-1DCB-AF38-1290-92B42EC4EB22}"/>
          </ac:spMkLst>
        </pc:spChg>
        <pc:spChg chg="mod">
          <ac:chgData name="Wilmer Ortega Erazo" userId="19082e28a51afb61" providerId="LiveId" clId="{94990643-8E4E-4CF9-87DE-7C4FB3DD37DE}" dt="2023-09-14T00:58:51.383" v="64" actId="1076"/>
          <ac:spMkLst>
            <pc:docMk/>
            <pc:sldMk cId="257352372" sldId="301"/>
            <ac:spMk id="137" creationId="{5480AFA0-1E62-2696-0298-3F36D605DF64}"/>
          </ac:spMkLst>
        </pc:spChg>
        <pc:spChg chg="add mod">
          <ac:chgData name="Wilmer Ortega Erazo" userId="19082e28a51afb61" providerId="LiveId" clId="{94990643-8E4E-4CF9-87DE-7C4FB3DD37DE}" dt="2023-09-14T00:58:51.383" v="64" actId="1076"/>
          <ac:spMkLst>
            <pc:docMk/>
            <pc:sldMk cId="257352372" sldId="301"/>
            <ac:spMk id="138" creationId="{EEE02B50-E714-4564-CA24-6DAE7EA4E8A6}"/>
          </ac:spMkLst>
        </pc:spChg>
        <pc:spChg chg="mod">
          <ac:chgData name="Wilmer Ortega Erazo" userId="19082e28a51afb61" providerId="LiveId" clId="{94990643-8E4E-4CF9-87DE-7C4FB3DD37DE}" dt="2023-09-14T00:58:51.383" v="64" actId="1076"/>
          <ac:spMkLst>
            <pc:docMk/>
            <pc:sldMk cId="257352372" sldId="301"/>
            <ac:spMk id="158" creationId="{282EDF45-F336-9B46-669E-A8E991EBD20B}"/>
          </ac:spMkLst>
        </pc:spChg>
        <pc:spChg chg="mod">
          <ac:chgData name="Wilmer Ortega Erazo" userId="19082e28a51afb61" providerId="LiveId" clId="{94990643-8E4E-4CF9-87DE-7C4FB3DD37DE}" dt="2023-09-14T00:58:51.383" v="64" actId="1076"/>
          <ac:spMkLst>
            <pc:docMk/>
            <pc:sldMk cId="257352372" sldId="301"/>
            <ac:spMk id="159" creationId="{2F6B2CDD-9789-D8DC-C640-B0021B5E5C87}"/>
          </ac:spMkLst>
        </pc:spChg>
        <pc:spChg chg="mod">
          <ac:chgData name="Wilmer Ortega Erazo" userId="19082e28a51afb61" providerId="LiveId" clId="{94990643-8E4E-4CF9-87DE-7C4FB3DD37DE}" dt="2023-09-14T00:58:51.383" v="64" actId="1076"/>
          <ac:spMkLst>
            <pc:docMk/>
            <pc:sldMk cId="257352372" sldId="301"/>
            <ac:spMk id="160" creationId="{D3337C4B-BDC6-48BB-7D60-E543A97C074D}"/>
          </ac:spMkLst>
        </pc:spChg>
        <pc:spChg chg="mod">
          <ac:chgData name="Wilmer Ortega Erazo" userId="19082e28a51afb61" providerId="LiveId" clId="{94990643-8E4E-4CF9-87DE-7C4FB3DD37DE}" dt="2023-09-14T00:58:51.383" v="64" actId="1076"/>
          <ac:spMkLst>
            <pc:docMk/>
            <pc:sldMk cId="257352372" sldId="301"/>
            <ac:spMk id="161" creationId="{4F030BDE-57F3-E335-7179-730BEF3B72E4}"/>
          </ac:spMkLst>
        </pc:spChg>
        <pc:spChg chg="mod">
          <ac:chgData name="Wilmer Ortega Erazo" userId="19082e28a51afb61" providerId="LiveId" clId="{94990643-8E4E-4CF9-87DE-7C4FB3DD37DE}" dt="2023-09-14T00:58:51.383" v="64" actId="1076"/>
          <ac:spMkLst>
            <pc:docMk/>
            <pc:sldMk cId="257352372" sldId="301"/>
            <ac:spMk id="162" creationId="{A3F15205-EE4A-2BC2-A16A-DEE693AECF1C}"/>
          </ac:spMkLst>
        </pc:spChg>
        <pc:spChg chg="mod">
          <ac:chgData name="Wilmer Ortega Erazo" userId="19082e28a51afb61" providerId="LiveId" clId="{94990643-8E4E-4CF9-87DE-7C4FB3DD37DE}" dt="2023-09-14T00:58:51.383" v="64" actId="1076"/>
          <ac:spMkLst>
            <pc:docMk/>
            <pc:sldMk cId="257352372" sldId="301"/>
            <ac:spMk id="163" creationId="{AFAE6D6A-0C08-621A-3BE8-49C5B5A797EF}"/>
          </ac:spMkLst>
        </pc:spChg>
        <pc:spChg chg="mod">
          <ac:chgData name="Wilmer Ortega Erazo" userId="19082e28a51afb61" providerId="LiveId" clId="{94990643-8E4E-4CF9-87DE-7C4FB3DD37DE}" dt="2023-09-14T00:58:51.383" v="64" actId="1076"/>
          <ac:spMkLst>
            <pc:docMk/>
            <pc:sldMk cId="257352372" sldId="301"/>
            <ac:spMk id="164" creationId="{2E1E8B84-081E-2B7C-0F54-AA0D540DE301}"/>
          </ac:spMkLst>
        </pc:spChg>
        <pc:spChg chg="mod">
          <ac:chgData name="Wilmer Ortega Erazo" userId="19082e28a51afb61" providerId="LiveId" clId="{94990643-8E4E-4CF9-87DE-7C4FB3DD37DE}" dt="2023-09-14T00:58:51.383" v="64" actId="1076"/>
          <ac:spMkLst>
            <pc:docMk/>
            <pc:sldMk cId="257352372" sldId="301"/>
            <ac:spMk id="165" creationId="{591C520E-20D1-DCAD-7AA3-CF631CC594A6}"/>
          </ac:spMkLst>
        </pc:spChg>
        <pc:spChg chg="mod">
          <ac:chgData name="Wilmer Ortega Erazo" userId="19082e28a51afb61" providerId="LiveId" clId="{94990643-8E4E-4CF9-87DE-7C4FB3DD37DE}" dt="2023-09-14T00:58:51.383" v="64" actId="1076"/>
          <ac:spMkLst>
            <pc:docMk/>
            <pc:sldMk cId="257352372" sldId="301"/>
            <ac:spMk id="166" creationId="{0CB78CE5-9C8A-49A8-1270-35C9AAE06469}"/>
          </ac:spMkLst>
        </pc:spChg>
        <pc:spChg chg="mod">
          <ac:chgData name="Wilmer Ortega Erazo" userId="19082e28a51afb61" providerId="LiveId" clId="{94990643-8E4E-4CF9-87DE-7C4FB3DD37DE}" dt="2023-09-14T00:58:51.383" v="64" actId="1076"/>
          <ac:spMkLst>
            <pc:docMk/>
            <pc:sldMk cId="257352372" sldId="301"/>
            <ac:spMk id="167" creationId="{EFC82B85-1A36-FAA6-850D-19148C24BAF7}"/>
          </ac:spMkLst>
        </pc:spChg>
        <pc:spChg chg="mod">
          <ac:chgData name="Wilmer Ortega Erazo" userId="19082e28a51afb61" providerId="LiveId" clId="{94990643-8E4E-4CF9-87DE-7C4FB3DD37DE}" dt="2023-09-14T00:58:51.383" v="64" actId="1076"/>
          <ac:spMkLst>
            <pc:docMk/>
            <pc:sldMk cId="257352372" sldId="301"/>
            <ac:spMk id="168" creationId="{8310E293-F1FF-26B3-65F4-B8EBF5C53EE3}"/>
          </ac:spMkLst>
        </pc:spChg>
        <pc:spChg chg="mod">
          <ac:chgData name="Wilmer Ortega Erazo" userId="19082e28a51afb61" providerId="LiveId" clId="{94990643-8E4E-4CF9-87DE-7C4FB3DD37DE}" dt="2023-09-14T00:58:51.383" v="64" actId="1076"/>
          <ac:spMkLst>
            <pc:docMk/>
            <pc:sldMk cId="257352372" sldId="301"/>
            <ac:spMk id="169" creationId="{E280DD52-DF00-E64B-0B98-F862EAF97A9C}"/>
          </ac:spMkLst>
        </pc:spChg>
        <pc:spChg chg="mod">
          <ac:chgData name="Wilmer Ortega Erazo" userId="19082e28a51afb61" providerId="LiveId" clId="{94990643-8E4E-4CF9-87DE-7C4FB3DD37DE}" dt="2023-09-14T00:58:51.383" v="64" actId="1076"/>
          <ac:spMkLst>
            <pc:docMk/>
            <pc:sldMk cId="257352372" sldId="301"/>
            <ac:spMk id="170" creationId="{0C1D7BBF-AED3-1A04-D842-674149BF5372}"/>
          </ac:spMkLst>
        </pc:spChg>
        <pc:spChg chg="mod">
          <ac:chgData name="Wilmer Ortega Erazo" userId="19082e28a51afb61" providerId="LiveId" clId="{94990643-8E4E-4CF9-87DE-7C4FB3DD37DE}" dt="2023-09-14T00:58:51.383" v="64" actId="1076"/>
          <ac:spMkLst>
            <pc:docMk/>
            <pc:sldMk cId="257352372" sldId="301"/>
            <ac:spMk id="171" creationId="{A2750BD6-E6A6-3541-62A9-C6416EE6EB2C}"/>
          </ac:spMkLst>
        </pc:spChg>
        <pc:spChg chg="mod">
          <ac:chgData name="Wilmer Ortega Erazo" userId="19082e28a51afb61" providerId="LiveId" clId="{94990643-8E4E-4CF9-87DE-7C4FB3DD37DE}" dt="2023-09-14T00:58:51.383" v="64" actId="1076"/>
          <ac:spMkLst>
            <pc:docMk/>
            <pc:sldMk cId="257352372" sldId="301"/>
            <ac:spMk id="172" creationId="{0B3D6643-6C5B-E373-DAA4-60662A48D34E}"/>
          </ac:spMkLst>
        </pc:spChg>
        <pc:spChg chg="mod">
          <ac:chgData name="Wilmer Ortega Erazo" userId="19082e28a51afb61" providerId="LiveId" clId="{94990643-8E4E-4CF9-87DE-7C4FB3DD37DE}" dt="2023-09-14T00:58:51.383" v="64" actId="1076"/>
          <ac:spMkLst>
            <pc:docMk/>
            <pc:sldMk cId="257352372" sldId="301"/>
            <ac:spMk id="173" creationId="{CA16818F-5C78-E351-FAF3-5FFF75E03563}"/>
          </ac:spMkLst>
        </pc:spChg>
        <pc:spChg chg="mod">
          <ac:chgData name="Wilmer Ortega Erazo" userId="19082e28a51afb61" providerId="LiveId" clId="{94990643-8E4E-4CF9-87DE-7C4FB3DD37DE}" dt="2023-09-14T00:58:51.383" v="64" actId="1076"/>
          <ac:spMkLst>
            <pc:docMk/>
            <pc:sldMk cId="257352372" sldId="301"/>
            <ac:spMk id="174" creationId="{D94DACA2-E57F-1E1F-1E46-3A359EDFBCE9}"/>
          </ac:spMkLst>
        </pc:spChg>
        <pc:spChg chg="mod">
          <ac:chgData name="Wilmer Ortega Erazo" userId="19082e28a51afb61" providerId="LiveId" clId="{94990643-8E4E-4CF9-87DE-7C4FB3DD37DE}" dt="2023-09-14T00:58:51.383" v="64" actId="1076"/>
          <ac:spMkLst>
            <pc:docMk/>
            <pc:sldMk cId="257352372" sldId="301"/>
            <ac:spMk id="175" creationId="{685DEF34-C707-75DC-34B2-C63163588E2A}"/>
          </ac:spMkLst>
        </pc:spChg>
        <pc:spChg chg="mod">
          <ac:chgData name="Wilmer Ortega Erazo" userId="19082e28a51afb61" providerId="LiveId" clId="{94990643-8E4E-4CF9-87DE-7C4FB3DD37DE}" dt="2023-09-14T00:58:51.383" v="64" actId="1076"/>
          <ac:spMkLst>
            <pc:docMk/>
            <pc:sldMk cId="257352372" sldId="301"/>
            <ac:spMk id="176" creationId="{CA379C78-2535-D3E3-C380-4737CDD2AB22}"/>
          </ac:spMkLst>
        </pc:spChg>
        <pc:spChg chg="mod">
          <ac:chgData name="Wilmer Ortega Erazo" userId="19082e28a51afb61" providerId="LiveId" clId="{94990643-8E4E-4CF9-87DE-7C4FB3DD37DE}" dt="2023-09-14T00:58:51.383" v="64" actId="1076"/>
          <ac:spMkLst>
            <pc:docMk/>
            <pc:sldMk cId="257352372" sldId="301"/>
            <ac:spMk id="177" creationId="{6203A06F-CCEF-3A9B-B050-ABCEA1118801}"/>
          </ac:spMkLst>
        </pc:spChg>
        <pc:spChg chg="mod">
          <ac:chgData name="Wilmer Ortega Erazo" userId="19082e28a51afb61" providerId="LiveId" clId="{94990643-8E4E-4CF9-87DE-7C4FB3DD37DE}" dt="2023-09-14T00:58:51.383" v="64" actId="1076"/>
          <ac:spMkLst>
            <pc:docMk/>
            <pc:sldMk cId="257352372" sldId="301"/>
            <ac:spMk id="178" creationId="{05C60299-4CF3-A869-5567-34C8EDECDA42}"/>
          </ac:spMkLst>
        </pc:spChg>
        <pc:spChg chg="mod">
          <ac:chgData name="Wilmer Ortega Erazo" userId="19082e28a51afb61" providerId="LiveId" clId="{94990643-8E4E-4CF9-87DE-7C4FB3DD37DE}" dt="2023-09-14T00:58:51.383" v="64" actId="1076"/>
          <ac:spMkLst>
            <pc:docMk/>
            <pc:sldMk cId="257352372" sldId="301"/>
            <ac:spMk id="179" creationId="{68C808F2-1645-34E4-8928-B48C6FC9F12D}"/>
          </ac:spMkLst>
        </pc:spChg>
        <pc:spChg chg="mod">
          <ac:chgData name="Wilmer Ortega Erazo" userId="19082e28a51afb61" providerId="LiveId" clId="{94990643-8E4E-4CF9-87DE-7C4FB3DD37DE}" dt="2023-09-14T00:58:51.383" v="64" actId="1076"/>
          <ac:spMkLst>
            <pc:docMk/>
            <pc:sldMk cId="257352372" sldId="301"/>
            <ac:spMk id="180" creationId="{ED7CD46A-3C7E-9DF6-6B74-4668DD62B850}"/>
          </ac:spMkLst>
        </pc:spChg>
        <pc:spChg chg="mod">
          <ac:chgData name="Wilmer Ortega Erazo" userId="19082e28a51afb61" providerId="LiveId" clId="{94990643-8E4E-4CF9-87DE-7C4FB3DD37DE}" dt="2023-09-14T00:58:51.383" v="64" actId="1076"/>
          <ac:spMkLst>
            <pc:docMk/>
            <pc:sldMk cId="257352372" sldId="301"/>
            <ac:spMk id="181" creationId="{640670D8-AC88-C1AA-65DA-995471DCAB62}"/>
          </ac:spMkLst>
        </pc:spChg>
        <pc:spChg chg="mod">
          <ac:chgData name="Wilmer Ortega Erazo" userId="19082e28a51afb61" providerId="LiveId" clId="{94990643-8E4E-4CF9-87DE-7C4FB3DD37DE}" dt="2023-09-14T00:58:51.383" v="64" actId="1076"/>
          <ac:spMkLst>
            <pc:docMk/>
            <pc:sldMk cId="257352372" sldId="301"/>
            <ac:spMk id="182" creationId="{341E43BB-4011-D354-ABD3-4D523AED9404}"/>
          </ac:spMkLst>
        </pc:spChg>
        <pc:spChg chg="mod">
          <ac:chgData name="Wilmer Ortega Erazo" userId="19082e28a51afb61" providerId="LiveId" clId="{94990643-8E4E-4CF9-87DE-7C4FB3DD37DE}" dt="2023-09-14T00:58:51.383" v="64" actId="1076"/>
          <ac:spMkLst>
            <pc:docMk/>
            <pc:sldMk cId="257352372" sldId="301"/>
            <ac:spMk id="183" creationId="{999B2B21-BED3-37BE-554A-5FD5A0460010}"/>
          </ac:spMkLst>
        </pc:spChg>
        <pc:spChg chg="mod">
          <ac:chgData name="Wilmer Ortega Erazo" userId="19082e28a51afb61" providerId="LiveId" clId="{94990643-8E4E-4CF9-87DE-7C4FB3DD37DE}" dt="2023-09-14T00:58:51.383" v="64" actId="1076"/>
          <ac:spMkLst>
            <pc:docMk/>
            <pc:sldMk cId="257352372" sldId="301"/>
            <ac:spMk id="184" creationId="{2EAB82E9-873B-5A9F-766F-09913E281145}"/>
          </ac:spMkLst>
        </pc:spChg>
        <pc:spChg chg="mod">
          <ac:chgData name="Wilmer Ortega Erazo" userId="19082e28a51afb61" providerId="LiveId" clId="{94990643-8E4E-4CF9-87DE-7C4FB3DD37DE}" dt="2023-09-14T00:58:51.383" v="64" actId="1076"/>
          <ac:spMkLst>
            <pc:docMk/>
            <pc:sldMk cId="257352372" sldId="301"/>
            <ac:spMk id="185" creationId="{60ABB1BF-EC80-2554-8DAE-6419D0C0DBD3}"/>
          </ac:spMkLst>
        </pc:spChg>
        <pc:spChg chg="mod">
          <ac:chgData name="Wilmer Ortega Erazo" userId="19082e28a51afb61" providerId="LiveId" clId="{94990643-8E4E-4CF9-87DE-7C4FB3DD37DE}" dt="2023-09-14T00:58:51.383" v="64" actId="1076"/>
          <ac:spMkLst>
            <pc:docMk/>
            <pc:sldMk cId="257352372" sldId="301"/>
            <ac:spMk id="186" creationId="{288F029F-D3B5-2151-5898-AB5F0F1788FD}"/>
          </ac:spMkLst>
        </pc:spChg>
        <pc:spChg chg="mod">
          <ac:chgData name="Wilmer Ortega Erazo" userId="19082e28a51afb61" providerId="LiveId" clId="{94990643-8E4E-4CF9-87DE-7C4FB3DD37DE}" dt="2023-09-14T00:58:51.383" v="64" actId="1076"/>
          <ac:spMkLst>
            <pc:docMk/>
            <pc:sldMk cId="257352372" sldId="301"/>
            <ac:spMk id="187" creationId="{50D67CD7-81C4-50D9-268B-EBE2F966BFE2}"/>
          </ac:spMkLst>
        </pc:spChg>
        <pc:spChg chg="mod">
          <ac:chgData name="Wilmer Ortega Erazo" userId="19082e28a51afb61" providerId="LiveId" clId="{94990643-8E4E-4CF9-87DE-7C4FB3DD37DE}" dt="2023-09-14T00:58:51.383" v="64" actId="1076"/>
          <ac:spMkLst>
            <pc:docMk/>
            <pc:sldMk cId="257352372" sldId="301"/>
            <ac:spMk id="188" creationId="{EA351BD0-A64D-B6D6-7F43-3121C94E0860}"/>
          </ac:spMkLst>
        </pc:spChg>
        <pc:spChg chg="mod">
          <ac:chgData name="Wilmer Ortega Erazo" userId="19082e28a51afb61" providerId="LiveId" clId="{94990643-8E4E-4CF9-87DE-7C4FB3DD37DE}" dt="2023-09-14T00:58:51.383" v="64" actId="1076"/>
          <ac:spMkLst>
            <pc:docMk/>
            <pc:sldMk cId="257352372" sldId="301"/>
            <ac:spMk id="189" creationId="{A925A539-936B-E944-C335-7AA253A6D966}"/>
          </ac:spMkLst>
        </pc:spChg>
        <pc:spChg chg="mod">
          <ac:chgData name="Wilmer Ortega Erazo" userId="19082e28a51afb61" providerId="LiveId" clId="{94990643-8E4E-4CF9-87DE-7C4FB3DD37DE}" dt="2023-09-14T00:58:51.383" v="64" actId="1076"/>
          <ac:spMkLst>
            <pc:docMk/>
            <pc:sldMk cId="257352372" sldId="301"/>
            <ac:spMk id="190" creationId="{B4EEFD11-66A7-0CBB-67F3-C122D7A8085A}"/>
          </ac:spMkLst>
        </pc:spChg>
        <pc:spChg chg="mod">
          <ac:chgData name="Wilmer Ortega Erazo" userId="19082e28a51afb61" providerId="LiveId" clId="{94990643-8E4E-4CF9-87DE-7C4FB3DD37DE}" dt="2023-09-14T00:58:51.383" v="64" actId="1076"/>
          <ac:spMkLst>
            <pc:docMk/>
            <pc:sldMk cId="257352372" sldId="301"/>
            <ac:spMk id="191" creationId="{082D56ED-8CF5-33A8-61C8-CCF7D9C71900}"/>
          </ac:spMkLst>
        </pc:spChg>
        <pc:spChg chg="mod">
          <ac:chgData name="Wilmer Ortega Erazo" userId="19082e28a51afb61" providerId="LiveId" clId="{94990643-8E4E-4CF9-87DE-7C4FB3DD37DE}" dt="2023-09-14T00:58:51.383" v="64" actId="1076"/>
          <ac:spMkLst>
            <pc:docMk/>
            <pc:sldMk cId="257352372" sldId="301"/>
            <ac:spMk id="192" creationId="{F80270D9-2B38-2FFD-0293-3979028731ED}"/>
          </ac:spMkLst>
        </pc:spChg>
        <pc:spChg chg="mod">
          <ac:chgData name="Wilmer Ortega Erazo" userId="19082e28a51afb61" providerId="LiveId" clId="{94990643-8E4E-4CF9-87DE-7C4FB3DD37DE}" dt="2023-09-14T00:58:51.383" v="64" actId="1076"/>
          <ac:spMkLst>
            <pc:docMk/>
            <pc:sldMk cId="257352372" sldId="301"/>
            <ac:spMk id="193" creationId="{73428E7E-FE12-F561-7F14-0FC634887173}"/>
          </ac:spMkLst>
        </pc:spChg>
        <pc:spChg chg="mod">
          <ac:chgData name="Wilmer Ortega Erazo" userId="19082e28a51afb61" providerId="LiveId" clId="{94990643-8E4E-4CF9-87DE-7C4FB3DD37DE}" dt="2023-09-14T00:58:51.383" v="64" actId="1076"/>
          <ac:spMkLst>
            <pc:docMk/>
            <pc:sldMk cId="257352372" sldId="301"/>
            <ac:spMk id="194" creationId="{31DE5465-68E8-CA55-1445-36CEFC1B084C}"/>
          </ac:spMkLst>
        </pc:spChg>
        <pc:spChg chg="mod">
          <ac:chgData name="Wilmer Ortega Erazo" userId="19082e28a51afb61" providerId="LiveId" clId="{94990643-8E4E-4CF9-87DE-7C4FB3DD37DE}" dt="2023-09-14T00:58:51.383" v="64" actId="1076"/>
          <ac:spMkLst>
            <pc:docMk/>
            <pc:sldMk cId="257352372" sldId="301"/>
            <ac:spMk id="195" creationId="{D26ECE08-C520-4B18-23CC-2D76B65E1159}"/>
          </ac:spMkLst>
        </pc:spChg>
        <pc:spChg chg="mod">
          <ac:chgData name="Wilmer Ortega Erazo" userId="19082e28a51afb61" providerId="LiveId" clId="{94990643-8E4E-4CF9-87DE-7C4FB3DD37DE}" dt="2023-09-14T00:58:51.383" v="64" actId="1076"/>
          <ac:spMkLst>
            <pc:docMk/>
            <pc:sldMk cId="257352372" sldId="301"/>
            <ac:spMk id="196" creationId="{EB246EFD-5FA3-7EC2-71F0-AD4D5B06D82C}"/>
          </ac:spMkLst>
        </pc:spChg>
        <pc:spChg chg="mod">
          <ac:chgData name="Wilmer Ortega Erazo" userId="19082e28a51afb61" providerId="LiveId" clId="{94990643-8E4E-4CF9-87DE-7C4FB3DD37DE}" dt="2023-09-14T00:58:51.383" v="64" actId="1076"/>
          <ac:spMkLst>
            <pc:docMk/>
            <pc:sldMk cId="257352372" sldId="301"/>
            <ac:spMk id="197" creationId="{55C133D9-BF39-1372-CDAA-B6B3DD0BFF5F}"/>
          </ac:spMkLst>
        </pc:spChg>
        <pc:spChg chg="mod">
          <ac:chgData name="Wilmer Ortega Erazo" userId="19082e28a51afb61" providerId="LiveId" clId="{94990643-8E4E-4CF9-87DE-7C4FB3DD37DE}" dt="2023-09-14T00:58:51.383" v="64" actId="1076"/>
          <ac:spMkLst>
            <pc:docMk/>
            <pc:sldMk cId="257352372" sldId="301"/>
            <ac:spMk id="198" creationId="{3DAF830E-A346-48C3-8C1F-7CEB55A32342}"/>
          </ac:spMkLst>
        </pc:spChg>
        <pc:spChg chg="mod">
          <ac:chgData name="Wilmer Ortega Erazo" userId="19082e28a51afb61" providerId="LiveId" clId="{94990643-8E4E-4CF9-87DE-7C4FB3DD37DE}" dt="2023-09-14T00:58:51.383" v="64" actId="1076"/>
          <ac:spMkLst>
            <pc:docMk/>
            <pc:sldMk cId="257352372" sldId="301"/>
            <ac:spMk id="199" creationId="{B704B196-416B-347F-68E9-C4B1F94B6EE8}"/>
          </ac:spMkLst>
        </pc:spChg>
        <pc:spChg chg="mod">
          <ac:chgData name="Wilmer Ortega Erazo" userId="19082e28a51afb61" providerId="LiveId" clId="{94990643-8E4E-4CF9-87DE-7C4FB3DD37DE}" dt="2023-09-14T00:58:51.383" v="64" actId="1076"/>
          <ac:spMkLst>
            <pc:docMk/>
            <pc:sldMk cId="257352372" sldId="301"/>
            <ac:spMk id="200" creationId="{BD100EDE-EFA0-81E7-CCC0-758E92BD8B08}"/>
          </ac:spMkLst>
        </pc:spChg>
        <pc:spChg chg="mod">
          <ac:chgData name="Wilmer Ortega Erazo" userId="19082e28a51afb61" providerId="LiveId" clId="{94990643-8E4E-4CF9-87DE-7C4FB3DD37DE}" dt="2023-09-14T00:58:51.383" v="64" actId="1076"/>
          <ac:spMkLst>
            <pc:docMk/>
            <pc:sldMk cId="257352372" sldId="301"/>
            <ac:spMk id="201" creationId="{A14A1613-C77D-4DF3-7B2E-8D316AD6FAB8}"/>
          </ac:spMkLst>
        </pc:spChg>
        <pc:spChg chg="mod">
          <ac:chgData name="Wilmer Ortega Erazo" userId="19082e28a51afb61" providerId="LiveId" clId="{94990643-8E4E-4CF9-87DE-7C4FB3DD37DE}" dt="2023-09-14T00:58:51.383" v="64" actId="1076"/>
          <ac:spMkLst>
            <pc:docMk/>
            <pc:sldMk cId="257352372" sldId="301"/>
            <ac:spMk id="202" creationId="{42A7C532-C5A4-A059-A55C-A8B0D5F2A332}"/>
          </ac:spMkLst>
        </pc:spChg>
        <pc:spChg chg="mod">
          <ac:chgData name="Wilmer Ortega Erazo" userId="19082e28a51afb61" providerId="LiveId" clId="{94990643-8E4E-4CF9-87DE-7C4FB3DD37DE}" dt="2023-09-14T00:58:51.383" v="64" actId="1076"/>
          <ac:spMkLst>
            <pc:docMk/>
            <pc:sldMk cId="257352372" sldId="301"/>
            <ac:spMk id="203" creationId="{6B3781D3-7893-3BE1-7DBA-E4BA4416D4E1}"/>
          </ac:spMkLst>
        </pc:spChg>
        <pc:spChg chg="mod">
          <ac:chgData name="Wilmer Ortega Erazo" userId="19082e28a51afb61" providerId="LiveId" clId="{94990643-8E4E-4CF9-87DE-7C4FB3DD37DE}" dt="2023-09-14T00:58:51.383" v="64" actId="1076"/>
          <ac:spMkLst>
            <pc:docMk/>
            <pc:sldMk cId="257352372" sldId="301"/>
            <ac:spMk id="204" creationId="{FB621D3F-0358-A5EF-8DE8-C774A88DD43E}"/>
          </ac:spMkLst>
        </pc:spChg>
        <pc:spChg chg="add mod">
          <ac:chgData name="Wilmer Ortega Erazo" userId="19082e28a51afb61" providerId="LiveId" clId="{94990643-8E4E-4CF9-87DE-7C4FB3DD37DE}" dt="2023-09-14T00:58:51.383" v="64" actId="1076"/>
          <ac:spMkLst>
            <pc:docMk/>
            <pc:sldMk cId="257352372" sldId="301"/>
            <ac:spMk id="205" creationId="{D3E00811-B51F-CEDE-BA9E-98ADB3B7543E}"/>
          </ac:spMkLst>
        </pc:spChg>
        <pc:grpChg chg="add mod">
          <ac:chgData name="Wilmer Ortega Erazo" userId="19082e28a51afb61" providerId="LiveId" clId="{94990643-8E4E-4CF9-87DE-7C4FB3DD37DE}" dt="2023-09-14T00:58:51.383" v="64" actId="1076"/>
          <ac:grpSpMkLst>
            <pc:docMk/>
            <pc:sldMk cId="257352372" sldId="301"/>
            <ac:grpSpMk id="3" creationId="{2EE93B74-8CB5-4802-DE77-F28EE8288A3D}"/>
          </ac:grpSpMkLst>
        </pc:grpChg>
        <pc:grpChg chg="mod">
          <ac:chgData name="Wilmer Ortega Erazo" userId="19082e28a51afb61" providerId="LiveId" clId="{94990643-8E4E-4CF9-87DE-7C4FB3DD37DE}" dt="2023-09-14T00:58:51.383" v="64" actId="1076"/>
          <ac:grpSpMkLst>
            <pc:docMk/>
            <pc:sldMk cId="257352372" sldId="301"/>
            <ac:grpSpMk id="5" creationId="{94D07ADC-74B6-3054-C03C-9C358DC75DB1}"/>
          </ac:grpSpMkLst>
        </pc:grpChg>
        <pc:grpChg chg="mod">
          <ac:chgData name="Wilmer Ortega Erazo" userId="19082e28a51afb61" providerId="LiveId" clId="{94990643-8E4E-4CF9-87DE-7C4FB3DD37DE}" dt="2023-09-14T00:58:51.383" v="64" actId="1076"/>
          <ac:grpSpMkLst>
            <pc:docMk/>
            <pc:sldMk cId="257352372" sldId="301"/>
            <ac:grpSpMk id="6" creationId="{6A183998-5A7D-71DC-7AE6-0AE25F9BDA4D}"/>
          </ac:grpSpMkLst>
        </pc:grpChg>
        <pc:grpChg chg="mod">
          <ac:chgData name="Wilmer Ortega Erazo" userId="19082e28a51afb61" providerId="LiveId" clId="{94990643-8E4E-4CF9-87DE-7C4FB3DD37DE}" dt="2023-09-14T00:58:51.383" v="64" actId="1076"/>
          <ac:grpSpMkLst>
            <pc:docMk/>
            <pc:sldMk cId="257352372" sldId="301"/>
            <ac:grpSpMk id="7" creationId="{5F719087-8D16-674E-A239-C867B4FD9962}"/>
          </ac:grpSpMkLst>
        </pc:grpChg>
        <pc:grpChg chg="mod">
          <ac:chgData name="Wilmer Ortega Erazo" userId="19082e28a51afb61" providerId="LiveId" clId="{94990643-8E4E-4CF9-87DE-7C4FB3DD37DE}" dt="2023-09-14T00:58:51.383" v="64" actId="1076"/>
          <ac:grpSpMkLst>
            <pc:docMk/>
            <pc:sldMk cId="257352372" sldId="301"/>
            <ac:grpSpMk id="8" creationId="{1EFF5C09-7631-D1F0-163B-E54CA9491A36}"/>
          </ac:grpSpMkLst>
        </pc:grpChg>
        <pc:grpChg chg="mod">
          <ac:chgData name="Wilmer Ortega Erazo" userId="19082e28a51afb61" providerId="LiveId" clId="{94990643-8E4E-4CF9-87DE-7C4FB3DD37DE}" dt="2023-09-14T00:58:51.383" v="64" actId="1076"/>
          <ac:grpSpMkLst>
            <pc:docMk/>
            <pc:sldMk cId="257352372" sldId="301"/>
            <ac:grpSpMk id="9" creationId="{B3D11DC5-042C-8C4C-0480-EB0075B2E9E7}"/>
          </ac:grpSpMkLst>
        </pc:grpChg>
        <pc:grpChg chg="mod">
          <ac:chgData name="Wilmer Ortega Erazo" userId="19082e28a51afb61" providerId="LiveId" clId="{94990643-8E4E-4CF9-87DE-7C4FB3DD37DE}" dt="2023-09-14T00:58:51.383" v="64" actId="1076"/>
          <ac:grpSpMkLst>
            <pc:docMk/>
            <pc:sldMk cId="257352372" sldId="301"/>
            <ac:grpSpMk id="10" creationId="{79D36307-2DF2-92EC-BE9B-A30F639AFAEE}"/>
          </ac:grpSpMkLst>
        </pc:grpChg>
        <pc:grpChg chg="mod">
          <ac:chgData name="Wilmer Ortega Erazo" userId="19082e28a51afb61" providerId="LiveId" clId="{94990643-8E4E-4CF9-87DE-7C4FB3DD37DE}" dt="2023-09-14T00:58:51.383" v="64" actId="1076"/>
          <ac:grpSpMkLst>
            <pc:docMk/>
            <pc:sldMk cId="257352372" sldId="301"/>
            <ac:grpSpMk id="11" creationId="{E46830B1-E200-4AEB-42FE-95C36FFA4235}"/>
          </ac:grpSpMkLst>
        </pc:grpChg>
        <pc:grpChg chg="mod">
          <ac:chgData name="Wilmer Ortega Erazo" userId="19082e28a51afb61" providerId="LiveId" clId="{94990643-8E4E-4CF9-87DE-7C4FB3DD37DE}" dt="2023-09-14T00:58:51.383" v="64" actId="1076"/>
          <ac:grpSpMkLst>
            <pc:docMk/>
            <pc:sldMk cId="257352372" sldId="301"/>
            <ac:grpSpMk id="12" creationId="{02DD39BD-A01E-0E73-CC22-1EDB060799EB}"/>
          </ac:grpSpMkLst>
        </pc:grpChg>
        <pc:grpChg chg="mod">
          <ac:chgData name="Wilmer Ortega Erazo" userId="19082e28a51afb61" providerId="LiveId" clId="{94990643-8E4E-4CF9-87DE-7C4FB3DD37DE}" dt="2023-09-14T00:58:51.383" v="64" actId="1076"/>
          <ac:grpSpMkLst>
            <pc:docMk/>
            <pc:sldMk cId="257352372" sldId="301"/>
            <ac:grpSpMk id="13" creationId="{963260D7-A505-20EB-4B55-3D1A8768363A}"/>
          </ac:grpSpMkLst>
        </pc:grpChg>
        <pc:grpChg chg="mod">
          <ac:chgData name="Wilmer Ortega Erazo" userId="19082e28a51afb61" providerId="LiveId" clId="{94990643-8E4E-4CF9-87DE-7C4FB3DD37DE}" dt="2023-09-14T00:58:51.383" v="64" actId="1076"/>
          <ac:grpSpMkLst>
            <pc:docMk/>
            <pc:sldMk cId="257352372" sldId="301"/>
            <ac:grpSpMk id="14" creationId="{6E9C8BDD-03CC-F13E-AE21-64A770037642}"/>
          </ac:grpSpMkLst>
        </pc:grpChg>
        <pc:grpChg chg="mod">
          <ac:chgData name="Wilmer Ortega Erazo" userId="19082e28a51afb61" providerId="LiveId" clId="{94990643-8E4E-4CF9-87DE-7C4FB3DD37DE}" dt="2023-09-14T00:58:51.383" v="64" actId="1076"/>
          <ac:grpSpMkLst>
            <pc:docMk/>
            <pc:sldMk cId="257352372" sldId="301"/>
            <ac:grpSpMk id="15" creationId="{F89F9AC3-CE05-74A4-14AB-2AC0D3916BCB}"/>
          </ac:grpSpMkLst>
        </pc:grpChg>
        <pc:grpChg chg="mod">
          <ac:chgData name="Wilmer Ortega Erazo" userId="19082e28a51afb61" providerId="LiveId" clId="{94990643-8E4E-4CF9-87DE-7C4FB3DD37DE}" dt="2023-09-14T00:58:51.383" v="64" actId="1076"/>
          <ac:grpSpMkLst>
            <pc:docMk/>
            <pc:sldMk cId="257352372" sldId="301"/>
            <ac:grpSpMk id="16" creationId="{4C83BFBD-615C-5AAE-B3A7-6BC5A4D2E551}"/>
          </ac:grpSpMkLst>
        </pc:grpChg>
        <pc:grpChg chg="mod">
          <ac:chgData name="Wilmer Ortega Erazo" userId="19082e28a51afb61" providerId="LiveId" clId="{94990643-8E4E-4CF9-87DE-7C4FB3DD37DE}" dt="2023-09-14T00:58:51.383" v="64" actId="1076"/>
          <ac:grpSpMkLst>
            <pc:docMk/>
            <pc:sldMk cId="257352372" sldId="301"/>
            <ac:grpSpMk id="17" creationId="{CA99943D-71EA-AB9B-3912-CE010007E513}"/>
          </ac:grpSpMkLst>
        </pc:grpChg>
        <pc:grpChg chg="mod">
          <ac:chgData name="Wilmer Ortega Erazo" userId="19082e28a51afb61" providerId="LiveId" clId="{94990643-8E4E-4CF9-87DE-7C4FB3DD37DE}" dt="2023-09-14T00:58:51.383" v="64" actId="1076"/>
          <ac:grpSpMkLst>
            <pc:docMk/>
            <pc:sldMk cId="257352372" sldId="301"/>
            <ac:grpSpMk id="18" creationId="{CA5D39D8-B19D-F9F6-C859-B566B6C7BDDD}"/>
          </ac:grpSpMkLst>
        </pc:grpChg>
        <pc:grpChg chg="mod">
          <ac:chgData name="Wilmer Ortega Erazo" userId="19082e28a51afb61" providerId="LiveId" clId="{94990643-8E4E-4CF9-87DE-7C4FB3DD37DE}" dt="2023-09-14T00:58:51.383" v="64" actId="1076"/>
          <ac:grpSpMkLst>
            <pc:docMk/>
            <pc:sldMk cId="257352372" sldId="301"/>
            <ac:grpSpMk id="19" creationId="{CE09273D-4FE0-CCF3-9383-50269ACED377}"/>
          </ac:grpSpMkLst>
        </pc:grpChg>
        <pc:grpChg chg="mod">
          <ac:chgData name="Wilmer Ortega Erazo" userId="19082e28a51afb61" providerId="LiveId" clId="{94990643-8E4E-4CF9-87DE-7C4FB3DD37DE}" dt="2023-09-14T00:58:51.383" v="64" actId="1076"/>
          <ac:grpSpMkLst>
            <pc:docMk/>
            <pc:sldMk cId="257352372" sldId="301"/>
            <ac:grpSpMk id="20" creationId="{3174B1E3-AB17-EC85-FE80-F4B3C211936C}"/>
          </ac:grpSpMkLst>
        </pc:grpChg>
        <pc:grpChg chg="mod">
          <ac:chgData name="Wilmer Ortega Erazo" userId="19082e28a51afb61" providerId="LiveId" clId="{94990643-8E4E-4CF9-87DE-7C4FB3DD37DE}" dt="2023-09-14T00:58:51.383" v="64" actId="1076"/>
          <ac:grpSpMkLst>
            <pc:docMk/>
            <pc:sldMk cId="257352372" sldId="301"/>
            <ac:grpSpMk id="21" creationId="{8FB75041-3EE1-9BA6-DED1-1297E5012448}"/>
          </ac:grpSpMkLst>
        </pc:grpChg>
        <pc:grpChg chg="mod">
          <ac:chgData name="Wilmer Ortega Erazo" userId="19082e28a51afb61" providerId="LiveId" clId="{94990643-8E4E-4CF9-87DE-7C4FB3DD37DE}" dt="2023-09-14T00:58:51.383" v="64" actId="1076"/>
          <ac:grpSpMkLst>
            <pc:docMk/>
            <pc:sldMk cId="257352372" sldId="301"/>
            <ac:grpSpMk id="22" creationId="{5EE2E2F7-B166-8DDE-9ACE-EFD732F168BF}"/>
          </ac:grpSpMkLst>
        </pc:grpChg>
        <pc:grpChg chg="mod">
          <ac:chgData name="Wilmer Ortega Erazo" userId="19082e28a51afb61" providerId="LiveId" clId="{94990643-8E4E-4CF9-87DE-7C4FB3DD37DE}" dt="2023-09-14T00:58:51.383" v="64" actId="1076"/>
          <ac:grpSpMkLst>
            <pc:docMk/>
            <pc:sldMk cId="257352372" sldId="301"/>
            <ac:grpSpMk id="23" creationId="{9CADCD6D-33CD-3876-02DE-4C66479624CE}"/>
          </ac:grpSpMkLst>
        </pc:grpChg>
        <pc:grpChg chg="mod">
          <ac:chgData name="Wilmer Ortega Erazo" userId="19082e28a51afb61" providerId="LiveId" clId="{94990643-8E4E-4CF9-87DE-7C4FB3DD37DE}" dt="2023-09-14T00:58:51.383" v="64" actId="1076"/>
          <ac:grpSpMkLst>
            <pc:docMk/>
            <pc:sldMk cId="257352372" sldId="301"/>
            <ac:grpSpMk id="24" creationId="{C68A2683-4F1D-E668-0818-37C1723D44A0}"/>
          </ac:grpSpMkLst>
        </pc:grpChg>
        <pc:grpChg chg="mod">
          <ac:chgData name="Wilmer Ortega Erazo" userId="19082e28a51afb61" providerId="LiveId" clId="{94990643-8E4E-4CF9-87DE-7C4FB3DD37DE}" dt="2023-09-14T00:58:51.383" v="64" actId="1076"/>
          <ac:grpSpMkLst>
            <pc:docMk/>
            <pc:sldMk cId="257352372" sldId="301"/>
            <ac:grpSpMk id="25" creationId="{B82D75A5-4531-7038-BC4A-B4081469DF77}"/>
          </ac:grpSpMkLst>
        </pc:grpChg>
        <pc:grpChg chg="mod">
          <ac:chgData name="Wilmer Ortega Erazo" userId="19082e28a51afb61" providerId="LiveId" clId="{94990643-8E4E-4CF9-87DE-7C4FB3DD37DE}" dt="2023-09-14T00:58:51.383" v="64" actId="1076"/>
          <ac:grpSpMkLst>
            <pc:docMk/>
            <pc:sldMk cId="257352372" sldId="301"/>
            <ac:grpSpMk id="26" creationId="{EDF27EB8-3B11-A075-EA72-CE8317C58E77}"/>
          </ac:grpSpMkLst>
        </pc:grpChg>
        <pc:grpChg chg="mod">
          <ac:chgData name="Wilmer Ortega Erazo" userId="19082e28a51afb61" providerId="LiveId" clId="{94990643-8E4E-4CF9-87DE-7C4FB3DD37DE}" dt="2023-09-14T00:58:51.383" v="64" actId="1076"/>
          <ac:grpSpMkLst>
            <pc:docMk/>
            <pc:sldMk cId="257352372" sldId="301"/>
            <ac:grpSpMk id="27" creationId="{4CB020A7-B3C6-F8FA-38CC-9E70D0D582BE}"/>
          </ac:grpSpMkLst>
        </pc:grpChg>
        <pc:grpChg chg="mod">
          <ac:chgData name="Wilmer Ortega Erazo" userId="19082e28a51afb61" providerId="LiveId" clId="{94990643-8E4E-4CF9-87DE-7C4FB3DD37DE}" dt="2023-09-14T00:58:51.383" v="64" actId="1076"/>
          <ac:grpSpMkLst>
            <pc:docMk/>
            <pc:sldMk cId="257352372" sldId="301"/>
            <ac:grpSpMk id="28" creationId="{55360BD3-2A4A-BDAF-6D75-43A7F864F740}"/>
          </ac:grpSpMkLst>
        </pc:grpChg>
        <pc:grpChg chg="mod">
          <ac:chgData name="Wilmer Ortega Erazo" userId="19082e28a51afb61" providerId="LiveId" clId="{94990643-8E4E-4CF9-87DE-7C4FB3DD37DE}" dt="2023-09-14T00:58:51.383" v="64" actId="1076"/>
          <ac:grpSpMkLst>
            <pc:docMk/>
            <pc:sldMk cId="257352372" sldId="301"/>
            <ac:grpSpMk id="29" creationId="{05291A85-8D51-8BCD-309C-FAC6444586D7}"/>
          </ac:grpSpMkLst>
        </pc:grpChg>
        <pc:grpChg chg="mod">
          <ac:chgData name="Wilmer Ortega Erazo" userId="19082e28a51afb61" providerId="LiveId" clId="{94990643-8E4E-4CF9-87DE-7C4FB3DD37DE}" dt="2023-09-14T00:58:51.383" v="64" actId="1076"/>
          <ac:grpSpMkLst>
            <pc:docMk/>
            <pc:sldMk cId="257352372" sldId="301"/>
            <ac:grpSpMk id="31" creationId="{B345B244-6FD1-65A5-2C46-EBF325F438A2}"/>
          </ac:grpSpMkLst>
        </pc:grpChg>
        <pc:grpChg chg="mod">
          <ac:chgData name="Wilmer Ortega Erazo" userId="19082e28a51afb61" providerId="LiveId" clId="{94990643-8E4E-4CF9-87DE-7C4FB3DD37DE}" dt="2023-09-14T00:58:51.383" v="64" actId="1076"/>
          <ac:grpSpMkLst>
            <pc:docMk/>
            <pc:sldMk cId="257352372" sldId="301"/>
            <ac:grpSpMk id="32" creationId="{E3EAF35C-A9C8-C38A-4DA1-E8335CF4B6F2}"/>
          </ac:grpSpMkLst>
        </pc:grpChg>
        <pc:grpChg chg="mod">
          <ac:chgData name="Wilmer Ortega Erazo" userId="19082e28a51afb61" providerId="LiveId" clId="{94990643-8E4E-4CF9-87DE-7C4FB3DD37DE}" dt="2023-09-14T00:58:51.383" v="64" actId="1076"/>
          <ac:grpSpMkLst>
            <pc:docMk/>
            <pc:sldMk cId="257352372" sldId="301"/>
            <ac:grpSpMk id="33" creationId="{B9828780-1FA8-128D-21DF-78F84117D3F0}"/>
          </ac:grpSpMkLst>
        </pc:grpChg>
        <pc:grpChg chg="mod">
          <ac:chgData name="Wilmer Ortega Erazo" userId="19082e28a51afb61" providerId="LiveId" clId="{94990643-8E4E-4CF9-87DE-7C4FB3DD37DE}" dt="2023-09-14T00:58:51.383" v="64" actId="1076"/>
          <ac:grpSpMkLst>
            <pc:docMk/>
            <pc:sldMk cId="257352372" sldId="301"/>
            <ac:grpSpMk id="34" creationId="{810EE469-D463-2817-BC5F-85A91169DAFA}"/>
          </ac:grpSpMkLst>
        </pc:grpChg>
        <pc:grpChg chg="mod">
          <ac:chgData name="Wilmer Ortega Erazo" userId="19082e28a51afb61" providerId="LiveId" clId="{94990643-8E4E-4CF9-87DE-7C4FB3DD37DE}" dt="2023-09-14T00:58:51.383" v="64" actId="1076"/>
          <ac:grpSpMkLst>
            <pc:docMk/>
            <pc:sldMk cId="257352372" sldId="301"/>
            <ac:grpSpMk id="35" creationId="{4AA62C9E-F43A-534C-AA4E-D42C6E2FED1B}"/>
          </ac:grpSpMkLst>
        </pc:grpChg>
        <pc:grpChg chg="mod">
          <ac:chgData name="Wilmer Ortega Erazo" userId="19082e28a51afb61" providerId="LiveId" clId="{94990643-8E4E-4CF9-87DE-7C4FB3DD37DE}" dt="2023-09-14T00:58:51.383" v="64" actId="1076"/>
          <ac:grpSpMkLst>
            <pc:docMk/>
            <pc:sldMk cId="257352372" sldId="301"/>
            <ac:grpSpMk id="36" creationId="{5393CD05-6B72-3FAF-69EE-8EB43D616491}"/>
          </ac:grpSpMkLst>
        </pc:grpChg>
        <pc:grpChg chg="mod">
          <ac:chgData name="Wilmer Ortega Erazo" userId="19082e28a51afb61" providerId="LiveId" clId="{94990643-8E4E-4CF9-87DE-7C4FB3DD37DE}" dt="2023-09-14T00:58:51.383" v="64" actId="1076"/>
          <ac:grpSpMkLst>
            <pc:docMk/>
            <pc:sldMk cId="257352372" sldId="301"/>
            <ac:grpSpMk id="37" creationId="{4A3240E7-8E6E-D827-AB27-87FEC68FA775}"/>
          </ac:grpSpMkLst>
        </pc:grpChg>
        <pc:grpChg chg="mod">
          <ac:chgData name="Wilmer Ortega Erazo" userId="19082e28a51afb61" providerId="LiveId" clId="{94990643-8E4E-4CF9-87DE-7C4FB3DD37DE}" dt="2023-09-14T00:58:51.383" v="64" actId="1076"/>
          <ac:grpSpMkLst>
            <pc:docMk/>
            <pc:sldMk cId="257352372" sldId="301"/>
            <ac:grpSpMk id="38" creationId="{1D92D965-FDF4-3631-2735-ACC187BDE332}"/>
          </ac:grpSpMkLst>
        </pc:grpChg>
        <pc:grpChg chg="mod">
          <ac:chgData name="Wilmer Ortega Erazo" userId="19082e28a51afb61" providerId="LiveId" clId="{94990643-8E4E-4CF9-87DE-7C4FB3DD37DE}" dt="2023-09-14T00:58:51.383" v="64" actId="1076"/>
          <ac:grpSpMkLst>
            <pc:docMk/>
            <pc:sldMk cId="257352372" sldId="301"/>
            <ac:grpSpMk id="39" creationId="{B69D58F8-661D-F76D-6041-DFC7DEFC2F9C}"/>
          </ac:grpSpMkLst>
        </pc:grpChg>
        <pc:grpChg chg="mod">
          <ac:chgData name="Wilmer Ortega Erazo" userId="19082e28a51afb61" providerId="LiveId" clId="{94990643-8E4E-4CF9-87DE-7C4FB3DD37DE}" dt="2023-09-14T00:58:51.383" v="64" actId="1076"/>
          <ac:grpSpMkLst>
            <pc:docMk/>
            <pc:sldMk cId="257352372" sldId="301"/>
            <ac:grpSpMk id="40" creationId="{52B8246F-5146-A3B0-382B-2E67DA78832E}"/>
          </ac:grpSpMkLst>
        </pc:grpChg>
        <pc:grpChg chg="mod">
          <ac:chgData name="Wilmer Ortega Erazo" userId="19082e28a51afb61" providerId="LiveId" clId="{94990643-8E4E-4CF9-87DE-7C4FB3DD37DE}" dt="2023-09-14T00:58:51.383" v="64" actId="1076"/>
          <ac:grpSpMkLst>
            <pc:docMk/>
            <pc:sldMk cId="257352372" sldId="301"/>
            <ac:grpSpMk id="41" creationId="{5661BAF2-3804-32D1-3931-8CA9F8536B09}"/>
          </ac:grpSpMkLst>
        </pc:grpChg>
        <pc:grpChg chg="mod">
          <ac:chgData name="Wilmer Ortega Erazo" userId="19082e28a51afb61" providerId="LiveId" clId="{94990643-8E4E-4CF9-87DE-7C4FB3DD37DE}" dt="2023-09-14T00:58:51.383" v="64" actId="1076"/>
          <ac:grpSpMkLst>
            <pc:docMk/>
            <pc:sldMk cId="257352372" sldId="301"/>
            <ac:grpSpMk id="42" creationId="{E9E9ABFC-8006-40BD-DCEC-D2A15D54AD50}"/>
          </ac:grpSpMkLst>
        </pc:grpChg>
        <pc:grpChg chg="mod">
          <ac:chgData name="Wilmer Ortega Erazo" userId="19082e28a51afb61" providerId="LiveId" clId="{94990643-8E4E-4CF9-87DE-7C4FB3DD37DE}" dt="2023-09-14T00:58:51.383" v="64" actId="1076"/>
          <ac:grpSpMkLst>
            <pc:docMk/>
            <pc:sldMk cId="257352372" sldId="301"/>
            <ac:grpSpMk id="43" creationId="{DE274EA8-7BAC-2938-C658-B6D11B1BBE8C}"/>
          </ac:grpSpMkLst>
        </pc:grpChg>
        <pc:grpChg chg="mod">
          <ac:chgData name="Wilmer Ortega Erazo" userId="19082e28a51afb61" providerId="LiveId" clId="{94990643-8E4E-4CF9-87DE-7C4FB3DD37DE}" dt="2023-09-14T00:58:51.383" v="64" actId="1076"/>
          <ac:grpSpMkLst>
            <pc:docMk/>
            <pc:sldMk cId="257352372" sldId="301"/>
            <ac:grpSpMk id="44" creationId="{05F6D0FD-3A1A-5D53-D5CF-70C72D1BD421}"/>
          </ac:grpSpMkLst>
        </pc:grpChg>
        <pc:grpChg chg="add mod">
          <ac:chgData name="Wilmer Ortega Erazo" userId="19082e28a51afb61" providerId="LiveId" clId="{94990643-8E4E-4CF9-87DE-7C4FB3DD37DE}" dt="2023-09-14T00:58:51.383" v="64" actId="1076"/>
          <ac:grpSpMkLst>
            <pc:docMk/>
            <pc:sldMk cId="257352372" sldId="301"/>
            <ac:grpSpMk id="139" creationId="{338B4592-8651-2F35-A6B2-AA0DBED6CB17}"/>
          </ac:grpSpMkLst>
        </pc:grpChg>
        <pc:grpChg chg="mod">
          <ac:chgData name="Wilmer Ortega Erazo" userId="19082e28a51afb61" providerId="LiveId" clId="{94990643-8E4E-4CF9-87DE-7C4FB3DD37DE}" dt="2023-09-14T00:58:51.383" v="64" actId="1076"/>
          <ac:grpSpMkLst>
            <pc:docMk/>
            <pc:sldMk cId="257352372" sldId="301"/>
            <ac:grpSpMk id="140" creationId="{391D7C9C-C906-0424-113C-14BEE07C89BB}"/>
          </ac:grpSpMkLst>
        </pc:grpChg>
        <pc:grpChg chg="mod">
          <ac:chgData name="Wilmer Ortega Erazo" userId="19082e28a51afb61" providerId="LiveId" clId="{94990643-8E4E-4CF9-87DE-7C4FB3DD37DE}" dt="2023-09-14T00:58:51.383" v="64" actId="1076"/>
          <ac:grpSpMkLst>
            <pc:docMk/>
            <pc:sldMk cId="257352372" sldId="301"/>
            <ac:grpSpMk id="141" creationId="{E1B410A2-4F30-EE4E-E090-1AD98E05EBA3}"/>
          </ac:grpSpMkLst>
        </pc:grpChg>
        <pc:grpChg chg="mod">
          <ac:chgData name="Wilmer Ortega Erazo" userId="19082e28a51afb61" providerId="LiveId" clId="{94990643-8E4E-4CF9-87DE-7C4FB3DD37DE}" dt="2023-09-14T00:58:51.383" v="64" actId="1076"/>
          <ac:grpSpMkLst>
            <pc:docMk/>
            <pc:sldMk cId="257352372" sldId="301"/>
            <ac:grpSpMk id="142" creationId="{E90E91F6-E6FF-A5AD-D58A-76554301FCA6}"/>
          </ac:grpSpMkLst>
        </pc:grpChg>
        <pc:grpChg chg="mod">
          <ac:chgData name="Wilmer Ortega Erazo" userId="19082e28a51afb61" providerId="LiveId" clId="{94990643-8E4E-4CF9-87DE-7C4FB3DD37DE}" dt="2023-09-14T00:58:51.383" v="64" actId="1076"/>
          <ac:grpSpMkLst>
            <pc:docMk/>
            <pc:sldMk cId="257352372" sldId="301"/>
            <ac:grpSpMk id="143" creationId="{6EB30D60-D9EE-302B-227C-C0A413B06CAD}"/>
          </ac:grpSpMkLst>
        </pc:grpChg>
        <pc:grpChg chg="mod">
          <ac:chgData name="Wilmer Ortega Erazo" userId="19082e28a51afb61" providerId="LiveId" clId="{94990643-8E4E-4CF9-87DE-7C4FB3DD37DE}" dt="2023-09-14T00:58:51.383" v="64" actId="1076"/>
          <ac:grpSpMkLst>
            <pc:docMk/>
            <pc:sldMk cId="257352372" sldId="301"/>
            <ac:grpSpMk id="144" creationId="{AC87735C-673A-7CDB-BFC2-174BB8BD479F}"/>
          </ac:grpSpMkLst>
        </pc:grpChg>
        <pc:grpChg chg="mod">
          <ac:chgData name="Wilmer Ortega Erazo" userId="19082e28a51afb61" providerId="LiveId" clId="{94990643-8E4E-4CF9-87DE-7C4FB3DD37DE}" dt="2023-09-14T00:58:51.383" v="64" actId="1076"/>
          <ac:grpSpMkLst>
            <pc:docMk/>
            <pc:sldMk cId="257352372" sldId="301"/>
            <ac:grpSpMk id="145" creationId="{FE7C20B0-3D82-3D8A-94D0-0E7771C2BF01}"/>
          </ac:grpSpMkLst>
        </pc:grpChg>
        <pc:grpChg chg="mod">
          <ac:chgData name="Wilmer Ortega Erazo" userId="19082e28a51afb61" providerId="LiveId" clId="{94990643-8E4E-4CF9-87DE-7C4FB3DD37DE}" dt="2023-09-14T00:58:51.383" v="64" actId="1076"/>
          <ac:grpSpMkLst>
            <pc:docMk/>
            <pc:sldMk cId="257352372" sldId="301"/>
            <ac:grpSpMk id="146" creationId="{50C22B3A-E0B6-E7B0-D149-BBEA121B81A1}"/>
          </ac:grpSpMkLst>
        </pc:grpChg>
        <pc:grpChg chg="mod">
          <ac:chgData name="Wilmer Ortega Erazo" userId="19082e28a51afb61" providerId="LiveId" clId="{94990643-8E4E-4CF9-87DE-7C4FB3DD37DE}" dt="2023-09-14T00:58:51.383" v="64" actId="1076"/>
          <ac:grpSpMkLst>
            <pc:docMk/>
            <pc:sldMk cId="257352372" sldId="301"/>
            <ac:grpSpMk id="147" creationId="{449A8683-D92C-CE3B-A2BA-247E69D7375F}"/>
          </ac:grpSpMkLst>
        </pc:grpChg>
        <pc:grpChg chg="mod">
          <ac:chgData name="Wilmer Ortega Erazo" userId="19082e28a51afb61" providerId="LiveId" clId="{94990643-8E4E-4CF9-87DE-7C4FB3DD37DE}" dt="2023-09-14T00:58:51.383" v="64" actId="1076"/>
          <ac:grpSpMkLst>
            <pc:docMk/>
            <pc:sldMk cId="257352372" sldId="301"/>
            <ac:grpSpMk id="148" creationId="{557D7133-230B-ED5B-7A42-F61620D14F7E}"/>
          </ac:grpSpMkLst>
        </pc:grpChg>
        <pc:grpChg chg="mod">
          <ac:chgData name="Wilmer Ortega Erazo" userId="19082e28a51afb61" providerId="LiveId" clId="{94990643-8E4E-4CF9-87DE-7C4FB3DD37DE}" dt="2023-09-14T00:58:51.383" v="64" actId="1076"/>
          <ac:grpSpMkLst>
            <pc:docMk/>
            <pc:sldMk cId="257352372" sldId="301"/>
            <ac:grpSpMk id="149" creationId="{6DF62300-5AF7-380C-2ABE-15BD706DE19D}"/>
          </ac:grpSpMkLst>
        </pc:grpChg>
        <pc:grpChg chg="mod">
          <ac:chgData name="Wilmer Ortega Erazo" userId="19082e28a51afb61" providerId="LiveId" clId="{94990643-8E4E-4CF9-87DE-7C4FB3DD37DE}" dt="2023-09-14T00:58:51.383" v="64" actId="1076"/>
          <ac:grpSpMkLst>
            <pc:docMk/>
            <pc:sldMk cId="257352372" sldId="301"/>
            <ac:grpSpMk id="150" creationId="{07965680-740C-3B2E-0C1D-F82EA543BA39}"/>
          </ac:grpSpMkLst>
        </pc:grpChg>
        <pc:grpChg chg="mod">
          <ac:chgData name="Wilmer Ortega Erazo" userId="19082e28a51afb61" providerId="LiveId" clId="{94990643-8E4E-4CF9-87DE-7C4FB3DD37DE}" dt="2023-09-14T00:58:51.383" v="64" actId="1076"/>
          <ac:grpSpMkLst>
            <pc:docMk/>
            <pc:sldMk cId="257352372" sldId="301"/>
            <ac:grpSpMk id="151" creationId="{C16EB2A2-D208-4085-6935-25C68E43004A}"/>
          </ac:grpSpMkLst>
        </pc:grpChg>
        <pc:grpChg chg="mod">
          <ac:chgData name="Wilmer Ortega Erazo" userId="19082e28a51afb61" providerId="LiveId" clId="{94990643-8E4E-4CF9-87DE-7C4FB3DD37DE}" dt="2023-09-14T00:58:51.383" v="64" actId="1076"/>
          <ac:grpSpMkLst>
            <pc:docMk/>
            <pc:sldMk cId="257352372" sldId="301"/>
            <ac:grpSpMk id="152" creationId="{D09ABF39-FC38-6308-999B-85CA91CF4070}"/>
          </ac:grpSpMkLst>
        </pc:grpChg>
        <pc:grpChg chg="mod">
          <ac:chgData name="Wilmer Ortega Erazo" userId="19082e28a51afb61" providerId="LiveId" clId="{94990643-8E4E-4CF9-87DE-7C4FB3DD37DE}" dt="2023-09-14T00:58:51.383" v="64" actId="1076"/>
          <ac:grpSpMkLst>
            <pc:docMk/>
            <pc:sldMk cId="257352372" sldId="301"/>
            <ac:grpSpMk id="153" creationId="{F2267D43-878C-DF70-3804-23B6979ED987}"/>
          </ac:grpSpMkLst>
        </pc:grpChg>
        <pc:grpChg chg="mod">
          <ac:chgData name="Wilmer Ortega Erazo" userId="19082e28a51afb61" providerId="LiveId" clId="{94990643-8E4E-4CF9-87DE-7C4FB3DD37DE}" dt="2023-09-14T00:58:51.383" v="64" actId="1076"/>
          <ac:grpSpMkLst>
            <pc:docMk/>
            <pc:sldMk cId="257352372" sldId="301"/>
            <ac:grpSpMk id="154" creationId="{C61BAEEB-98F6-17F7-5FF9-0FCDD4442F2A}"/>
          </ac:grpSpMkLst>
        </pc:grpChg>
        <pc:grpChg chg="mod">
          <ac:chgData name="Wilmer Ortega Erazo" userId="19082e28a51afb61" providerId="LiveId" clId="{94990643-8E4E-4CF9-87DE-7C4FB3DD37DE}" dt="2023-09-14T00:58:51.383" v="64" actId="1076"/>
          <ac:grpSpMkLst>
            <pc:docMk/>
            <pc:sldMk cId="257352372" sldId="301"/>
            <ac:grpSpMk id="155" creationId="{EC7A3DF1-A823-17CB-1B53-5AF4ACE0FD70}"/>
          </ac:grpSpMkLst>
        </pc:grpChg>
        <pc:grpChg chg="mod">
          <ac:chgData name="Wilmer Ortega Erazo" userId="19082e28a51afb61" providerId="LiveId" clId="{94990643-8E4E-4CF9-87DE-7C4FB3DD37DE}" dt="2023-09-14T00:58:51.383" v="64" actId="1076"/>
          <ac:grpSpMkLst>
            <pc:docMk/>
            <pc:sldMk cId="257352372" sldId="301"/>
            <ac:grpSpMk id="156" creationId="{F232E076-3F94-D64F-0B98-45663EA15243}"/>
          </ac:grpSpMkLst>
        </pc:grpChg>
        <pc:grpChg chg="mod">
          <ac:chgData name="Wilmer Ortega Erazo" userId="19082e28a51afb61" providerId="LiveId" clId="{94990643-8E4E-4CF9-87DE-7C4FB3DD37DE}" dt="2023-09-14T00:58:51.383" v="64" actId="1076"/>
          <ac:grpSpMkLst>
            <pc:docMk/>
            <pc:sldMk cId="257352372" sldId="301"/>
            <ac:grpSpMk id="157" creationId="{0F27289F-E92E-FC2B-5C11-0599FB717B7F}"/>
          </ac:grpSpMkLst>
        </pc:grpChg>
      </pc:sldChg>
      <pc:sldChg chg="addSp delSp modSp add">
        <pc:chgData name="Wilmer Ortega Erazo" userId="19082e28a51afb61" providerId="LiveId" clId="{94990643-8E4E-4CF9-87DE-7C4FB3DD37DE}" dt="2023-09-14T00:59:11.253" v="69" actId="1076"/>
        <pc:sldMkLst>
          <pc:docMk/>
          <pc:sldMk cId="4212173715" sldId="302"/>
        </pc:sldMkLst>
        <pc:spChg chg="add mod">
          <ac:chgData name="Wilmer Ortega Erazo" userId="19082e28a51afb61" providerId="LiveId" clId="{94990643-8E4E-4CF9-87DE-7C4FB3DD37DE}" dt="2023-09-14T00:59:11.253" v="69" actId="1076"/>
          <ac:spMkLst>
            <pc:docMk/>
            <pc:sldMk cId="4212173715" sldId="302"/>
            <ac:spMk id="4" creationId="{AE7D06B9-93C9-16D0-9D3E-5BB975121491}"/>
          </ac:spMkLst>
        </pc:spChg>
        <pc:spChg chg="del">
          <ac:chgData name="Wilmer Ortega Erazo" userId="19082e28a51afb61" providerId="LiveId" clId="{94990643-8E4E-4CF9-87DE-7C4FB3DD37DE}" dt="2023-09-14T00:59:02.520" v="66" actId="478"/>
          <ac:spMkLst>
            <pc:docMk/>
            <pc:sldMk cId="4212173715" sldId="302"/>
            <ac:spMk id="138" creationId="{EEE02B50-E714-4564-CA24-6DAE7EA4E8A6}"/>
          </ac:spMkLst>
        </pc:spChg>
        <pc:spChg chg="del">
          <ac:chgData name="Wilmer Ortega Erazo" userId="19082e28a51afb61" providerId="LiveId" clId="{94990643-8E4E-4CF9-87DE-7C4FB3DD37DE}" dt="2023-09-14T00:59:02.520" v="66" actId="478"/>
          <ac:spMkLst>
            <pc:docMk/>
            <pc:sldMk cId="4212173715" sldId="302"/>
            <ac:spMk id="205" creationId="{D3E00811-B51F-CEDE-BA9E-98ADB3B7543E}"/>
          </ac:spMkLst>
        </pc:spChg>
        <pc:spChg chg="mod">
          <ac:chgData name="Wilmer Ortega Erazo" userId="19082e28a51afb61" providerId="LiveId" clId="{94990643-8E4E-4CF9-87DE-7C4FB3DD37DE}" dt="2023-09-14T00:59:11.253" v="69" actId="1076"/>
          <ac:spMkLst>
            <pc:docMk/>
            <pc:sldMk cId="4212173715" sldId="302"/>
            <ac:spMk id="239" creationId="{71B80941-AE56-E866-EBA3-575536D35E95}"/>
          </ac:spMkLst>
        </pc:spChg>
        <pc:spChg chg="mod">
          <ac:chgData name="Wilmer Ortega Erazo" userId="19082e28a51afb61" providerId="LiveId" clId="{94990643-8E4E-4CF9-87DE-7C4FB3DD37DE}" dt="2023-09-14T00:59:11.253" v="69" actId="1076"/>
          <ac:spMkLst>
            <pc:docMk/>
            <pc:sldMk cId="4212173715" sldId="302"/>
            <ac:spMk id="240" creationId="{C2E0D222-F1C5-DCC7-6FF6-8F0226FD87CB}"/>
          </ac:spMkLst>
        </pc:spChg>
        <pc:spChg chg="mod">
          <ac:chgData name="Wilmer Ortega Erazo" userId="19082e28a51afb61" providerId="LiveId" clId="{94990643-8E4E-4CF9-87DE-7C4FB3DD37DE}" dt="2023-09-14T00:59:11.253" v="69" actId="1076"/>
          <ac:spMkLst>
            <pc:docMk/>
            <pc:sldMk cId="4212173715" sldId="302"/>
            <ac:spMk id="241" creationId="{3B781577-08E1-2504-7C40-ADA00D235ECE}"/>
          </ac:spMkLst>
        </pc:spChg>
        <pc:spChg chg="mod">
          <ac:chgData name="Wilmer Ortega Erazo" userId="19082e28a51afb61" providerId="LiveId" clId="{94990643-8E4E-4CF9-87DE-7C4FB3DD37DE}" dt="2023-09-14T00:59:11.253" v="69" actId="1076"/>
          <ac:spMkLst>
            <pc:docMk/>
            <pc:sldMk cId="4212173715" sldId="302"/>
            <ac:spMk id="242" creationId="{2657FA2A-455D-B16B-9455-1031785FE6AE}"/>
          </ac:spMkLst>
        </pc:spChg>
        <pc:spChg chg="mod">
          <ac:chgData name="Wilmer Ortega Erazo" userId="19082e28a51afb61" providerId="LiveId" clId="{94990643-8E4E-4CF9-87DE-7C4FB3DD37DE}" dt="2023-09-14T00:59:11.253" v="69" actId="1076"/>
          <ac:spMkLst>
            <pc:docMk/>
            <pc:sldMk cId="4212173715" sldId="302"/>
            <ac:spMk id="243" creationId="{DFB5042F-4BAA-A363-0C82-06E323CD5F2B}"/>
          </ac:spMkLst>
        </pc:spChg>
        <pc:spChg chg="mod">
          <ac:chgData name="Wilmer Ortega Erazo" userId="19082e28a51afb61" providerId="LiveId" clId="{94990643-8E4E-4CF9-87DE-7C4FB3DD37DE}" dt="2023-09-14T00:59:11.253" v="69" actId="1076"/>
          <ac:spMkLst>
            <pc:docMk/>
            <pc:sldMk cId="4212173715" sldId="302"/>
            <ac:spMk id="244" creationId="{8FE2B1B8-9D4B-69AF-48D2-1C3D363BCAFA}"/>
          </ac:spMkLst>
        </pc:spChg>
        <pc:spChg chg="mod">
          <ac:chgData name="Wilmer Ortega Erazo" userId="19082e28a51afb61" providerId="LiveId" clId="{94990643-8E4E-4CF9-87DE-7C4FB3DD37DE}" dt="2023-09-14T00:59:11.253" v="69" actId="1076"/>
          <ac:spMkLst>
            <pc:docMk/>
            <pc:sldMk cId="4212173715" sldId="302"/>
            <ac:spMk id="245" creationId="{A8331E5F-71C7-7D4D-9984-A17E8D135074}"/>
          </ac:spMkLst>
        </pc:spChg>
        <pc:spChg chg="mod">
          <ac:chgData name="Wilmer Ortega Erazo" userId="19082e28a51afb61" providerId="LiveId" clId="{94990643-8E4E-4CF9-87DE-7C4FB3DD37DE}" dt="2023-09-14T00:59:11.253" v="69" actId="1076"/>
          <ac:spMkLst>
            <pc:docMk/>
            <pc:sldMk cId="4212173715" sldId="302"/>
            <ac:spMk id="246" creationId="{F0F2197F-C180-9670-B81A-0EA7CD8C1906}"/>
          </ac:spMkLst>
        </pc:spChg>
        <pc:spChg chg="mod">
          <ac:chgData name="Wilmer Ortega Erazo" userId="19082e28a51afb61" providerId="LiveId" clId="{94990643-8E4E-4CF9-87DE-7C4FB3DD37DE}" dt="2023-09-14T00:59:11.253" v="69" actId="1076"/>
          <ac:spMkLst>
            <pc:docMk/>
            <pc:sldMk cId="4212173715" sldId="302"/>
            <ac:spMk id="247" creationId="{B71707EF-294E-6E2A-F4B4-E1164C4F46EE}"/>
          </ac:spMkLst>
        </pc:spChg>
        <pc:spChg chg="mod">
          <ac:chgData name="Wilmer Ortega Erazo" userId="19082e28a51afb61" providerId="LiveId" clId="{94990643-8E4E-4CF9-87DE-7C4FB3DD37DE}" dt="2023-09-14T00:59:11.253" v="69" actId="1076"/>
          <ac:spMkLst>
            <pc:docMk/>
            <pc:sldMk cId="4212173715" sldId="302"/>
            <ac:spMk id="248" creationId="{E376B718-1E30-06A2-914D-B4B8362098EC}"/>
          </ac:spMkLst>
        </pc:spChg>
        <pc:spChg chg="mod">
          <ac:chgData name="Wilmer Ortega Erazo" userId="19082e28a51afb61" providerId="LiveId" clId="{94990643-8E4E-4CF9-87DE-7C4FB3DD37DE}" dt="2023-09-14T00:59:11.253" v="69" actId="1076"/>
          <ac:spMkLst>
            <pc:docMk/>
            <pc:sldMk cId="4212173715" sldId="302"/>
            <ac:spMk id="249" creationId="{7D996BDC-82D4-E6CD-C14B-DF7A623EC18A}"/>
          </ac:spMkLst>
        </pc:spChg>
        <pc:spChg chg="mod">
          <ac:chgData name="Wilmer Ortega Erazo" userId="19082e28a51afb61" providerId="LiveId" clId="{94990643-8E4E-4CF9-87DE-7C4FB3DD37DE}" dt="2023-09-14T00:59:11.253" v="69" actId="1076"/>
          <ac:spMkLst>
            <pc:docMk/>
            <pc:sldMk cId="4212173715" sldId="302"/>
            <ac:spMk id="250" creationId="{775C73C0-4440-100F-8E48-2C6B0D219579}"/>
          </ac:spMkLst>
        </pc:spChg>
        <pc:spChg chg="mod">
          <ac:chgData name="Wilmer Ortega Erazo" userId="19082e28a51afb61" providerId="LiveId" clId="{94990643-8E4E-4CF9-87DE-7C4FB3DD37DE}" dt="2023-09-14T00:59:11.253" v="69" actId="1076"/>
          <ac:spMkLst>
            <pc:docMk/>
            <pc:sldMk cId="4212173715" sldId="302"/>
            <ac:spMk id="251" creationId="{C2E3DDFA-A236-EBB0-694C-777AC7C00DAA}"/>
          </ac:spMkLst>
        </pc:spChg>
        <pc:spChg chg="mod">
          <ac:chgData name="Wilmer Ortega Erazo" userId="19082e28a51afb61" providerId="LiveId" clId="{94990643-8E4E-4CF9-87DE-7C4FB3DD37DE}" dt="2023-09-14T00:59:11.253" v="69" actId="1076"/>
          <ac:spMkLst>
            <pc:docMk/>
            <pc:sldMk cId="4212173715" sldId="302"/>
            <ac:spMk id="252" creationId="{ED45CC0A-3ED9-EED9-2BEC-827ECFAED95F}"/>
          </ac:spMkLst>
        </pc:spChg>
        <pc:spChg chg="mod">
          <ac:chgData name="Wilmer Ortega Erazo" userId="19082e28a51afb61" providerId="LiveId" clId="{94990643-8E4E-4CF9-87DE-7C4FB3DD37DE}" dt="2023-09-14T00:59:11.253" v="69" actId="1076"/>
          <ac:spMkLst>
            <pc:docMk/>
            <pc:sldMk cId="4212173715" sldId="302"/>
            <ac:spMk id="253" creationId="{56AA9105-4498-3617-70EF-D3AE21DF8E0F}"/>
          </ac:spMkLst>
        </pc:spChg>
        <pc:spChg chg="mod">
          <ac:chgData name="Wilmer Ortega Erazo" userId="19082e28a51afb61" providerId="LiveId" clId="{94990643-8E4E-4CF9-87DE-7C4FB3DD37DE}" dt="2023-09-14T00:59:11.253" v="69" actId="1076"/>
          <ac:spMkLst>
            <pc:docMk/>
            <pc:sldMk cId="4212173715" sldId="302"/>
            <ac:spMk id="254" creationId="{53F4178D-4EA2-9BF5-DF3E-622CD23D9C0F}"/>
          </ac:spMkLst>
        </pc:spChg>
        <pc:spChg chg="mod">
          <ac:chgData name="Wilmer Ortega Erazo" userId="19082e28a51afb61" providerId="LiveId" clId="{94990643-8E4E-4CF9-87DE-7C4FB3DD37DE}" dt="2023-09-14T00:59:11.253" v="69" actId="1076"/>
          <ac:spMkLst>
            <pc:docMk/>
            <pc:sldMk cId="4212173715" sldId="302"/>
            <ac:spMk id="255" creationId="{C93BD38C-2115-BB60-C314-A24C6FD494C7}"/>
          </ac:spMkLst>
        </pc:spChg>
        <pc:spChg chg="mod">
          <ac:chgData name="Wilmer Ortega Erazo" userId="19082e28a51afb61" providerId="LiveId" clId="{94990643-8E4E-4CF9-87DE-7C4FB3DD37DE}" dt="2023-09-14T00:59:11.253" v="69" actId="1076"/>
          <ac:spMkLst>
            <pc:docMk/>
            <pc:sldMk cId="4212173715" sldId="302"/>
            <ac:spMk id="256" creationId="{D93983CF-430F-0808-4FF1-3EDE222A11F0}"/>
          </ac:spMkLst>
        </pc:spChg>
        <pc:spChg chg="mod">
          <ac:chgData name="Wilmer Ortega Erazo" userId="19082e28a51afb61" providerId="LiveId" clId="{94990643-8E4E-4CF9-87DE-7C4FB3DD37DE}" dt="2023-09-14T00:59:11.253" v="69" actId="1076"/>
          <ac:spMkLst>
            <pc:docMk/>
            <pc:sldMk cId="4212173715" sldId="302"/>
            <ac:spMk id="257" creationId="{97B5B538-9116-6F40-90EC-4757C576E264}"/>
          </ac:spMkLst>
        </pc:spChg>
        <pc:spChg chg="mod">
          <ac:chgData name="Wilmer Ortega Erazo" userId="19082e28a51afb61" providerId="LiveId" clId="{94990643-8E4E-4CF9-87DE-7C4FB3DD37DE}" dt="2023-09-14T00:59:11.253" v="69" actId="1076"/>
          <ac:spMkLst>
            <pc:docMk/>
            <pc:sldMk cId="4212173715" sldId="302"/>
            <ac:spMk id="258" creationId="{099D5B2B-ABDA-B006-966E-7E5854CACAD1}"/>
          </ac:spMkLst>
        </pc:spChg>
        <pc:spChg chg="mod">
          <ac:chgData name="Wilmer Ortega Erazo" userId="19082e28a51afb61" providerId="LiveId" clId="{94990643-8E4E-4CF9-87DE-7C4FB3DD37DE}" dt="2023-09-14T00:59:11.253" v="69" actId="1076"/>
          <ac:spMkLst>
            <pc:docMk/>
            <pc:sldMk cId="4212173715" sldId="302"/>
            <ac:spMk id="259" creationId="{293D2425-3DEA-AC3D-A292-9EBB6B34DC80}"/>
          </ac:spMkLst>
        </pc:spChg>
        <pc:spChg chg="mod">
          <ac:chgData name="Wilmer Ortega Erazo" userId="19082e28a51afb61" providerId="LiveId" clId="{94990643-8E4E-4CF9-87DE-7C4FB3DD37DE}" dt="2023-09-14T00:59:11.253" v="69" actId="1076"/>
          <ac:spMkLst>
            <pc:docMk/>
            <pc:sldMk cId="4212173715" sldId="302"/>
            <ac:spMk id="260" creationId="{EA92D949-FD67-D39E-8BD7-833BBAC41B9F}"/>
          </ac:spMkLst>
        </pc:spChg>
        <pc:spChg chg="mod">
          <ac:chgData name="Wilmer Ortega Erazo" userId="19082e28a51afb61" providerId="LiveId" clId="{94990643-8E4E-4CF9-87DE-7C4FB3DD37DE}" dt="2023-09-14T00:59:11.253" v="69" actId="1076"/>
          <ac:spMkLst>
            <pc:docMk/>
            <pc:sldMk cId="4212173715" sldId="302"/>
            <ac:spMk id="261" creationId="{3E2C1E70-B780-0C29-B251-B8D0255E516B}"/>
          </ac:spMkLst>
        </pc:spChg>
        <pc:spChg chg="mod">
          <ac:chgData name="Wilmer Ortega Erazo" userId="19082e28a51afb61" providerId="LiveId" clId="{94990643-8E4E-4CF9-87DE-7C4FB3DD37DE}" dt="2023-09-14T00:59:11.253" v="69" actId="1076"/>
          <ac:spMkLst>
            <pc:docMk/>
            <pc:sldMk cId="4212173715" sldId="302"/>
            <ac:spMk id="262" creationId="{5FD5BAA9-C46F-6B0A-A87F-ECC8EFE4DD1D}"/>
          </ac:spMkLst>
        </pc:spChg>
        <pc:spChg chg="mod">
          <ac:chgData name="Wilmer Ortega Erazo" userId="19082e28a51afb61" providerId="LiveId" clId="{94990643-8E4E-4CF9-87DE-7C4FB3DD37DE}" dt="2023-09-14T00:59:11.253" v="69" actId="1076"/>
          <ac:spMkLst>
            <pc:docMk/>
            <pc:sldMk cId="4212173715" sldId="302"/>
            <ac:spMk id="263" creationId="{11655FB4-E4E0-8A17-5A1B-049B57381560}"/>
          </ac:spMkLst>
        </pc:spChg>
        <pc:spChg chg="mod">
          <ac:chgData name="Wilmer Ortega Erazo" userId="19082e28a51afb61" providerId="LiveId" clId="{94990643-8E4E-4CF9-87DE-7C4FB3DD37DE}" dt="2023-09-14T00:59:11.253" v="69" actId="1076"/>
          <ac:spMkLst>
            <pc:docMk/>
            <pc:sldMk cId="4212173715" sldId="302"/>
            <ac:spMk id="264" creationId="{4E7EB9F7-9D23-028A-D7D8-9AFDD3A3389E}"/>
          </ac:spMkLst>
        </pc:spChg>
        <pc:spChg chg="mod">
          <ac:chgData name="Wilmer Ortega Erazo" userId="19082e28a51afb61" providerId="LiveId" clId="{94990643-8E4E-4CF9-87DE-7C4FB3DD37DE}" dt="2023-09-14T00:59:11.253" v="69" actId="1076"/>
          <ac:spMkLst>
            <pc:docMk/>
            <pc:sldMk cId="4212173715" sldId="302"/>
            <ac:spMk id="265" creationId="{9C039409-ACBE-2D03-42C8-DDE5EB405047}"/>
          </ac:spMkLst>
        </pc:spChg>
        <pc:spChg chg="mod">
          <ac:chgData name="Wilmer Ortega Erazo" userId="19082e28a51afb61" providerId="LiveId" clId="{94990643-8E4E-4CF9-87DE-7C4FB3DD37DE}" dt="2023-09-14T00:59:11.253" v="69" actId="1076"/>
          <ac:spMkLst>
            <pc:docMk/>
            <pc:sldMk cId="4212173715" sldId="302"/>
            <ac:spMk id="266" creationId="{B7ACBC63-C13C-22A4-B6FA-E8A9A453B797}"/>
          </ac:spMkLst>
        </pc:spChg>
        <pc:spChg chg="mod">
          <ac:chgData name="Wilmer Ortega Erazo" userId="19082e28a51afb61" providerId="LiveId" clId="{94990643-8E4E-4CF9-87DE-7C4FB3DD37DE}" dt="2023-09-14T00:59:11.253" v="69" actId="1076"/>
          <ac:spMkLst>
            <pc:docMk/>
            <pc:sldMk cId="4212173715" sldId="302"/>
            <ac:spMk id="267" creationId="{FCAD6289-E477-E3BB-F278-0AA4F34F84CE}"/>
          </ac:spMkLst>
        </pc:spChg>
        <pc:spChg chg="mod">
          <ac:chgData name="Wilmer Ortega Erazo" userId="19082e28a51afb61" providerId="LiveId" clId="{94990643-8E4E-4CF9-87DE-7C4FB3DD37DE}" dt="2023-09-14T00:59:11.253" v="69" actId="1076"/>
          <ac:spMkLst>
            <pc:docMk/>
            <pc:sldMk cId="4212173715" sldId="302"/>
            <ac:spMk id="268" creationId="{C32535CD-CE39-3553-0ABB-553963EF358A}"/>
          </ac:spMkLst>
        </pc:spChg>
        <pc:spChg chg="mod">
          <ac:chgData name="Wilmer Ortega Erazo" userId="19082e28a51afb61" providerId="LiveId" clId="{94990643-8E4E-4CF9-87DE-7C4FB3DD37DE}" dt="2023-09-14T00:59:11.253" v="69" actId="1076"/>
          <ac:spMkLst>
            <pc:docMk/>
            <pc:sldMk cId="4212173715" sldId="302"/>
            <ac:spMk id="269" creationId="{C8FCE394-624A-B68A-C3D5-5CEEED39CC7C}"/>
          </ac:spMkLst>
        </pc:spChg>
        <pc:spChg chg="mod">
          <ac:chgData name="Wilmer Ortega Erazo" userId="19082e28a51afb61" providerId="LiveId" clId="{94990643-8E4E-4CF9-87DE-7C4FB3DD37DE}" dt="2023-09-14T00:59:11.253" v="69" actId="1076"/>
          <ac:spMkLst>
            <pc:docMk/>
            <pc:sldMk cId="4212173715" sldId="302"/>
            <ac:spMk id="270" creationId="{2F9A8196-441A-DE70-9267-4F665DE1393B}"/>
          </ac:spMkLst>
        </pc:spChg>
        <pc:spChg chg="mod">
          <ac:chgData name="Wilmer Ortega Erazo" userId="19082e28a51afb61" providerId="LiveId" clId="{94990643-8E4E-4CF9-87DE-7C4FB3DD37DE}" dt="2023-09-14T00:59:11.253" v="69" actId="1076"/>
          <ac:spMkLst>
            <pc:docMk/>
            <pc:sldMk cId="4212173715" sldId="302"/>
            <ac:spMk id="271" creationId="{FB4C0D8A-5C3B-51E6-5E4A-625FB7CC1164}"/>
          </ac:spMkLst>
        </pc:spChg>
        <pc:spChg chg="mod">
          <ac:chgData name="Wilmer Ortega Erazo" userId="19082e28a51afb61" providerId="LiveId" clId="{94990643-8E4E-4CF9-87DE-7C4FB3DD37DE}" dt="2023-09-14T00:59:11.253" v="69" actId="1076"/>
          <ac:spMkLst>
            <pc:docMk/>
            <pc:sldMk cId="4212173715" sldId="302"/>
            <ac:spMk id="272" creationId="{A78A7988-C9DD-879A-0352-2C634758F82D}"/>
          </ac:spMkLst>
        </pc:spChg>
        <pc:spChg chg="mod">
          <ac:chgData name="Wilmer Ortega Erazo" userId="19082e28a51afb61" providerId="LiveId" clId="{94990643-8E4E-4CF9-87DE-7C4FB3DD37DE}" dt="2023-09-14T00:59:11.253" v="69" actId="1076"/>
          <ac:spMkLst>
            <pc:docMk/>
            <pc:sldMk cId="4212173715" sldId="302"/>
            <ac:spMk id="273" creationId="{AD7C56CD-09BD-D3E4-D333-657EDB54EA0A}"/>
          </ac:spMkLst>
        </pc:spChg>
        <pc:spChg chg="mod">
          <ac:chgData name="Wilmer Ortega Erazo" userId="19082e28a51afb61" providerId="LiveId" clId="{94990643-8E4E-4CF9-87DE-7C4FB3DD37DE}" dt="2023-09-14T00:59:11.253" v="69" actId="1076"/>
          <ac:spMkLst>
            <pc:docMk/>
            <pc:sldMk cId="4212173715" sldId="302"/>
            <ac:spMk id="274" creationId="{E5F35FA9-3591-74AF-D81E-B14DD34F8F6B}"/>
          </ac:spMkLst>
        </pc:spChg>
        <pc:spChg chg="mod">
          <ac:chgData name="Wilmer Ortega Erazo" userId="19082e28a51afb61" providerId="LiveId" clId="{94990643-8E4E-4CF9-87DE-7C4FB3DD37DE}" dt="2023-09-14T00:59:11.253" v="69" actId="1076"/>
          <ac:spMkLst>
            <pc:docMk/>
            <pc:sldMk cId="4212173715" sldId="302"/>
            <ac:spMk id="275" creationId="{F9513476-9B35-0BC9-8FE6-2616848C3CC0}"/>
          </ac:spMkLst>
        </pc:spChg>
        <pc:spChg chg="mod">
          <ac:chgData name="Wilmer Ortega Erazo" userId="19082e28a51afb61" providerId="LiveId" clId="{94990643-8E4E-4CF9-87DE-7C4FB3DD37DE}" dt="2023-09-14T00:59:11.253" v="69" actId="1076"/>
          <ac:spMkLst>
            <pc:docMk/>
            <pc:sldMk cId="4212173715" sldId="302"/>
            <ac:spMk id="276" creationId="{F826A73F-5D7A-3408-C644-58420F583AC1}"/>
          </ac:spMkLst>
        </pc:spChg>
        <pc:spChg chg="mod">
          <ac:chgData name="Wilmer Ortega Erazo" userId="19082e28a51afb61" providerId="LiveId" clId="{94990643-8E4E-4CF9-87DE-7C4FB3DD37DE}" dt="2023-09-14T00:59:11.253" v="69" actId="1076"/>
          <ac:spMkLst>
            <pc:docMk/>
            <pc:sldMk cId="4212173715" sldId="302"/>
            <ac:spMk id="277" creationId="{BDBEB83D-5B9D-032D-16DA-E9EEA0ED0910}"/>
          </ac:spMkLst>
        </pc:spChg>
        <pc:spChg chg="mod">
          <ac:chgData name="Wilmer Ortega Erazo" userId="19082e28a51afb61" providerId="LiveId" clId="{94990643-8E4E-4CF9-87DE-7C4FB3DD37DE}" dt="2023-09-14T00:59:11.253" v="69" actId="1076"/>
          <ac:spMkLst>
            <pc:docMk/>
            <pc:sldMk cId="4212173715" sldId="302"/>
            <ac:spMk id="278" creationId="{D474DFD8-710B-BECF-7C50-15CD579965F1}"/>
          </ac:spMkLst>
        </pc:spChg>
        <pc:spChg chg="mod">
          <ac:chgData name="Wilmer Ortega Erazo" userId="19082e28a51afb61" providerId="LiveId" clId="{94990643-8E4E-4CF9-87DE-7C4FB3DD37DE}" dt="2023-09-14T00:59:11.253" v="69" actId="1076"/>
          <ac:spMkLst>
            <pc:docMk/>
            <pc:sldMk cId="4212173715" sldId="302"/>
            <ac:spMk id="279" creationId="{F534C04F-C996-95FA-5F87-8F24DD96415C}"/>
          </ac:spMkLst>
        </pc:spChg>
        <pc:spChg chg="mod">
          <ac:chgData name="Wilmer Ortega Erazo" userId="19082e28a51afb61" providerId="LiveId" clId="{94990643-8E4E-4CF9-87DE-7C4FB3DD37DE}" dt="2023-09-14T00:59:11.253" v="69" actId="1076"/>
          <ac:spMkLst>
            <pc:docMk/>
            <pc:sldMk cId="4212173715" sldId="302"/>
            <ac:spMk id="280" creationId="{C7796DFC-3023-F987-3A5D-386A06117DFA}"/>
          </ac:spMkLst>
        </pc:spChg>
        <pc:spChg chg="mod">
          <ac:chgData name="Wilmer Ortega Erazo" userId="19082e28a51afb61" providerId="LiveId" clId="{94990643-8E4E-4CF9-87DE-7C4FB3DD37DE}" dt="2023-09-14T00:59:11.253" v="69" actId="1076"/>
          <ac:spMkLst>
            <pc:docMk/>
            <pc:sldMk cId="4212173715" sldId="302"/>
            <ac:spMk id="281" creationId="{EF369CEB-773C-3DC3-D4EB-FF9790CB111B}"/>
          </ac:spMkLst>
        </pc:spChg>
        <pc:spChg chg="mod">
          <ac:chgData name="Wilmer Ortega Erazo" userId="19082e28a51afb61" providerId="LiveId" clId="{94990643-8E4E-4CF9-87DE-7C4FB3DD37DE}" dt="2023-09-14T00:59:11.253" v="69" actId="1076"/>
          <ac:spMkLst>
            <pc:docMk/>
            <pc:sldMk cId="4212173715" sldId="302"/>
            <ac:spMk id="282" creationId="{6F12E6B7-AA8B-B74A-8D6B-C1FC5648870C}"/>
          </ac:spMkLst>
        </pc:spChg>
        <pc:spChg chg="mod">
          <ac:chgData name="Wilmer Ortega Erazo" userId="19082e28a51afb61" providerId="LiveId" clId="{94990643-8E4E-4CF9-87DE-7C4FB3DD37DE}" dt="2023-09-14T00:59:11.253" v="69" actId="1076"/>
          <ac:spMkLst>
            <pc:docMk/>
            <pc:sldMk cId="4212173715" sldId="302"/>
            <ac:spMk id="283" creationId="{EE38FA01-311A-6972-E9A3-7E26BF30EAA7}"/>
          </ac:spMkLst>
        </pc:spChg>
        <pc:spChg chg="mod">
          <ac:chgData name="Wilmer Ortega Erazo" userId="19082e28a51afb61" providerId="LiveId" clId="{94990643-8E4E-4CF9-87DE-7C4FB3DD37DE}" dt="2023-09-14T00:59:11.253" v="69" actId="1076"/>
          <ac:spMkLst>
            <pc:docMk/>
            <pc:sldMk cId="4212173715" sldId="302"/>
            <ac:spMk id="284" creationId="{5D73B08E-4DF8-1E42-8950-FB41A742B673}"/>
          </ac:spMkLst>
        </pc:spChg>
        <pc:spChg chg="mod">
          <ac:chgData name="Wilmer Ortega Erazo" userId="19082e28a51afb61" providerId="LiveId" clId="{94990643-8E4E-4CF9-87DE-7C4FB3DD37DE}" dt="2023-09-14T00:59:11.253" v="69" actId="1076"/>
          <ac:spMkLst>
            <pc:docMk/>
            <pc:sldMk cId="4212173715" sldId="302"/>
            <ac:spMk id="285" creationId="{1137E327-FC81-5C7C-7DEA-73876B533FF3}"/>
          </ac:spMkLst>
        </pc:spChg>
        <pc:spChg chg="mod">
          <ac:chgData name="Wilmer Ortega Erazo" userId="19082e28a51afb61" providerId="LiveId" clId="{94990643-8E4E-4CF9-87DE-7C4FB3DD37DE}" dt="2023-09-14T00:59:11.253" v="69" actId="1076"/>
          <ac:spMkLst>
            <pc:docMk/>
            <pc:sldMk cId="4212173715" sldId="302"/>
            <ac:spMk id="286" creationId="{02ADD7A9-ECE4-9680-1A07-20DF3AE72F36}"/>
          </ac:spMkLst>
        </pc:spChg>
        <pc:spChg chg="mod">
          <ac:chgData name="Wilmer Ortega Erazo" userId="19082e28a51afb61" providerId="LiveId" clId="{94990643-8E4E-4CF9-87DE-7C4FB3DD37DE}" dt="2023-09-14T00:59:11.253" v="69" actId="1076"/>
          <ac:spMkLst>
            <pc:docMk/>
            <pc:sldMk cId="4212173715" sldId="302"/>
            <ac:spMk id="287" creationId="{77F11F6B-7F34-AF80-679C-F5AF80778EA5}"/>
          </ac:spMkLst>
        </pc:spChg>
        <pc:spChg chg="mod">
          <ac:chgData name="Wilmer Ortega Erazo" userId="19082e28a51afb61" providerId="LiveId" clId="{94990643-8E4E-4CF9-87DE-7C4FB3DD37DE}" dt="2023-09-14T00:59:11.253" v="69" actId="1076"/>
          <ac:spMkLst>
            <pc:docMk/>
            <pc:sldMk cId="4212173715" sldId="302"/>
            <ac:spMk id="288" creationId="{0B82FEFA-B291-AD27-EE16-8F27CCDB76C3}"/>
          </ac:spMkLst>
        </pc:spChg>
        <pc:spChg chg="mod">
          <ac:chgData name="Wilmer Ortega Erazo" userId="19082e28a51afb61" providerId="LiveId" clId="{94990643-8E4E-4CF9-87DE-7C4FB3DD37DE}" dt="2023-09-14T00:59:11.253" v="69" actId="1076"/>
          <ac:spMkLst>
            <pc:docMk/>
            <pc:sldMk cId="4212173715" sldId="302"/>
            <ac:spMk id="289" creationId="{919B053E-0F6C-1D1C-3691-C4C9D3FB97F0}"/>
          </ac:spMkLst>
        </pc:spChg>
        <pc:spChg chg="mod">
          <ac:chgData name="Wilmer Ortega Erazo" userId="19082e28a51afb61" providerId="LiveId" clId="{94990643-8E4E-4CF9-87DE-7C4FB3DD37DE}" dt="2023-09-14T00:59:11.253" v="69" actId="1076"/>
          <ac:spMkLst>
            <pc:docMk/>
            <pc:sldMk cId="4212173715" sldId="302"/>
            <ac:spMk id="290" creationId="{B88B8547-ACF1-E3CB-9CDB-4AFD72CE0199}"/>
          </ac:spMkLst>
        </pc:spChg>
        <pc:spChg chg="mod">
          <ac:chgData name="Wilmer Ortega Erazo" userId="19082e28a51afb61" providerId="LiveId" clId="{94990643-8E4E-4CF9-87DE-7C4FB3DD37DE}" dt="2023-09-14T00:59:11.253" v="69" actId="1076"/>
          <ac:spMkLst>
            <pc:docMk/>
            <pc:sldMk cId="4212173715" sldId="302"/>
            <ac:spMk id="291" creationId="{8433FAC6-6D5A-2EE9-622F-FB1DF6A4F1D8}"/>
          </ac:spMkLst>
        </pc:spChg>
        <pc:spChg chg="mod">
          <ac:chgData name="Wilmer Ortega Erazo" userId="19082e28a51afb61" providerId="LiveId" clId="{94990643-8E4E-4CF9-87DE-7C4FB3DD37DE}" dt="2023-09-14T00:59:11.253" v="69" actId="1076"/>
          <ac:spMkLst>
            <pc:docMk/>
            <pc:sldMk cId="4212173715" sldId="302"/>
            <ac:spMk id="292" creationId="{48AD702B-2AA5-7A6C-B8DC-387D6AB5EEEF}"/>
          </ac:spMkLst>
        </pc:spChg>
        <pc:spChg chg="mod">
          <ac:chgData name="Wilmer Ortega Erazo" userId="19082e28a51afb61" providerId="LiveId" clId="{94990643-8E4E-4CF9-87DE-7C4FB3DD37DE}" dt="2023-09-14T00:59:11.253" v="69" actId="1076"/>
          <ac:spMkLst>
            <pc:docMk/>
            <pc:sldMk cId="4212173715" sldId="302"/>
            <ac:spMk id="293" creationId="{E6CC49E4-C72E-F45C-AF7A-468E48B821D2}"/>
          </ac:spMkLst>
        </pc:spChg>
        <pc:spChg chg="mod">
          <ac:chgData name="Wilmer Ortega Erazo" userId="19082e28a51afb61" providerId="LiveId" clId="{94990643-8E4E-4CF9-87DE-7C4FB3DD37DE}" dt="2023-09-14T00:59:11.253" v="69" actId="1076"/>
          <ac:spMkLst>
            <pc:docMk/>
            <pc:sldMk cId="4212173715" sldId="302"/>
            <ac:spMk id="294" creationId="{B66D1740-BF55-E853-8D69-B2A82F0029D4}"/>
          </ac:spMkLst>
        </pc:spChg>
        <pc:spChg chg="mod">
          <ac:chgData name="Wilmer Ortega Erazo" userId="19082e28a51afb61" providerId="LiveId" clId="{94990643-8E4E-4CF9-87DE-7C4FB3DD37DE}" dt="2023-09-14T00:59:11.253" v="69" actId="1076"/>
          <ac:spMkLst>
            <pc:docMk/>
            <pc:sldMk cId="4212173715" sldId="302"/>
            <ac:spMk id="295" creationId="{6EC170A8-A80D-D11C-D510-2F3C08F29C63}"/>
          </ac:spMkLst>
        </pc:spChg>
        <pc:spChg chg="mod">
          <ac:chgData name="Wilmer Ortega Erazo" userId="19082e28a51afb61" providerId="LiveId" clId="{94990643-8E4E-4CF9-87DE-7C4FB3DD37DE}" dt="2023-09-14T00:59:11.253" v="69" actId="1076"/>
          <ac:spMkLst>
            <pc:docMk/>
            <pc:sldMk cId="4212173715" sldId="302"/>
            <ac:spMk id="296" creationId="{3DEF7290-9EDF-DC62-810A-F0950AD4526C}"/>
          </ac:spMkLst>
        </pc:spChg>
        <pc:spChg chg="mod">
          <ac:chgData name="Wilmer Ortega Erazo" userId="19082e28a51afb61" providerId="LiveId" clId="{94990643-8E4E-4CF9-87DE-7C4FB3DD37DE}" dt="2023-09-14T00:59:11.253" v="69" actId="1076"/>
          <ac:spMkLst>
            <pc:docMk/>
            <pc:sldMk cId="4212173715" sldId="302"/>
            <ac:spMk id="297" creationId="{FF982691-F38D-05E6-258E-D2E660D67C96}"/>
          </ac:spMkLst>
        </pc:spChg>
        <pc:spChg chg="mod">
          <ac:chgData name="Wilmer Ortega Erazo" userId="19082e28a51afb61" providerId="LiveId" clId="{94990643-8E4E-4CF9-87DE-7C4FB3DD37DE}" dt="2023-09-14T00:59:11.253" v="69" actId="1076"/>
          <ac:spMkLst>
            <pc:docMk/>
            <pc:sldMk cId="4212173715" sldId="302"/>
            <ac:spMk id="298" creationId="{F1B337DE-419E-07AE-A04B-898BB52DBB07}"/>
          </ac:spMkLst>
        </pc:spChg>
        <pc:spChg chg="mod">
          <ac:chgData name="Wilmer Ortega Erazo" userId="19082e28a51afb61" providerId="LiveId" clId="{94990643-8E4E-4CF9-87DE-7C4FB3DD37DE}" dt="2023-09-14T00:59:11.253" v="69" actId="1076"/>
          <ac:spMkLst>
            <pc:docMk/>
            <pc:sldMk cId="4212173715" sldId="302"/>
            <ac:spMk id="299" creationId="{89478633-710B-26BA-FB95-DAC251151803}"/>
          </ac:spMkLst>
        </pc:spChg>
        <pc:spChg chg="mod">
          <ac:chgData name="Wilmer Ortega Erazo" userId="19082e28a51afb61" providerId="LiveId" clId="{94990643-8E4E-4CF9-87DE-7C4FB3DD37DE}" dt="2023-09-14T00:59:11.253" v="69" actId="1076"/>
          <ac:spMkLst>
            <pc:docMk/>
            <pc:sldMk cId="4212173715" sldId="302"/>
            <ac:spMk id="300" creationId="{858632DC-C3D5-2B53-AC37-136E3B2FDBBB}"/>
          </ac:spMkLst>
        </pc:spChg>
        <pc:spChg chg="mod">
          <ac:chgData name="Wilmer Ortega Erazo" userId="19082e28a51afb61" providerId="LiveId" clId="{94990643-8E4E-4CF9-87DE-7C4FB3DD37DE}" dt="2023-09-14T00:59:11.253" v="69" actId="1076"/>
          <ac:spMkLst>
            <pc:docMk/>
            <pc:sldMk cId="4212173715" sldId="302"/>
            <ac:spMk id="301" creationId="{015F65F3-4059-12B1-E2C8-A6D8046B6EBB}"/>
          </ac:spMkLst>
        </pc:spChg>
        <pc:spChg chg="mod">
          <ac:chgData name="Wilmer Ortega Erazo" userId="19082e28a51afb61" providerId="LiveId" clId="{94990643-8E4E-4CF9-87DE-7C4FB3DD37DE}" dt="2023-09-14T00:59:11.253" v="69" actId="1076"/>
          <ac:spMkLst>
            <pc:docMk/>
            <pc:sldMk cId="4212173715" sldId="302"/>
            <ac:spMk id="302" creationId="{B8371775-8FCC-55AF-2CEB-5763FA2776C8}"/>
          </ac:spMkLst>
        </pc:spChg>
        <pc:spChg chg="mod">
          <ac:chgData name="Wilmer Ortega Erazo" userId="19082e28a51afb61" providerId="LiveId" clId="{94990643-8E4E-4CF9-87DE-7C4FB3DD37DE}" dt="2023-09-14T00:59:11.253" v="69" actId="1076"/>
          <ac:spMkLst>
            <pc:docMk/>
            <pc:sldMk cId="4212173715" sldId="302"/>
            <ac:spMk id="303" creationId="{1A9D2A0E-E955-DADD-CA77-CBCE99545178}"/>
          </ac:spMkLst>
        </pc:spChg>
        <pc:spChg chg="mod">
          <ac:chgData name="Wilmer Ortega Erazo" userId="19082e28a51afb61" providerId="LiveId" clId="{94990643-8E4E-4CF9-87DE-7C4FB3DD37DE}" dt="2023-09-14T00:59:11.253" v="69" actId="1076"/>
          <ac:spMkLst>
            <pc:docMk/>
            <pc:sldMk cId="4212173715" sldId="302"/>
            <ac:spMk id="304" creationId="{1A74D0A1-1F0C-E8A3-6BA5-AA7899D7A4C3}"/>
          </ac:spMkLst>
        </pc:spChg>
        <pc:spChg chg="mod">
          <ac:chgData name="Wilmer Ortega Erazo" userId="19082e28a51afb61" providerId="LiveId" clId="{94990643-8E4E-4CF9-87DE-7C4FB3DD37DE}" dt="2023-09-14T00:59:11.253" v="69" actId="1076"/>
          <ac:spMkLst>
            <pc:docMk/>
            <pc:sldMk cId="4212173715" sldId="302"/>
            <ac:spMk id="305" creationId="{F026EF06-0081-7F0A-11C7-7654085401DC}"/>
          </ac:spMkLst>
        </pc:spChg>
        <pc:spChg chg="mod">
          <ac:chgData name="Wilmer Ortega Erazo" userId="19082e28a51afb61" providerId="LiveId" clId="{94990643-8E4E-4CF9-87DE-7C4FB3DD37DE}" dt="2023-09-14T00:59:11.253" v="69" actId="1076"/>
          <ac:spMkLst>
            <pc:docMk/>
            <pc:sldMk cId="4212173715" sldId="302"/>
            <ac:spMk id="306" creationId="{89548B07-A035-1817-3ABC-236E3BAEF07E}"/>
          </ac:spMkLst>
        </pc:spChg>
        <pc:spChg chg="mod">
          <ac:chgData name="Wilmer Ortega Erazo" userId="19082e28a51afb61" providerId="LiveId" clId="{94990643-8E4E-4CF9-87DE-7C4FB3DD37DE}" dt="2023-09-14T00:59:11.253" v="69" actId="1076"/>
          <ac:spMkLst>
            <pc:docMk/>
            <pc:sldMk cId="4212173715" sldId="302"/>
            <ac:spMk id="307" creationId="{DBB7506F-9E08-DF8A-FDD8-60618ECE71A3}"/>
          </ac:spMkLst>
        </pc:spChg>
        <pc:spChg chg="mod">
          <ac:chgData name="Wilmer Ortega Erazo" userId="19082e28a51afb61" providerId="LiveId" clId="{94990643-8E4E-4CF9-87DE-7C4FB3DD37DE}" dt="2023-09-14T00:59:11.253" v="69" actId="1076"/>
          <ac:spMkLst>
            <pc:docMk/>
            <pc:sldMk cId="4212173715" sldId="302"/>
            <ac:spMk id="308" creationId="{462F6698-F7E3-987D-C071-ADDE064549B7}"/>
          </ac:spMkLst>
        </pc:spChg>
        <pc:spChg chg="mod">
          <ac:chgData name="Wilmer Ortega Erazo" userId="19082e28a51afb61" providerId="LiveId" clId="{94990643-8E4E-4CF9-87DE-7C4FB3DD37DE}" dt="2023-09-14T00:59:11.253" v="69" actId="1076"/>
          <ac:spMkLst>
            <pc:docMk/>
            <pc:sldMk cId="4212173715" sldId="302"/>
            <ac:spMk id="309" creationId="{7F55A51E-7EAD-BE63-03B8-3BADFCE1A399}"/>
          </ac:spMkLst>
        </pc:spChg>
        <pc:spChg chg="mod">
          <ac:chgData name="Wilmer Ortega Erazo" userId="19082e28a51afb61" providerId="LiveId" clId="{94990643-8E4E-4CF9-87DE-7C4FB3DD37DE}" dt="2023-09-14T00:59:11.253" v="69" actId="1076"/>
          <ac:spMkLst>
            <pc:docMk/>
            <pc:sldMk cId="4212173715" sldId="302"/>
            <ac:spMk id="310" creationId="{ACA2877A-9E09-6357-4E59-67EFC0E21372}"/>
          </ac:spMkLst>
        </pc:spChg>
        <pc:spChg chg="mod">
          <ac:chgData name="Wilmer Ortega Erazo" userId="19082e28a51afb61" providerId="LiveId" clId="{94990643-8E4E-4CF9-87DE-7C4FB3DD37DE}" dt="2023-09-14T00:59:11.253" v="69" actId="1076"/>
          <ac:spMkLst>
            <pc:docMk/>
            <pc:sldMk cId="4212173715" sldId="302"/>
            <ac:spMk id="311" creationId="{FF9E2572-E1FA-713F-17AA-C78BC779E338}"/>
          </ac:spMkLst>
        </pc:spChg>
        <pc:spChg chg="mod">
          <ac:chgData name="Wilmer Ortega Erazo" userId="19082e28a51afb61" providerId="LiveId" clId="{94990643-8E4E-4CF9-87DE-7C4FB3DD37DE}" dt="2023-09-14T00:59:11.253" v="69" actId="1076"/>
          <ac:spMkLst>
            <pc:docMk/>
            <pc:sldMk cId="4212173715" sldId="302"/>
            <ac:spMk id="312" creationId="{45AEC68E-CE01-8C74-6E27-F87379B452F4}"/>
          </ac:spMkLst>
        </pc:spChg>
        <pc:spChg chg="mod">
          <ac:chgData name="Wilmer Ortega Erazo" userId="19082e28a51afb61" providerId="LiveId" clId="{94990643-8E4E-4CF9-87DE-7C4FB3DD37DE}" dt="2023-09-14T00:59:11.253" v="69" actId="1076"/>
          <ac:spMkLst>
            <pc:docMk/>
            <pc:sldMk cId="4212173715" sldId="302"/>
            <ac:spMk id="313" creationId="{68115754-4879-3E1A-F4A5-E25816C725D1}"/>
          </ac:spMkLst>
        </pc:spChg>
        <pc:spChg chg="mod">
          <ac:chgData name="Wilmer Ortega Erazo" userId="19082e28a51afb61" providerId="LiveId" clId="{94990643-8E4E-4CF9-87DE-7C4FB3DD37DE}" dt="2023-09-14T00:59:11.253" v="69" actId="1076"/>
          <ac:spMkLst>
            <pc:docMk/>
            <pc:sldMk cId="4212173715" sldId="302"/>
            <ac:spMk id="314" creationId="{D8B9BF6E-FF8B-3AE3-0B6F-0957795B46BF}"/>
          </ac:spMkLst>
        </pc:spChg>
        <pc:spChg chg="mod">
          <ac:chgData name="Wilmer Ortega Erazo" userId="19082e28a51afb61" providerId="LiveId" clId="{94990643-8E4E-4CF9-87DE-7C4FB3DD37DE}" dt="2023-09-14T00:59:11.253" v="69" actId="1076"/>
          <ac:spMkLst>
            <pc:docMk/>
            <pc:sldMk cId="4212173715" sldId="302"/>
            <ac:spMk id="315" creationId="{35CF8BDA-86CA-DE7C-5A75-6050C0258FCA}"/>
          </ac:spMkLst>
        </pc:spChg>
        <pc:spChg chg="mod">
          <ac:chgData name="Wilmer Ortega Erazo" userId="19082e28a51afb61" providerId="LiveId" clId="{94990643-8E4E-4CF9-87DE-7C4FB3DD37DE}" dt="2023-09-14T00:59:11.253" v="69" actId="1076"/>
          <ac:spMkLst>
            <pc:docMk/>
            <pc:sldMk cId="4212173715" sldId="302"/>
            <ac:spMk id="316" creationId="{E7F7D8F2-7700-C4C4-880F-569F42D2C806}"/>
          </ac:spMkLst>
        </pc:spChg>
        <pc:spChg chg="add mod">
          <ac:chgData name="Wilmer Ortega Erazo" userId="19082e28a51afb61" providerId="LiveId" clId="{94990643-8E4E-4CF9-87DE-7C4FB3DD37DE}" dt="2023-09-14T00:59:11.253" v="69" actId="1076"/>
          <ac:spMkLst>
            <pc:docMk/>
            <pc:sldMk cId="4212173715" sldId="302"/>
            <ac:spMk id="317" creationId="{1ECEE707-36C7-5F5F-FA98-BE298404C5F8}"/>
          </ac:spMkLst>
        </pc:spChg>
        <pc:spChg chg="mod">
          <ac:chgData name="Wilmer Ortega Erazo" userId="19082e28a51afb61" providerId="LiveId" clId="{94990643-8E4E-4CF9-87DE-7C4FB3DD37DE}" dt="2023-09-14T00:59:11.253" v="69" actId="1076"/>
          <ac:spMkLst>
            <pc:docMk/>
            <pc:sldMk cId="4212173715" sldId="302"/>
            <ac:spMk id="344" creationId="{47E65811-E071-BBD6-409E-22128FF9BD6E}"/>
          </ac:spMkLst>
        </pc:spChg>
        <pc:spChg chg="mod">
          <ac:chgData name="Wilmer Ortega Erazo" userId="19082e28a51afb61" providerId="LiveId" clId="{94990643-8E4E-4CF9-87DE-7C4FB3DD37DE}" dt="2023-09-14T00:59:11.253" v="69" actId="1076"/>
          <ac:spMkLst>
            <pc:docMk/>
            <pc:sldMk cId="4212173715" sldId="302"/>
            <ac:spMk id="345" creationId="{F01C37EC-6CBB-9786-B49E-2249B26AC9B8}"/>
          </ac:spMkLst>
        </pc:spChg>
        <pc:spChg chg="mod">
          <ac:chgData name="Wilmer Ortega Erazo" userId="19082e28a51afb61" providerId="LiveId" clId="{94990643-8E4E-4CF9-87DE-7C4FB3DD37DE}" dt="2023-09-14T00:59:11.253" v="69" actId="1076"/>
          <ac:spMkLst>
            <pc:docMk/>
            <pc:sldMk cId="4212173715" sldId="302"/>
            <ac:spMk id="346" creationId="{085122D1-1958-2B25-33AA-CE3C01FEB270}"/>
          </ac:spMkLst>
        </pc:spChg>
        <pc:spChg chg="mod">
          <ac:chgData name="Wilmer Ortega Erazo" userId="19082e28a51afb61" providerId="LiveId" clId="{94990643-8E4E-4CF9-87DE-7C4FB3DD37DE}" dt="2023-09-14T00:59:11.253" v="69" actId="1076"/>
          <ac:spMkLst>
            <pc:docMk/>
            <pc:sldMk cId="4212173715" sldId="302"/>
            <ac:spMk id="347" creationId="{A393E8A8-EBE9-E51A-EAF5-661BD35E14A3}"/>
          </ac:spMkLst>
        </pc:spChg>
        <pc:spChg chg="mod">
          <ac:chgData name="Wilmer Ortega Erazo" userId="19082e28a51afb61" providerId="LiveId" clId="{94990643-8E4E-4CF9-87DE-7C4FB3DD37DE}" dt="2023-09-14T00:59:11.253" v="69" actId="1076"/>
          <ac:spMkLst>
            <pc:docMk/>
            <pc:sldMk cId="4212173715" sldId="302"/>
            <ac:spMk id="348" creationId="{311BE61A-9CC5-363E-C6D4-57E63D19ABE9}"/>
          </ac:spMkLst>
        </pc:spChg>
        <pc:spChg chg="mod">
          <ac:chgData name="Wilmer Ortega Erazo" userId="19082e28a51afb61" providerId="LiveId" clId="{94990643-8E4E-4CF9-87DE-7C4FB3DD37DE}" dt="2023-09-14T00:59:11.253" v="69" actId="1076"/>
          <ac:spMkLst>
            <pc:docMk/>
            <pc:sldMk cId="4212173715" sldId="302"/>
            <ac:spMk id="349" creationId="{0F8C5CB5-54BF-9F4D-F240-F5E26305524E}"/>
          </ac:spMkLst>
        </pc:spChg>
        <pc:spChg chg="mod">
          <ac:chgData name="Wilmer Ortega Erazo" userId="19082e28a51afb61" providerId="LiveId" clId="{94990643-8E4E-4CF9-87DE-7C4FB3DD37DE}" dt="2023-09-14T00:59:11.253" v="69" actId="1076"/>
          <ac:spMkLst>
            <pc:docMk/>
            <pc:sldMk cId="4212173715" sldId="302"/>
            <ac:spMk id="350" creationId="{EE0D0442-843C-EA69-6C95-E6B81B317B86}"/>
          </ac:spMkLst>
        </pc:spChg>
        <pc:spChg chg="mod">
          <ac:chgData name="Wilmer Ortega Erazo" userId="19082e28a51afb61" providerId="LiveId" clId="{94990643-8E4E-4CF9-87DE-7C4FB3DD37DE}" dt="2023-09-14T00:59:11.253" v="69" actId="1076"/>
          <ac:spMkLst>
            <pc:docMk/>
            <pc:sldMk cId="4212173715" sldId="302"/>
            <ac:spMk id="351" creationId="{177A34C9-04BD-4A3E-80CF-2A6D8C4D023A}"/>
          </ac:spMkLst>
        </pc:spChg>
        <pc:spChg chg="mod">
          <ac:chgData name="Wilmer Ortega Erazo" userId="19082e28a51afb61" providerId="LiveId" clId="{94990643-8E4E-4CF9-87DE-7C4FB3DD37DE}" dt="2023-09-14T00:59:11.253" v="69" actId="1076"/>
          <ac:spMkLst>
            <pc:docMk/>
            <pc:sldMk cId="4212173715" sldId="302"/>
            <ac:spMk id="352" creationId="{1709944F-1284-F7C8-4A91-8198032CFCEC}"/>
          </ac:spMkLst>
        </pc:spChg>
        <pc:spChg chg="mod">
          <ac:chgData name="Wilmer Ortega Erazo" userId="19082e28a51afb61" providerId="LiveId" clId="{94990643-8E4E-4CF9-87DE-7C4FB3DD37DE}" dt="2023-09-14T00:59:11.253" v="69" actId="1076"/>
          <ac:spMkLst>
            <pc:docMk/>
            <pc:sldMk cId="4212173715" sldId="302"/>
            <ac:spMk id="353" creationId="{674A601E-BAFA-3287-FDDD-B2830BA39E54}"/>
          </ac:spMkLst>
        </pc:spChg>
        <pc:spChg chg="mod">
          <ac:chgData name="Wilmer Ortega Erazo" userId="19082e28a51afb61" providerId="LiveId" clId="{94990643-8E4E-4CF9-87DE-7C4FB3DD37DE}" dt="2023-09-14T00:59:11.253" v="69" actId="1076"/>
          <ac:spMkLst>
            <pc:docMk/>
            <pc:sldMk cId="4212173715" sldId="302"/>
            <ac:spMk id="354" creationId="{E7EEB83E-6F50-21AA-2174-B2C829235C4C}"/>
          </ac:spMkLst>
        </pc:spChg>
        <pc:spChg chg="mod">
          <ac:chgData name="Wilmer Ortega Erazo" userId="19082e28a51afb61" providerId="LiveId" clId="{94990643-8E4E-4CF9-87DE-7C4FB3DD37DE}" dt="2023-09-14T00:59:11.253" v="69" actId="1076"/>
          <ac:spMkLst>
            <pc:docMk/>
            <pc:sldMk cId="4212173715" sldId="302"/>
            <ac:spMk id="355" creationId="{19B20CEA-3A0E-C611-674E-8416E7386806}"/>
          </ac:spMkLst>
        </pc:spChg>
        <pc:spChg chg="mod">
          <ac:chgData name="Wilmer Ortega Erazo" userId="19082e28a51afb61" providerId="LiveId" clId="{94990643-8E4E-4CF9-87DE-7C4FB3DD37DE}" dt="2023-09-14T00:59:11.253" v="69" actId="1076"/>
          <ac:spMkLst>
            <pc:docMk/>
            <pc:sldMk cId="4212173715" sldId="302"/>
            <ac:spMk id="356" creationId="{16EE6A96-C596-2827-425D-8A6753B524E3}"/>
          </ac:spMkLst>
        </pc:spChg>
        <pc:spChg chg="mod">
          <ac:chgData name="Wilmer Ortega Erazo" userId="19082e28a51afb61" providerId="LiveId" clId="{94990643-8E4E-4CF9-87DE-7C4FB3DD37DE}" dt="2023-09-14T00:59:11.253" v="69" actId="1076"/>
          <ac:spMkLst>
            <pc:docMk/>
            <pc:sldMk cId="4212173715" sldId="302"/>
            <ac:spMk id="357" creationId="{D9896239-04F9-1C22-577E-078E49ECF710}"/>
          </ac:spMkLst>
        </pc:spChg>
        <pc:spChg chg="mod">
          <ac:chgData name="Wilmer Ortega Erazo" userId="19082e28a51afb61" providerId="LiveId" clId="{94990643-8E4E-4CF9-87DE-7C4FB3DD37DE}" dt="2023-09-14T00:59:11.253" v="69" actId="1076"/>
          <ac:spMkLst>
            <pc:docMk/>
            <pc:sldMk cId="4212173715" sldId="302"/>
            <ac:spMk id="358" creationId="{415E420C-302F-B4A8-7FDA-6A7E327123E5}"/>
          </ac:spMkLst>
        </pc:spChg>
        <pc:spChg chg="mod">
          <ac:chgData name="Wilmer Ortega Erazo" userId="19082e28a51afb61" providerId="LiveId" clId="{94990643-8E4E-4CF9-87DE-7C4FB3DD37DE}" dt="2023-09-14T00:59:11.253" v="69" actId="1076"/>
          <ac:spMkLst>
            <pc:docMk/>
            <pc:sldMk cId="4212173715" sldId="302"/>
            <ac:spMk id="359" creationId="{D91C93F9-81B9-6E1E-A26B-32D0E04EC132}"/>
          </ac:spMkLst>
        </pc:spChg>
        <pc:spChg chg="mod">
          <ac:chgData name="Wilmer Ortega Erazo" userId="19082e28a51afb61" providerId="LiveId" clId="{94990643-8E4E-4CF9-87DE-7C4FB3DD37DE}" dt="2023-09-14T00:59:11.253" v="69" actId="1076"/>
          <ac:spMkLst>
            <pc:docMk/>
            <pc:sldMk cId="4212173715" sldId="302"/>
            <ac:spMk id="360" creationId="{82AC0C07-ED50-8845-12AF-5E8AAE2C45AE}"/>
          </ac:spMkLst>
        </pc:spChg>
        <pc:spChg chg="mod">
          <ac:chgData name="Wilmer Ortega Erazo" userId="19082e28a51afb61" providerId="LiveId" clId="{94990643-8E4E-4CF9-87DE-7C4FB3DD37DE}" dt="2023-09-14T00:59:11.253" v="69" actId="1076"/>
          <ac:spMkLst>
            <pc:docMk/>
            <pc:sldMk cId="4212173715" sldId="302"/>
            <ac:spMk id="361" creationId="{31C22BD7-BA33-A346-EBF1-AB97B77F8ED1}"/>
          </ac:spMkLst>
        </pc:spChg>
        <pc:spChg chg="mod">
          <ac:chgData name="Wilmer Ortega Erazo" userId="19082e28a51afb61" providerId="LiveId" clId="{94990643-8E4E-4CF9-87DE-7C4FB3DD37DE}" dt="2023-09-14T00:59:11.253" v="69" actId="1076"/>
          <ac:spMkLst>
            <pc:docMk/>
            <pc:sldMk cId="4212173715" sldId="302"/>
            <ac:spMk id="362" creationId="{E5C14147-F930-2606-1B85-C730CED3A7AC}"/>
          </ac:spMkLst>
        </pc:spChg>
        <pc:spChg chg="mod">
          <ac:chgData name="Wilmer Ortega Erazo" userId="19082e28a51afb61" providerId="LiveId" clId="{94990643-8E4E-4CF9-87DE-7C4FB3DD37DE}" dt="2023-09-14T00:59:11.253" v="69" actId="1076"/>
          <ac:spMkLst>
            <pc:docMk/>
            <pc:sldMk cId="4212173715" sldId="302"/>
            <ac:spMk id="363" creationId="{448E00F6-A5D7-7F2A-CEF6-A4FF5CBC1202}"/>
          </ac:spMkLst>
        </pc:spChg>
        <pc:spChg chg="mod">
          <ac:chgData name="Wilmer Ortega Erazo" userId="19082e28a51afb61" providerId="LiveId" clId="{94990643-8E4E-4CF9-87DE-7C4FB3DD37DE}" dt="2023-09-14T00:59:11.253" v="69" actId="1076"/>
          <ac:spMkLst>
            <pc:docMk/>
            <pc:sldMk cId="4212173715" sldId="302"/>
            <ac:spMk id="364" creationId="{2EFEF585-72C3-BFCB-4BD5-E4DAA971B002}"/>
          </ac:spMkLst>
        </pc:spChg>
        <pc:spChg chg="mod">
          <ac:chgData name="Wilmer Ortega Erazo" userId="19082e28a51afb61" providerId="LiveId" clId="{94990643-8E4E-4CF9-87DE-7C4FB3DD37DE}" dt="2023-09-14T00:59:11.253" v="69" actId="1076"/>
          <ac:spMkLst>
            <pc:docMk/>
            <pc:sldMk cId="4212173715" sldId="302"/>
            <ac:spMk id="365" creationId="{E838A99D-9BAF-E409-2E4D-488007DDB22E}"/>
          </ac:spMkLst>
        </pc:spChg>
        <pc:spChg chg="mod">
          <ac:chgData name="Wilmer Ortega Erazo" userId="19082e28a51afb61" providerId="LiveId" clId="{94990643-8E4E-4CF9-87DE-7C4FB3DD37DE}" dt="2023-09-14T00:59:11.253" v="69" actId="1076"/>
          <ac:spMkLst>
            <pc:docMk/>
            <pc:sldMk cId="4212173715" sldId="302"/>
            <ac:spMk id="366" creationId="{322256D4-EBE0-8F21-A68D-04EC65309232}"/>
          </ac:spMkLst>
        </pc:spChg>
        <pc:spChg chg="mod">
          <ac:chgData name="Wilmer Ortega Erazo" userId="19082e28a51afb61" providerId="LiveId" clId="{94990643-8E4E-4CF9-87DE-7C4FB3DD37DE}" dt="2023-09-14T00:59:11.253" v="69" actId="1076"/>
          <ac:spMkLst>
            <pc:docMk/>
            <pc:sldMk cId="4212173715" sldId="302"/>
            <ac:spMk id="367" creationId="{48C9D739-AD31-41C7-37C4-1C2AE8D2263F}"/>
          </ac:spMkLst>
        </pc:spChg>
        <pc:spChg chg="mod">
          <ac:chgData name="Wilmer Ortega Erazo" userId="19082e28a51afb61" providerId="LiveId" clId="{94990643-8E4E-4CF9-87DE-7C4FB3DD37DE}" dt="2023-09-14T00:59:11.253" v="69" actId="1076"/>
          <ac:spMkLst>
            <pc:docMk/>
            <pc:sldMk cId="4212173715" sldId="302"/>
            <ac:spMk id="368" creationId="{6D15ACCE-9EF6-2610-22C0-F6B07F3FE2EA}"/>
          </ac:spMkLst>
        </pc:spChg>
        <pc:spChg chg="mod">
          <ac:chgData name="Wilmer Ortega Erazo" userId="19082e28a51afb61" providerId="LiveId" clId="{94990643-8E4E-4CF9-87DE-7C4FB3DD37DE}" dt="2023-09-14T00:59:11.253" v="69" actId="1076"/>
          <ac:spMkLst>
            <pc:docMk/>
            <pc:sldMk cId="4212173715" sldId="302"/>
            <ac:spMk id="369" creationId="{1962DB81-E6CC-EF82-AEAF-FB00A04633C1}"/>
          </ac:spMkLst>
        </pc:spChg>
        <pc:spChg chg="mod">
          <ac:chgData name="Wilmer Ortega Erazo" userId="19082e28a51afb61" providerId="LiveId" clId="{94990643-8E4E-4CF9-87DE-7C4FB3DD37DE}" dt="2023-09-14T00:59:11.253" v="69" actId="1076"/>
          <ac:spMkLst>
            <pc:docMk/>
            <pc:sldMk cId="4212173715" sldId="302"/>
            <ac:spMk id="370" creationId="{4828EC23-F815-34E7-5E98-86581F04298E}"/>
          </ac:spMkLst>
        </pc:spChg>
        <pc:spChg chg="mod">
          <ac:chgData name="Wilmer Ortega Erazo" userId="19082e28a51afb61" providerId="LiveId" clId="{94990643-8E4E-4CF9-87DE-7C4FB3DD37DE}" dt="2023-09-14T00:59:11.253" v="69" actId="1076"/>
          <ac:spMkLst>
            <pc:docMk/>
            <pc:sldMk cId="4212173715" sldId="302"/>
            <ac:spMk id="371" creationId="{E8DA6C70-6051-8842-016E-25C1D2537AC1}"/>
          </ac:spMkLst>
        </pc:spChg>
        <pc:spChg chg="mod">
          <ac:chgData name="Wilmer Ortega Erazo" userId="19082e28a51afb61" providerId="LiveId" clId="{94990643-8E4E-4CF9-87DE-7C4FB3DD37DE}" dt="2023-09-14T00:59:11.253" v="69" actId="1076"/>
          <ac:spMkLst>
            <pc:docMk/>
            <pc:sldMk cId="4212173715" sldId="302"/>
            <ac:spMk id="372" creationId="{D3415E07-99A8-6878-75DF-F75F83E9D029}"/>
          </ac:spMkLst>
        </pc:spChg>
        <pc:spChg chg="mod">
          <ac:chgData name="Wilmer Ortega Erazo" userId="19082e28a51afb61" providerId="LiveId" clId="{94990643-8E4E-4CF9-87DE-7C4FB3DD37DE}" dt="2023-09-14T00:59:11.253" v="69" actId="1076"/>
          <ac:spMkLst>
            <pc:docMk/>
            <pc:sldMk cId="4212173715" sldId="302"/>
            <ac:spMk id="373" creationId="{679F38BB-327D-9102-B0AB-0B51156B87DA}"/>
          </ac:spMkLst>
        </pc:spChg>
        <pc:spChg chg="mod">
          <ac:chgData name="Wilmer Ortega Erazo" userId="19082e28a51afb61" providerId="LiveId" clId="{94990643-8E4E-4CF9-87DE-7C4FB3DD37DE}" dt="2023-09-14T00:59:11.253" v="69" actId="1076"/>
          <ac:spMkLst>
            <pc:docMk/>
            <pc:sldMk cId="4212173715" sldId="302"/>
            <ac:spMk id="374" creationId="{4670627E-0753-F2E4-1860-585736C77E05}"/>
          </ac:spMkLst>
        </pc:spChg>
        <pc:spChg chg="mod">
          <ac:chgData name="Wilmer Ortega Erazo" userId="19082e28a51afb61" providerId="LiveId" clId="{94990643-8E4E-4CF9-87DE-7C4FB3DD37DE}" dt="2023-09-14T00:59:11.253" v="69" actId="1076"/>
          <ac:spMkLst>
            <pc:docMk/>
            <pc:sldMk cId="4212173715" sldId="302"/>
            <ac:spMk id="375" creationId="{20B75CD7-B579-7C27-8F45-CCE5ADDDEF39}"/>
          </ac:spMkLst>
        </pc:spChg>
        <pc:spChg chg="mod">
          <ac:chgData name="Wilmer Ortega Erazo" userId="19082e28a51afb61" providerId="LiveId" clId="{94990643-8E4E-4CF9-87DE-7C4FB3DD37DE}" dt="2023-09-14T00:59:11.253" v="69" actId="1076"/>
          <ac:spMkLst>
            <pc:docMk/>
            <pc:sldMk cId="4212173715" sldId="302"/>
            <ac:spMk id="376" creationId="{F40C5C67-7413-2D3F-5627-3D24C9F3A953}"/>
          </ac:spMkLst>
        </pc:spChg>
        <pc:spChg chg="mod">
          <ac:chgData name="Wilmer Ortega Erazo" userId="19082e28a51afb61" providerId="LiveId" clId="{94990643-8E4E-4CF9-87DE-7C4FB3DD37DE}" dt="2023-09-14T00:59:11.253" v="69" actId="1076"/>
          <ac:spMkLst>
            <pc:docMk/>
            <pc:sldMk cId="4212173715" sldId="302"/>
            <ac:spMk id="377" creationId="{AEF5E2E8-C4CF-9A89-BDD0-D676713E0D94}"/>
          </ac:spMkLst>
        </pc:spChg>
        <pc:spChg chg="mod">
          <ac:chgData name="Wilmer Ortega Erazo" userId="19082e28a51afb61" providerId="LiveId" clId="{94990643-8E4E-4CF9-87DE-7C4FB3DD37DE}" dt="2023-09-14T00:59:11.253" v="69" actId="1076"/>
          <ac:spMkLst>
            <pc:docMk/>
            <pc:sldMk cId="4212173715" sldId="302"/>
            <ac:spMk id="378" creationId="{ED332947-E595-6593-B028-D9BEBBFBAD74}"/>
          </ac:spMkLst>
        </pc:spChg>
        <pc:spChg chg="mod">
          <ac:chgData name="Wilmer Ortega Erazo" userId="19082e28a51afb61" providerId="LiveId" clId="{94990643-8E4E-4CF9-87DE-7C4FB3DD37DE}" dt="2023-09-14T00:59:11.253" v="69" actId="1076"/>
          <ac:spMkLst>
            <pc:docMk/>
            <pc:sldMk cId="4212173715" sldId="302"/>
            <ac:spMk id="379" creationId="{E2A42B4C-0D2E-F65E-1EE1-6CE796CBA269}"/>
          </ac:spMkLst>
        </pc:spChg>
        <pc:spChg chg="mod">
          <ac:chgData name="Wilmer Ortega Erazo" userId="19082e28a51afb61" providerId="LiveId" clId="{94990643-8E4E-4CF9-87DE-7C4FB3DD37DE}" dt="2023-09-14T00:59:11.253" v="69" actId="1076"/>
          <ac:spMkLst>
            <pc:docMk/>
            <pc:sldMk cId="4212173715" sldId="302"/>
            <ac:spMk id="380" creationId="{1B50EB99-5DCF-5875-97AA-3044F19AEE42}"/>
          </ac:spMkLst>
        </pc:spChg>
        <pc:spChg chg="mod">
          <ac:chgData name="Wilmer Ortega Erazo" userId="19082e28a51afb61" providerId="LiveId" clId="{94990643-8E4E-4CF9-87DE-7C4FB3DD37DE}" dt="2023-09-14T00:59:11.253" v="69" actId="1076"/>
          <ac:spMkLst>
            <pc:docMk/>
            <pc:sldMk cId="4212173715" sldId="302"/>
            <ac:spMk id="381" creationId="{F9E52ECC-12A0-7DB4-4573-1A809BB52F9A}"/>
          </ac:spMkLst>
        </pc:spChg>
        <pc:spChg chg="mod">
          <ac:chgData name="Wilmer Ortega Erazo" userId="19082e28a51afb61" providerId="LiveId" clId="{94990643-8E4E-4CF9-87DE-7C4FB3DD37DE}" dt="2023-09-14T00:59:11.253" v="69" actId="1076"/>
          <ac:spMkLst>
            <pc:docMk/>
            <pc:sldMk cId="4212173715" sldId="302"/>
            <ac:spMk id="382" creationId="{E2EB8A1D-6027-1169-8A24-C93336FA16DB}"/>
          </ac:spMkLst>
        </pc:spChg>
        <pc:spChg chg="mod">
          <ac:chgData name="Wilmer Ortega Erazo" userId="19082e28a51afb61" providerId="LiveId" clId="{94990643-8E4E-4CF9-87DE-7C4FB3DD37DE}" dt="2023-09-14T00:59:11.253" v="69" actId="1076"/>
          <ac:spMkLst>
            <pc:docMk/>
            <pc:sldMk cId="4212173715" sldId="302"/>
            <ac:spMk id="383" creationId="{1C7BD45B-B4E9-3F09-75C3-06CEBDCA0AED}"/>
          </ac:spMkLst>
        </pc:spChg>
        <pc:spChg chg="mod">
          <ac:chgData name="Wilmer Ortega Erazo" userId="19082e28a51afb61" providerId="LiveId" clId="{94990643-8E4E-4CF9-87DE-7C4FB3DD37DE}" dt="2023-09-14T00:59:11.253" v="69" actId="1076"/>
          <ac:spMkLst>
            <pc:docMk/>
            <pc:sldMk cId="4212173715" sldId="302"/>
            <ac:spMk id="384" creationId="{288E41C7-C5C7-9E40-168D-4B9688F84273}"/>
          </ac:spMkLst>
        </pc:spChg>
        <pc:spChg chg="mod">
          <ac:chgData name="Wilmer Ortega Erazo" userId="19082e28a51afb61" providerId="LiveId" clId="{94990643-8E4E-4CF9-87DE-7C4FB3DD37DE}" dt="2023-09-14T00:59:11.253" v="69" actId="1076"/>
          <ac:spMkLst>
            <pc:docMk/>
            <pc:sldMk cId="4212173715" sldId="302"/>
            <ac:spMk id="385" creationId="{170D6AB8-962A-8364-3096-62A5007EBB36}"/>
          </ac:spMkLst>
        </pc:spChg>
        <pc:spChg chg="mod">
          <ac:chgData name="Wilmer Ortega Erazo" userId="19082e28a51afb61" providerId="LiveId" clId="{94990643-8E4E-4CF9-87DE-7C4FB3DD37DE}" dt="2023-09-14T00:59:11.253" v="69" actId="1076"/>
          <ac:spMkLst>
            <pc:docMk/>
            <pc:sldMk cId="4212173715" sldId="302"/>
            <ac:spMk id="386" creationId="{D5AFE771-21BE-97C3-0109-65BCE4A78548}"/>
          </ac:spMkLst>
        </pc:spChg>
        <pc:spChg chg="mod">
          <ac:chgData name="Wilmer Ortega Erazo" userId="19082e28a51afb61" providerId="LiveId" clId="{94990643-8E4E-4CF9-87DE-7C4FB3DD37DE}" dt="2023-09-14T00:59:11.253" v="69" actId="1076"/>
          <ac:spMkLst>
            <pc:docMk/>
            <pc:sldMk cId="4212173715" sldId="302"/>
            <ac:spMk id="387" creationId="{6F26827B-5953-AAAD-FF7B-CBF706A64999}"/>
          </ac:spMkLst>
        </pc:spChg>
        <pc:spChg chg="mod">
          <ac:chgData name="Wilmer Ortega Erazo" userId="19082e28a51afb61" providerId="LiveId" clId="{94990643-8E4E-4CF9-87DE-7C4FB3DD37DE}" dt="2023-09-14T00:59:11.253" v="69" actId="1076"/>
          <ac:spMkLst>
            <pc:docMk/>
            <pc:sldMk cId="4212173715" sldId="302"/>
            <ac:spMk id="388" creationId="{7469E791-2C1B-A1A9-683A-66F083B88C58}"/>
          </ac:spMkLst>
        </pc:spChg>
        <pc:spChg chg="mod">
          <ac:chgData name="Wilmer Ortega Erazo" userId="19082e28a51afb61" providerId="LiveId" clId="{94990643-8E4E-4CF9-87DE-7C4FB3DD37DE}" dt="2023-09-14T00:59:11.253" v="69" actId="1076"/>
          <ac:spMkLst>
            <pc:docMk/>
            <pc:sldMk cId="4212173715" sldId="302"/>
            <ac:spMk id="389" creationId="{2DA5334B-0B3A-5815-3FBE-C81B28EE570A}"/>
          </ac:spMkLst>
        </pc:spChg>
        <pc:spChg chg="mod">
          <ac:chgData name="Wilmer Ortega Erazo" userId="19082e28a51afb61" providerId="LiveId" clId="{94990643-8E4E-4CF9-87DE-7C4FB3DD37DE}" dt="2023-09-14T00:59:11.253" v="69" actId="1076"/>
          <ac:spMkLst>
            <pc:docMk/>
            <pc:sldMk cId="4212173715" sldId="302"/>
            <ac:spMk id="390" creationId="{B58F658A-F4FF-51CE-564E-17A72EE9EE24}"/>
          </ac:spMkLst>
        </pc:spChg>
        <pc:spChg chg="mod">
          <ac:chgData name="Wilmer Ortega Erazo" userId="19082e28a51afb61" providerId="LiveId" clId="{94990643-8E4E-4CF9-87DE-7C4FB3DD37DE}" dt="2023-09-14T00:59:11.253" v="69" actId="1076"/>
          <ac:spMkLst>
            <pc:docMk/>
            <pc:sldMk cId="4212173715" sldId="302"/>
            <ac:spMk id="391" creationId="{BA0B02C2-30DA-A540-E276-EBF91CFDA436}"/>
          </ac:spMkLst>
        </pc:spChg>
        <pc:spChg chg="mod">
          <ac:chgData name="Wilmer Ortega Erazo" userId="19082e28a51afb61" providerId="LiveId" clId="{94990643-8E4E-4CF9-87DE-7C4FB3DD37DE}" dt="2023-09-14T00:59:11.253" v="69" actId="1076"/>
          <ac:spMkLst>
            <pc:docMk/>
            <pc:sldMk cId="4212173715" sldId="302"/>
            <ac:spMk id="392" creationId="{B31FE991-DE20-F670-CDF8-28AE92EEDCA6}"/>
          </ac:spMkLst>
        </pc:spChg>
        <pc:spChg chg="mod">
          <ac:chgData name="Wilmer Ortega Erazo" userId="19082e28a51afb61" providerId="LiveId" clId="{94990643-8E4E-4CF9-87DE-7C4FB3DD37DE}" dt="2023-09-14T00:59:11.253" v="69" actId="1076"/>
          <ac:spMkLst>
            <pc:docMk/>
            <pc:sldMk cId="4212173715" sldId="302"/>
            <ac:spMk id="393" creationId="{733AC6A8-A7FB-7DC6-DAD9-D07F7D8D7186}"/>
          </ac:spMkLst>
        </pc:spChg>
        <pc:spChg chg="mod">
          <ac:chgData name="Wilmer Ortega Erazo" userId="19082e28a51afb61" providerId="LiveId" clId="{94990643-8E4E-4CF9-87DE-7C4FB3DD37DE}" dt="2023-09-14T00:59:11.253" v="69" actId="1076"/>
          <ac:spMkLst>
            <pc:docMk/>
            <pc:sldMk cId="4212173715" sldId="302"/>
            <ac:spMk id="394" creationId="{A1120770-D973-EEBF-7FD7-0D8895D91C89}"/>
          </ac:spMkLst>
        </pc:spChg>
        <pc:spChg chg="mod">
          <ac:chgData name="Wilmer Ortega Erazo" userId="19082e28a51afb61" providerId="LiveId" clId="{94990643-8E4E-4CF9-87DE-7C4FB3DD37DE}" dt="2023-09-14T00:59:11.253" v="69" actId="1076"/>
          <ac:spMkLst>
            <pc:docMk/>
            <pc:sldMk cId="4212173715" sldId="302"/>
            <ac:spMk id="395" creationId="{AF311F76-B27C-E4E1-1D66-91C081D6B948}"/>
          </ac:spMkLst>
        </pc:spChg>
        <pc:spChg chg="mod">
          <ac:chgData name="Wilmer Ortega Erazo" userId="19082e28a51afb61" providerId="LiveId" clId="{94990643-8E4E-4CF9-87DE-7C4FB3DD37DE}" dt="2023-09-14T00:59:11.253" v="69" actId="1076"/>
          <ac:spMkLst>
            <pc:docMk/>
            <pc:sldMk cId="4212173715" sldId="302"/>
            <ac:spMk id="396" creationId="{A01557E3-46A8-C8DD-A167-FCF1C3543C27}"/>
          </ac:spMkLst>
        </pc:spChg>
        <pc:spChg chg="mod">
          <ac:chgData name="Wilmer Ortega Erazo" userId="19082e28a51afb61" providerId="LiveId" clId="{94990643-8E4E-4CF9-87DE-7C4FB3DD37DE}" dt="2023-09-14T00:59:11.253" v="69" actId="1076"/>
          <ac:spMkLst>
            <pc:docMk/>
            <pc:sldMk cId="4212173715" sldId="302"/>
            <ac:spMk id="397" creationId="{384C9B9C-FD13-DD61-2F8C-E1428B59579F}"/>
          </ac:spMkLst>
        </pc:spChg>
        <pc:spChg chg="mod">
          <ac:chgData name="Wilmer Ortega Erazo" userId="19082e28a51afb61" providerId="LiveId" clId="{94990643-8E4E-4CF9-87DE-7C4FB3DD37DE}" dt="2023-09-14T00:59:11.253" v="69" actId="1076"/>
          <ac:spMkLst>
            <pc:docMk/>
            <pc:sldMk cId="4212173715" sldId="302"/>
            <ac:spMk id="398" creationId="{7FD6FC4E-9741-CCAD-1AFD-81096BFD379A}"/>
          </ac:spMkLst>
        </pc:spChg>
        <pc:spChg chg="mod">
          <ac:chgData name="Wilmer Ortega Erazo" userId="19082e28a51afb61" providerId="LiveId" clId="{94990643-8E4E-4CF9-87DE-7C4FB3DD37DE}" dt="2023-09-14T00:59:11.253" v="69" actId="1076"/>
          <ac:spMkLst>
            <pc:docMk/>
            <pc:sldMk cId="4212173715" sldId="302"/>
            <ac:spMk id="399" creationId="{D0B1F0B7-0EF3-9F6E-1EF7-5D9F93A07F55}"/>
          </ac:spMkLst>
        </pc:spChg>
        <pc:spChg chg="mod">
          <ac:chgData name="Wilmer Ortega Erazo" userId="19082e28a51afb61" providerId="LiveId" clId="{94990643-8E4E-4CF9-87DE-7C4FB3DD37DE}" dt="2023-09-14T00:59:11.253" v="69" actId="1076"/>
          <ac:spMkLst>
            <pc:docMk/>
            <pc:sldMk cId="4212173715" sldId="302"/>
            <ac:spMk id="400" creationId="{79B3BBCB-0720-9F93-7B44-BFF4A9D56220}"/>
          </ac:spMkLst>
        </pc:spChg>
        <pc:spChg chg="mod">
          <ac:chgData name="Wilmer Ortega Erazo" userId="19082e28a51afb61" providerId="LiveId" clId="{94990643-8E4E-4CF9-87DE-7C4FB3DD37DE}" dt="2023-09-14T00:59:11.253" v="69" actId="1076"/>
          <ac:spMkLst>
            <pc:docMk/>
            <pc:sldMk cId="4212173715" sldId="302"/>
            <ac:spMk id="401" creationId="{AA15E5D8-02EB-1CBD-ACD5-B4F53915F7F7}"/>
          </ac:spMkLst>
        </pc:spChg>
        <pc:spChg chg="mod">
          <ac:chgData name="Wilmer Ortega Erazo" userId="19082e28a51afb61" providerId="LiveId" clId="{94990643-8E4E-4CF9-87DE-7C4FB3DD37DE}" dt="2023-09-14T00:59:11.253" v="69" actId="1076"/>
          <ac:spMkLst>
            <pc:docMk/>
            <pc:sldMk cId="4212173715" sldId="302"/>
            <ac:spMk id="402" creationId="{FB5262B4-447A-3CFE-16DB-7C3F94CBD29B}"/>
          </ac:spMkLst>
        </pc:spChg>
        <pc:spChg chg="mod">
          <ac:chgData name="Wilmer Ortega Erazo" userId="19082e28a51afb61" providerId="LiveId" clId="{94990643-8E4E-4CF9-87DE-7C4FB3DD37DE}" dt="2023-09-14T00:59:11.253" v="69" actId="1076"/>
          <ac:spMkLst>
            <pc:docMk/>
            <pc:sldMk cId="4212173715" sldId="302"/>
            <ac:spMk id="403" creationId="{8BAE5128-7C70-C8DB-C31E-96DB498CE896}"/>
          </ac:spMkLst>
        </pc:spChg>
        <pc:spChg chg="mod">
          <ac:chgData name="Wilmer Ortega Erazo" userId="19082e28a51afb61" providerId="LiveId" clId="{94990643-8E4E-4CF9-87DE-7C4FB3DD37DE}" dt="2023-09-14T00:59:11.253" v="69" actId="1076"/>
          <ac:spMkLst>
            <pc:docMk/>
            <pc:sldMk cId="4212173715" sldId="302"/>
            <ac:spMk id="404" creationId="{48FFCD67-9125-AFA4-878E-452EBC78FC40}"/>
          </ac:spMkLst>
        </pc:spChg>
        <pc:spChg chg="mod">
          <ac:chgData name="Wilmer Ortega Erazo" userId="19082e28a51afb61" providerId="LiveId" clId="{94990643-8E4E-4CF9-87DE-7C4FB3DD37DE}" dt="2023-09-14T00:59:11.253" v="69" actId="1076"/>
          <ac:spMkLst>
            <pc:docMk/>
            <pc:sldMk cId="4212173715" sldId="302"/>
            <ac:spMk id="405" creationId="{850CC7F9-73D6-03FE-7A3E-635CDFE4D1F3}"/>
          </ac:spMkLst>
        </pc:spChg>
        <pc:grpChg chg="del">
          <ac:chgData name="Wilmer Ortega Erazo" userId="19082e28a51afb61" providerId="LiveId" clId="{94990643-8E4E-4CF9-87DE-7C4FB3DD37DE}" dt="2023-09-14T00:59:02.520" v="66" actId="478"/>
          <ac:grpSpMkLst>
            <pc:docMk/>
            <pc:sldMk cId="4212173715" sldId="302"/>
            <ac:grpSpMk id="3" creationId="{2EE93B74-8CB5-4802-DE77-F28EE8288A3D}"/>
          </ac:grpSpMkLst>
        </pc:grpChg>
        <pc:grpChg chg="del">
          <ac:chgData name="Wilmer Ortega Erazo" userId="19082e28a51afb61" providerId="LiveId" clId="{94990643-8E4E-4CF9-87DE-7C4FB3DD37DE}" dt="2023-09-14T00:59:02.520" v="66" actId="478"/>
          <ac:grpSpMkLst>
            <pc:docMk/>
            <pc:sldMk cId="4212173715" sldId="302"/>
            <ac:grpSpMk id="139" creationId="{338B4592-8651-2F35-A6B2-AA0DBED6CB17}"/>
          </ac:grpSpMkLst>
        </pc:grpChg>
        <pc:grpChg chg="add mod">
          <ac:chgData name="Wilmer Ortega Erazo" userId="19082e28a51afb61" providerId="LiveId" clId="{94990643-8E4E-4CF9-87DE-7C4FB3DD37DE}" dt="2023-09-14T00:59:11.253" v="69" actId="1076"/>
          <ac:grpSpMkLst>
            <pc:docMk/>
            <pc:sldMk cId="4212173715" sldId="302"/>
            <ac:grpSpMk id="206" creationId="{5A5737B3-002C-A4EC-8709-8CF8B9136DB7}"/>
          </ac:grpSpMkLst>
        </pc:grpChg>
        <pc:grpChg chg="mod">
          <ac:chgData name="Wilmer Ortega Erazo" userId="19082e28a51afb61" providerId="LiveId" clId="{94990643-8E4E-4CF9-87DE-7C4FB3DD37DE}" dt="2023-09-14T00:59:11.253" v="69" actId="1076"/>
          <ac:grpSpMkLst>
            <pc:docMk/>
            <pc:sldMk cId="4212173715" sldId="302"/>
            <ac:grpSpMk id="207" creationId="{B0F75A82-4393-0A3C-4994-E571C3380C9C}"/>
          </ac:grpSpMkLst>
        </pc:grpChg>
        <pc:grpChg chg="mod">
          <ac:chgData name="Wilmer Ortega Erazo" userId="19082e28a51afb61" providerId="LiveId" clId="{94990643-8E4E-4CF9-87DE-7C4FB3DD37DE}" dt="2023-09-14T00:59:11.253" v="69" actId="1076"/>
          <ac:grpSpMkLst>
            <pc:docMk/>
            <pc:sldMk cId="4212173715" sldId="302"/>
            <ac:grpSpMk id="208" creationId="{B2CC4A7E-F10C-8A73-DBD4-779D1D4D2EFE}"/>
          </ac:grpSpMkLst>
        </pc:grpChg>
        <pc:grpChg chg="mod">
          <ac:chgData name="Wilmer Ortega Erazo" userId="19082e28a51afb61" providerId="LiveId" clId="{94990643-8E4E-4CF9-87DE-7C4FB3DD37DE}" dt="2023-09-14T00:59:11.253" v="69" actId="1076"/>
          <ac:grpSpMkLst>
            <pc:docMk/>
            <pc:sldMk cId="4212173715" sldId="302"/>
            <ac:grpSpMk id="209" creationId="{B39EFA21-1471-5466-549D-E8111750B2F0}"/>
          </ac:grpSpMkLst>
        </pc:grpChg>
        <pc:grpChg chg="mod">
          <ac:chgData name="Wilmer Ortega Erazo" userId="19082e28a51afb61" providerId="LiveId" clId="{94990643-8E4E-4CF9-87DE-7C4FB3DD37DE}" dt="2023-09-14T00:59:11.253" v="69" actId="1076"/>
          <ac:grpSpMkLst>
            <pc:docMk/>
            <pc:sldMk cId="4212173715" sldId="302"/>
            <ac:grpSpMk id="210" creationId="{881B003B-021F-3405-3C5D-099DB67C6848}"/>
          </ac:grpSpMkLst>
        </pc:grpChg>
        <pc:grpChg chg="mod">
          <ac:chgData name="Wilmer Ortega Erazo" userId="19082e28a51afb61" providerId="LiveId" clId="{94990643-8E4E-4CF9-87DE-7C4FB3DD37DE}" dt="2023-09-14T00:59:11.253" v="69" actId="1076"/>
          <ac:grpSpMkLst>
            <pc:docMk/>
            <pc:sldMk cId="4212173715" sldId="302"/>
            <ac:grpSpMk id="211" creationId="{93203B64-F5AB-5DFE-562F-3002AABF3BEB}"/>
          </ac:grpSpMkLst>
        </pc:grpChg>
        <pc:grpChg chg="mod">
          <ac:chgData name="Wilmer Ortega Erazo" userId="19082e28a51afb61" providerId="LiveId" clId="{94990643-8E4E-4CF9-87DE-7C4FB3DD37DE}" dt="2023-09-14T00:59:11.253" v="69" actId="1076"/>
          <ac:grpSpMkLst>
            <pc:docMk/>
            <pc:sldMk cId="4212173715" sldId="302"/>
            <ac:grpSpMk id="212" creationId="{C6FB2C49-950B-2B6F-DD2A-5DC5EB98722A}"/>
          </ac:grpSpMkLst>
        </pc:grpChg>
        <pc:grpChg chg="mod">
          <ac:chgData name="Wilmer Ortega Erazo" userId="19082e28a51afb61" providerId="LiveId" clId="{94990643-8E4E-4CF9-87DE-7C4FB3DD37DE}" dt="2023-09-14T00:59:11.253" v="69" actId="1076"/>
          <ac:grpSpMkLst>
            <pc:docMk/>
            <pc:sldMk cId="4212173715" sldId="302"/>
            <ac:grpSpMk id="213" creationId="{F8F5A0AB-93A1-89CF-7FCA-0EE09F891B4F}"/>
          </ac:grpSpMkLst>
        </pc:grpChg>
        <pc:grpChg chg="mod">
          <ac:chgData name="Wilmer Ortega Erazo" userId="19082e28a51afb61" providerId="LiveId" clId="{94990643-8E4E-4CF9-87DE-7C4FB3DD37DE}" dt="2023-09-14T00:59:11.253" v="69" actId="1076"/>
          <ac:grpSpMkLst>
            <pc:docMk/>
            <pc:sldMk cId="4212173715" sldId="302"/>
            <ac:grpSpMk id="214" creationId="{C6FD220B-33C9-5B76-6CA3-34E3DA800748}"/>
          </ac:grpSpMkLst>
        </pc:grpChg>
        <pc:grpChg chg="mod">
          <ac:chgData name="Wilmer Ortega Erazo" userId="19082e28a51afb61" providerId="LiveId" clId="{94990643-8E4E-4CF9-87DE-7C4FB3DD37DE}" dt="2023-09-14T00:59:11.253" v="69" actId="1076"/>
          <ac:grpSpMkLst>
            <pc:docMk/>
            <pc:sldMk cId="4212173715" sldId="302"/>
            <ac:grpSpMk id="215" creationId="{85512094-35DF-B15F-678A-DC65163EECC4}"/>
          </ac:grpSpMkLst>
        </pc:grpChg>
        <pc:grpChg chg="mod">
          <ac:chgData name="Wilmer Ortega Erazo" userId="19082e28a51afb61" providerId="LiveId" clId="{94990643-8E4E-4CF9-87DE-7C4FB3DD37DE}" dt="2023-09-14T00:59:11.253" v="69" actId="1076"/>
          <ac:grpSpMkLst>
            <pc:docMk/>
            <pc:sldMk cId="4212173715" sldId="302"/>
            <ac:grpSpMk id="216" creationId="{2CD28AD3-FAA5-88D0-65F4-7643596CDD4D}"/>
          </ac:grpSpMkLst>
        </pc:grpChg>
        <pc:grpChg chg="mod">
          <ac:chgData name="Wilmer Ortega Erazo" userId="19082e28a51afb61" providerId="LiveId" clId="{94990643-8E4E-4CF9-87DE-7C4FB3DD37DE}" dt="2023-09-14T00:59:11.253" v="69" actId="1076"/>
          <ac:grpSpMkLst>
            <pc:docMk/>
            <pc:sldMk cId="4212173715" sldId="302"/>
            <ac:grpSpMk id="217" creationId="{AB40678C-F06D-04B9-8753-EF1AE780A3A4}"/>
          </ac:grpSpMkLst>
        </pc:grpChg>
        <pc:grpChg chg="mod">
          <ac:chgData name="Wilmer Ortega Erazo" userId="19082e28a51afb61" providerId="LiveId" clId="{94990643-8E4E-4CF9-87DE-7C4FB3DD37DE}" dt="2023-09-14T00:59:11.253" v="69" actId="1076"/>
          <ac:grpSpMkLst>
            <pc:docMk/>
            <pc:sldMk cId="4212173715" sldId="302"/>
            <ac:grpSpMk id="218" creationId="{D1223C19-C621-323A-7232-56095417B1A9}"/>
          </ac:grpSpMkLst>
        </pc:grpChg>
        <pc:grpChg chg="mod">
          <ac:chgData name="Wilmer Ortega Erazo" userId="19082e28a51afb61" providerId="LiveId" clId="{94990643-8E4E-4CF9-87DE-7C4FB3DD37DE}" dt="2023-09-14T00:59:11.253" v="69" actId="1076"/>
          <ac:grpSpMkLst>
            <pc:docMk/>
            <pc:sldMk cId="4212173715" sldId="302"/>
            <ac:grpSpMk id="219" creationId="{63818F0B-1382-47F4-D9A6-93A35836E653}"/>
          </ac:grpSpMkLst>
        </pc:grpChg>
        <pc:grpChg chg="mod">
          <ac:chgData name="Wilmer Ortega Erazo" userId="19082e28a51afb61" providerId="LiveId" clId="{94990643-8E4E-4CF9-87DE-7C4FB3DD37DE}" dt="2023-09-14T00:59:11.253" v="69" actId="1076"/>
          <ac:grpSpMkLst>
            <pc:docMk/>
            <pc:sldMk cId="4212173715" sldId="302"/>
            <ac:grpSpMk id="220" creationId="{1B98A98D-2E5F-9BC1-D3BE-06CDB2C015A0}"/>
          </ac:grpSpMkLst>
        </pc:grpChg>
        <pc:grpChg chg="mod">
          <ac:chgData name="Wilmer Ortega Erazo" userId="19082e28a51afb61" providerId="LiveId" clId="{94990643-8E4E-4CF9-87DE-7C4FB3DD37DE}" dt="2023-09-14T00:59:11.253" v="69" actId="1076"/>
          <ac:grpSpMkLst>
            <pc:docMk/>
            <pc:sldMk cId="4212173715" sldId="302"/>
            <ac:grpSpMk id="221" creationId="{0197A91B-D46A-06E2-92AE-91CCE5312A68}"/>
          </ac:grpSpMkLst>
        </pc:grpChg>
        <pc:grpChg chg="mod">
          <ac:chgData name="Wilmer Ortega Erazo" userId="19082e28a51afb61" providerId="LiveId" clId="{94990643-8E4E-4CF9-87DE-7C4FB3DD37DE}" dt="2023-09-14T00:59:11.253" v="69" actId="1076"/>
          <ac:grpSpMkLst>
            <pc:docMk/>
            <pc:sldMk cId="4212173715" sldId="302"/>
            <ac:grpSpMk id="222" creationId="{45E3FF4F-7E11-860A-7181-82DAFAE09947}"/>
          </ac:grpSpMkLst>
        </pc:grpChg>
        <pc:grpChg chg="mod">
          <ac:chgData name="Wilmer Ortega Erazo" userId="19082e28a51afb61" providerId="LiveId" clId="{94990643-8E4E-4CF9-87DE-7C4FB3DD37DE}" dt="2023-09-14T00:59:11.253" v="69" actId="1076"/>
          <ac:grpSpMkLst>
            <pc:docMk/>
            <pc:sldMk cId="4212173715" sldId="302"/>
            <ac:grpSpMk id="223" creationId="{0ADEA44B-3248-42DD-F27A-ADDA9AE16F85}"/>
          </ac:grpSpMkLst>
        </pc:grpChg>
        <pc:grpChg chg="mod">
          <ac:chgData name="Wilmer Ortega Erazo" userId="19082e28a51afb61" providerId="LiveId" clId="{94990643-8E4E-4CF9-87DE-7C4FB3DD37DE}" dt="2023-09-14T00:59:11.253" v="69" actId="1076"/>
          <ac:grpSpMkLst>
            <pc:docMk/>
            <pc:sldMk cId="4212173715" sldId="302"/>
            <ac:grpSpMk id="224" creationId="{1CC92921-DBDE-1B06-4778-688D8EE914D5}"/>
          </ac:grpSpMkLst>
        </pc:grpChg>
        <pc:grpChg chg="mod">
          <ac:chgData name="Wilmer Ortega Erazo" userId="19082e28a51afb61" providerId="LiveId" clId="{94990643-8E4E-4CF9-87DE-7C4FB3DD37DE}" dt="2023-09-14T00:59:11.253" v="69" actId="1076"/>
          <ac:grpSpMkLst>
            <pc:docMk/>
            <pc:sldMk cId="4212173715" sldId="302"/>
            <ac:grpSpMk id="225" creationId="{EC40959C-41F3-FA19-B8CC-B46A0470C4A5}"/>
          </ac:grpSpMkLst>
        </pc:grpChg>
        <pc:grpChg chg="mod">
          <ac:chgData name="Wilmer Ortega Erazo" userId="19082e28a51afb61" providerId="LiveId" clId="{94990643-8E4E-4CF9-87DE-7C4FB3DD37DE}" dt="2023-09-14T00:59:11.253" v="69" actId="1076"/>
          <ac:grpSpMkLst>
            <pc:docMk/>
            <pc:sldMk cId="4212173715" sldId="302"/>
            <ac:grpSpMk id="226" creationId="{7454BD69-4C7C-C0A5-26FB-E89D59413E73}"/>
          </ac:grpSpMkLst>
        </pc:grpChg>
        <pc:grpChg chg="mod">
          <ac:chgData name="Wilmer Ortega Erazo" userId="19082e28a51afb61" providerId="LiveId" clId="{94990643-8E4E-4CF9-87DE-7C4FB3DD37DE}" dt="2023-09-14T00:59:11.253" v="69" actId="1076"/>
          <ac:grpSpMkLst>
            <pc:docMk/>
            <pc:sldMk cId="4212173715" sldId="302"/>
            <ac:grpSpMk id="227" creationId="{8CA75C8E-8CB4-8009-5396-34388C80E819}"/>
          </ac:grpSpMkLst>
        </pc:grpChg>
        <pc:grpChg chg="mod">
          <ac:chgData name="Wilmer Ortega Erazo" userId="19082e28a51afb61" providerId="LiveId" clId="{94990643-8E4E-4CF9-87DE-7C4FB3DD37DE}" dt="2023-09-14T00:59:11.253" v="69" actId="1076"/>
          <ac:grpSpMkLst>
            <pc:docMk/>
            <pc:sldMk cId="4212173715" sldId="302"/>
            <ac:grpSpMk id="228" creationId="{D44A7E7D-4E2E-9D03-4381-004CC4D868AE}"/>
          </ac:grpSpMkLst>
        </pc:grpChg>
        <pc:grpChg chg="mod">
          <ac:chgData name="Wilmer Ortega Erazo" userId="19082e28a51afb61" providerId="LiveId" clId="{94990643-8E4E-4CF9-87DE-7C4FB3DD37DE}" dt="2023-09-14T00:59:11.253" v="69" actId="1076"/>
          <ac:grpSpMkLst>
            <pc:docMk/>
            <pc:sldMk cId="4212173715" sldId="302"/>
            <ac:grpSpMk id="229" creationId="{7C848170-07D6-6794-CCB1-0532D5B69760}"/>
          </ac:grpSpMkLst>
        </pc:grpChg>
        <pc:grpChg chg="mod">
          <ac:chgData name="Wilmer Ortega Erazo" userId="19082e28a51afb61" providerId="LiveId" clId="{94990643-8E4E-4CF9-87DE-7C4FB3DD37DE}" dt="2023-09-14T00:59:11.253" v="69" actId="1076"/>
          <ac:grpSpMkLst>
            <pc:docMk/>
            <pc:sldMk cId="4212173715" sldId="302"/>
            <ac:grpSpMk id="230" creationId="{09792128-A8F7-5816-F261-4B79AB33413F}"/>
          </ac:grpSpMkLst>
        </pc:grpChg>
        <pc:grpChg chg="mod">
          <ac:chgData name="Wilmer Ortega Erazo" userId="19082e28a51afb61" providerId="LiveId" clId="{94990643-8E4E-4CF9-87DE-7C4FB3DD37DE}" dt="2023-09-14T00:59:11.253" v="69" actId="1076"/>
          <ac:grpSpMkLst>
            <pc:docMk/>
            <pc:sldMk cId="4212173715" sldId="302"/>
            <ac:grpSpMk id="231" creationId="{6E4CB56D-F7B0-8DF9-A21A-41C1D3494180}"/>
          </ac:grpSpMkLst>
        </pc:grpChg>
        <pc:grpChg chg="mod">
          <ac:chgData name="Wilmer Ortega Erazo" userId="19082e28a51afb61" providerId="LiveId" clId="{94990643-8E4E-4CF9-87DE-7C4FB3DD37DE}" dt="2023-09-14T00:59:11.253" v="69" actId="1076"/>
          <ac:grpSpMkLst>
            <pc:docMk/>
            <pc:sldMk cId="4212173715" sldId="302"/>
            <ac:grpSpMk id="232" creationId="{4001C197-8E36-5F12-D63E-2A08F5A89CB7}"/>
          </ac:grpSpMkLst>
        </pc:grpChg>
        <pc:grpChg chg="mod">
          <ac:chgData name="Wilmer Ortega Erazo" userId="19082e28a51afb61" providerId="LiveId" clId="{94990643-8E4E-4CF9-87DE-7C4FB3DD37DE}" dt="2023-09-14T00:59:11.253" v="69" actId="1076"/>
          <ac:grpSpMkLst>
            <pc:docMk/>
            <pc:sldMk cId="4212173715" sldId="302"/>
            <ac:grpSpMk id="233" creationId="{708B12EE-261D-690B-E437-4F6DAB788FBC}"/>
          </ac:grpSpMkLst>
        </pc:grpChg>
        <pc:grpChg chg="mod">
          <ac:chgData name="Wilmer Ortega Erazo" userId="19082e28a51afb61" providerId="LiveId" clId="{94990643-8E4E-4CF9-87DE-7C4FB3DD37DE}" dt="2023-09-14T00:59:11.253" v="69" actId="1076"/>
          <ac:grpSpMkLst>
            <pc:docMk/>
            <pc:sldMk cId="4212173715" sldId="302"/>
            <ac:grpSpMk id="234" creationId="{F11A69CB-45F5-3DC8-C8B6-D7F8637E9F1A}"/>
          </ac:grpSpMkLst>
        </pc:grpChg>
        <pc:grpChg chg="mod">
          <ac:chgData name="Wilmer Ortega Erazo" userId="19082e28a51afb61" providerId="LiveId" clId="{94990643-8E4E-4CF9-87DE-7C4FB3DD37DE}" dt="2023-09-14T00:59:11.253" v="69" actId="1076"/>
          <ac:grpSpMkLst>
            <pc:docMk/>
            <pc:sldMk cId="4212173715" sldId="302"/>
            <ac:grpSpMk id="235" creationId="{64588F0B-809A-45A0-FCA3-6734F6C67D05}"/>
          </ac:grpSpMkLst>
        </pc:grpChg>
        <pc:grpChg chg="mod">
          <ac:chgData name="Wilmer Ortega Erazo" userId="19082e28a51afb61" providerId="LiveId" clId="{94990643-8E4E-4CF9-87DE-7C4FB3DD37DE}" dt="2023-09-14T00:59:11.253" v="69" actId="1076"/>
          <ac:grpSpMkLst>
            <pc:docMk/>
            <pc:sldMk cId="4212173715" sldId="302"/>
            <ac:grpSpMk id="236" creationId="{306A30E3-CB63-46C4-D025-978060153514}"/>
          </ac:grpSpMkLst>
        </pc:grpChg>
        <pc:grpChg chg="mod">
          <ac:chgData name="Wilmer Ortega Erazo" userId="19082e28a51afb61" providerId="LiveId" clId="{94990643-8E4E-4CF9-87DE-7C4FB3DD37DE}" dt="2023-09-14T00:59:11.253" v="69" actId="1076"/>
          <ac:grpSpMkLst>
            <pc:docMk/>
            <pc:sldMk cId="4212173715" sldId="302"/>
            <ac:grpSpMk id="237" creationId="{0DD120BF-9BE9-8420-D315-BBB0EC83164E}"/>
          </ac:grpSpMkLst>
        </pc:grpChg>
        <pc:grpChg chg="mod">
          <ac:chgData name="Wilmer Ortega Erazo" userId="19082e28a51afb61" providerId="LiveId" clId="{94990643-8E4E-4CF9-87DE-7C4FB3DD37DE}" dt="2023-09-14T00:59:11.253" v="69" actId="1076"/>
          <ac:grpSpMkLst>
            <pc:docMk/>
            <pc:sldMk cId="4212173715" sldId="302"/>
            <ac:grpSpMk id="238" creationId="{DCAE1DFA-7615-5689-68ED-7BC91B5DF903}"/>
          </ac:grpSpMkLst>
        </pc:grpChg>
        <pc:grpChg chg="add mod">
          <ac:chgData name="Wilmer Ortega Erazo" userId="19082e28a51afb61" providerId="LiveId" clId="{94990643-8E4E-4CF9-87DE-7C4FB3DD37DE}" dt="2023-09-14T00:59:11.253" v="69" actId="1076"/>
          <ac:grpSpMkLst>
            <pc:docMk/>
            <pc:sldMk cId="4212173715" sldId="302"/>
            <ac:grpSpMk id="318" creationId="{DAC06F33-127D-6353-871A-4D67B6A38231}"/>
          </ac:grpSpMkLst>
        </pc:grpChg>
        <pc:grpChg chg="mod">
          <ac:chgData name="Wilmer Ortega Erazo" userId="19082e28a51afb61" providerId="LiveId" clId="{94990643-8E4E-4CF9-87DE-7C4FB3DD37DE}" dt="2023-09-14T00:59:11.253" v="69" actId="1076"/>
          <ac:grpSpMkLst>
            <pc:docMk/>
            <pc:sldMk cId="4212173715" sldId="302"/>
            <ac:grpSpMk id="319" creationId="{18DBFFC6-4482-73C6-8ABB-6DC70FB5DEE1}"/>
          </ac:grpSpMkLst>
        </pc:grpChg>
        <pc:grpChg chg="mod">
          <ac:chgData name="Wilmer Ortega Erazo" userId="19082e28a51afb61" providerId="LiveId" clId="{94990643-8E4E-4CF9-87DE-7C4FB3DD37DE}" dt="2023-09-14T00:59:11.253" v="69" actId="1076"/>
          <ac:grpSpMkLst>
            <pc:docMk/>
            <pc:sldMk cId="4212173715" sldId="302"/>
            <ac:grpSpMk id="320" creationId="{4A7F8E97-D449-ACDD-2F62-F180549AB04C}"/>
          </ac:grpSpMkLst>
        </pc:grpChg>
        <pc:grpChg chg="mod">
          <ac:chgData name="Wilmer Ortega Erazo" userId="19082e28a51afb61" providerId="LiveId" clId="{94990643-8E4E-4CF9-87DE-7C4FB3DD37DE}" dt="2023-09-14T00:59:11.253" v="69" actId="1076"/>
          <ac:grpSpMkLst>
            <pc:docMk/>
            <pc:sldMk cId="4212173715" sldId="302"/>
            <ac:grpSpMk id="321" creationId="{B2601A20-BD91-719F-2A3A-73D72376C466}"/>
          </ac:grpSpMkLst>
        </pc:grpChg>
        <pc:grpChg chg="mod">
          <ac:chgData name="Wilmer Ortega Erazo" userId="19082e28a51afb61" providerId="LiveId" clId="{94990643-8E4E-4CF9-87DE-7C4FB3DD37DE}" dt="2023-09-14T00:59:11.253" v="69" actId="1076"/>
          <ac:grpSpMkLst>
            <pc:docMk/>
            <pc:sldMk cId="4212173715" sldId="302"/>
            <ac:grpSpMk id="322" creationId="{EE0F5CDA-A7B6-DA88-B5EF-20D81C791DDF}"/>
          </ac:grpSpMkLst>
        </pc:grpChg>
        <pc:grpChg chg="mod">
          <ac:chgData name="Wilmer Ortega Erazo" userId="19082e28a51afb61" providerId="LiveId" clId="{94990643-8E4E-4CF9-87DE-7C4FB3DD37DE}" dt="2023-09-14T00:59:11.253" v="69" actId="1076"/>
          <ac:grpSpMkLst>
            <pc:docMk/>
            <pc:sldMk cId="4212173715" sldId="302"/>
            <ac:grpSpMk id="323" creationId="{27B26E56-73A4-56C2-ED48-9036A995C51E}"/>
          </ac:grpSpMkLst>
        </pc:grpChg>
        <pc:grpChg chg="mod">
          <ac:chgData name="Wilmer Ortega Erazo" userId="19082e28a51afb61" providerId="LiveId" clId="{94990643-8E4E-4CF9-87DE-7C4FB3DD37DE}" dt="2023-09-14T00:59:11.253" v="69" actId="1076"/>
          <ac:grpSpMkLst>
            <pc:docMk/>
            <pc:sldMk cId="4212173715" sldId="302"/>
            <ac:grpSpMk id="324" creationId="{AB38EAE4-D7C4-A144-8C14-CCB8B7D66CB3}"/>
          </ac:grpSpMkLst>
        </pc:grpChg>
        <pc:grpChg chg="mod">
          <ac:chgData name="Wilmer Ortega Erazo" userId="19082e28a51afb61" providerId="LiveId" clId="{94990643-8E4E-4CF9-87DE-7C4FB3DD37DE}" dt="2023-09-14T00:59:11.253" v="69" actId="1076"/>
          <ac:grpSpMkLst>
            <pc:docMk/>
            <pc:sldMk cId="4212173715" sldId="302"/>
            <ac:grpSpMk id="325" creationId="{BEF9C68F-6F3F-B3AB-1AB0-A6EBC39329D0}"/>
          </ac:grpSpMkLst>
        </pc:grpChg>
        <pc:grpChg chg="mod">
          <ac:chgData name="Wilmer Ortega Erazo" userId="19082e28a51afb61" providerId="LiveId" clId="{94990643-8E4E-4CF9-87DE-7C4FB3DD37DE}" dt="2023-09-14T00:59:11.253" v="69" actId="1076"/>
          <ac:grpSpMkLst>
            <pc:docMk/>
            <pc:sldMk cId="4212173715" sldId="302"/>
            <ac:grpSpMk id="326" creationId="{FA3906B4-623D-D8B8-E62D-B7644BB69DB6}"/>
          </ac:grpSpMkLst>
        </pc:grpChg>
        <pc:grpChg chg="mod">
          <ac:chgData name="Wilmer Ortega Erazo" userId="19082e28a51afb61" providerId="LiveId" clId="{94990643-8E4E-4CF9-87DE-7C4FB3DD37DE}" dt="2023-09-14T00:59:11.253" v="69" actId="1076"/>
          <ac:grpSpMkLst>
            <pc:docMk/>
            <pc:sldMk cId="4212173715" sldId="302"/>
            <ac:grpSpMk id="327" creationId="{C56CE55E-E8BC-7A59-DA90-DCAC5E41D550}"/>
          </ac:grpSpMkLst>
        </pc:grpChg>
        <pc:grpChg chg="mod">
          <ac:chgData name="Wilmer Ortega Erazo" userId="19082e28a51afb61" providerId="LiveId" clId="{94990643-8E4E-4CF9-87DE-7C4FB3DD37DE}" dt="2023-09-14T00:59:11.253" v="69" actId="1076"/>
          <ac:grpSpMkLst>
            <pc:docMk/>
            <pc:sldMk cId="4212173715" sldId="302"/>
            <ac:grpSpMk id="328" creationId="{2761C425-2CF5-C3A8-FF23-A6EA8C6924EC}"/>
          </ac:grpSpMkLst>
        </pc:grpChg>
        <pc:grpChg chg="mod">
          <ac:chgData name="Wilmer Ortega Erazo" userId="19082e28a51afb61" providerId="LiveId" clId="{94990643-8E4E-4CF9-87DE-7C4FB3DD37DE}" dt="2023-09-14T00:59:11.253" v="69" actId="1076"/>
          <ac:grpSpMkLst>
            <pc:docMk/>
            <pc:sldMk cId="4212173715" sldId="302"/>
            <ac:grpSpMk id="329" creationId="{856966B1-53E5-7810-B261-BF0B48254244}"/>
          </ac:grpSpMkLst>
        </pc:grpChg>
        <pc:grpChg chg="mod">
          <ac:chgData name="Wilmer Ortega Erazo" userId="19082e28a51afb61" providerId="LiveId" clId="{94990643-8E4E-4CF9-87DE-7C4FB3DD37DE}" dt="2023-09-14T00:59:11.253" v="69" actId="1076"/>
          <ac:grpSpMkLst>
            <pc:docMk/>
            <pc:sldMk cId="4212173715" sldId="302"/>
            <ac:grpSpMk id="330" creationId="{E75F1893-72B0-ABA1-CB7E-0CD145B0AF89}"/>
          </ac:grpSpMkLst>
        </pc:grpChg>
        <pc:grpChg chg="mod">
          <ac:chgData name="Wilmer Ortega Erazo" userId="19082e28a51afb61" providerId="LiveId" clId="{94990643-8E4E-4CF9-87DE-7C4FB3DD37DE}" dt="2023-09-14T00:59:11.253" v="69" actId="1076"/>
          <ac:grpSpMkLst>
            <pc:docMk/>
            <pc:sldMk cId="4212173715" sldId="302"/>
            <ac:grpSpMk id="331" creationId="{61EEA669-F6D0-0E13-DFDC-AD1BE9F51D55}"/>
          </ac:grpSpMkLst>
        </pc:grpChg>
        <pc:grpChg chg="mod">
          <ac:chgData name="Wilmer Ortega Erazo" userId="19082e28a51afb61" providerId="LiveId" clId="{94990643-8E4E-4CF9-87DE-7C4FB3DD37DE}" dt="2023-09-14T00:59:11.253" v="69" actId="1076"/>
          <ac:grpSpMkLst>
            <pc:docMk/>
            <pc:sldMk cId="4212173715" sldId="302"/>
            <ac:grpSpMk id="332" creationId="{843DD4AD-B3DA-E890-A545-49620CF6129B}"/>
          </ac:grpSpMkLst>
        </pc:grpChg>
        <pc:grpChg chg="mod">
          <ac:chgData name="Wilmer Ortega Erazo" userId="19082e28a51afb61" providerId="LiveId" clId="{94990643-8E4E-4CF9-87DE-7C4FB3DD37DE}" dt="2023-09-14T00:59:11.253" v="69" actId="1076"/>
          <ac:grpSpMkLst>
            <pc:docMk/>
            <pc:sldMk cId="4212173715" sldId="302"/>
            <ac:grpSpMk id="333" creationId="{F0BC9A05-0EC4-0B04-9BE2-A643B0E5474C}"/>
          </ac:grpSpMkLst>
        </pc:grpChg>
        <pc:grpChg chg="mod">
          <ac:chgData name="Wilmer Ortega Erazo" userId="19082e28a51afb61" providerId="LiveId" clId="{94990643-8E4E-4CF9-87DE-7C4FB3DD37DE}" dt="2023-09-14T00:59:11.253" v="69" actId="1076"/>
          <ac:grpSpMkLst>
            <pc:docMk/>
            <pc:sldMk cId="4212173715" sldId="302"/>
            <ac:grpSpMk id="334" creationId="{0324CA48-DE4A-379C-16E0-DEFAB263C0C1}"/>
          </ac:grpSpMkLst>
        </pc:grpChg>
        <pc:grpChg chg="mod">
          <ac:chgData name="Wilmer Ortega Erazo" userId="19082e28a51afb61" providerId="LiveId" clId="{94990643-8E4E-4CF9-87DE-7C4FB3DD37DE}" dt="2023-09-14T00:59:11.253" v="69" actId="1076"/>
          <ac:grpSpMkLst>
            <pc:docMk/>
            <pc:sldMk cId="4212173715" sldId="302"/>
            <ac:grpSpMk id="335" creationId="{152EA785-636C-48A0-FF03-D07E6C859787}"/>
          </ac:grpSpMkLst>
        </pc:grpChg>
        <pc:grpChg chg="mod">
          <ac:chgData name="Wilmer Ortega Erazo" userId="19082e28a51afb61" providerId="LiveId" clId="{94990643-8E4E-4CF9-87DE-7C4FB3DD37DE}" dt="2023-09-14T00:59:11.253" v="69" actId="1076"/>
          <ac:grpSpMkLst>
            <pc:docMk/>
            <pc:sldMk cId="4212173715" sldId="302"/>
            <ac:grpSpMk id="336" creationId="{9727ED77-A535-31FE-D22B-DF24CD69F62A}"/>
          </ac:grpSpMkLst>
        </pc:grpChg>
        <pc:grpChg chg="mod">
          <ac:chgData name="Wilmer Ortega Erazo" userId="19082e28a51afb61" providerId="LiveId" clId="{94990643-8E4E-4CF9-87DE-7C4FB3DD37DE}" dt="2023-09-14T00:59:11.253" v="69" actId="1076"/>
          <ac:grpSpMkLst>
            <pc:docMk/>
            <pc:sldMk cId="4212173715" sldId="302"/>
            <ac:grpSpMk id="337" creationId="{56111AF3-9536-D2FB-B309-765907B38F2B}"/>
          </ac:grpSpMkLst>
        </pc:grpChg>
        <pc:grpChg chg="mod">
          <ac:chgData name="Wilmer Ortega Erazo" userId="19082e28a51afb61" providerId="LiveId" clId="{94990643-8E4E-4CF9-87DE-7C4FB3DD37DE}" dt="2023-09-14T00:59:11.253" v="69" actId="1076"/>
          <ac:grpSpMkLst>
            <pc:docMk/>
            <pc:sldMk cId="4212173715" sldId="302"/>
            <ac:grpSpMk id="338" creationId="{C95B33EC-FFF7-2A58-57B4-4899CA467B95}"/>
          </ac:grpSpMkLst>
        </pc:grpChg>
        <pc:grpChg chg="mod">
          <ac:chgData name="Wilmer Ortega Erazo" userId="19082e28a51afb61" providerId="LiveId" clId="{94990643-8E4E-4CF9-87DE-7C4FB3DD37DE}" dt="2023-09-14T00:59:11.253" v="69" actId="1076"/>
          <ac:grpSpMkLst>
            <pc:docMk/>
            <pc:sldMk cId="4212173715" sldId="302"/>
            <ac:grpSpMk id="339" creationId="{3CC1C35B-44F1-F0F9-40CF-9AC7E0857CF6}"/>
          </ac:grpSpMkLst>
        </pc:grpChg>
        <pc:grpChg chg="mod">
          <ac:chgData name="Wilmer Ortega Erazo" userId="19082e28a51afb61" providerId="LiveId" clId="{94990643-8E4E-4CF9-87DE-7C4FB3DD37DE}" dt="2023-09-14T00:59:11.253" v="69" actId="1076"/>
          <ac:grpSpMkLst>
            <pc:docMk/>
            <pc:sldMk cId="4212173715" sldId="302"/>
            <ac:grpSpMk id="340" creationId="{0163F9AE-6B9D-BCFE-F78E-1018BA538BA1}"/>
          </ac:grpSpMkLst>
        </pc:grpChg>
        <pc:grpChg chg="mod">
          <ac:chgData name="Wilmer Ortega Erazo" userId="19082e28a51afb61" providerId="LiveId" clId="{94990643-8E4E-4CF9-87DE-7C4FB3DD37DE}" dt="2023-09-14T00:59:11.253" v="69" actId="1076"/>
          <ac:grpSpMkLst>
            <pc:docMk/>
            <pc:sldMk cId="4212173715" sldId="302"/>
            <ac:grpSpMk id="341" creationId="{AB1A9F25-7A24-1561-60E5-A0F8A042D512}"/>
          </ac:grpSpMkLst>
        </pc:grpChg>
        <pc:grpChg chg="mod">
          <ac:chgData name="Wilmer Ortega Erazo" userId="19082e28a51afb61" providerId="LiveId" clId="{94990643-8E4E-4CF9-87DE-7C4FB3DD37DE}" dt="2023-09-14T00:59:11.253" v="69" actId="1076"/>
          <ac:grpSpMkLst>
            <pc:docMk/>
            <pc:sldMk cId="4212173715" sldId="302"/>
            <ac:grpSpMk id="342" creationId="{19406ACB-94D6-6D1E-2330-D5000E830008}"/>
          </ac:grpSpMkLst>
        </pc:grpChg>
        <pc:grpChg chg="mod">
          <ac:chgData name="Wilmer Ortega Erazo" userId="19082e28a51afb61" providerId="LiveId" clId="{94990643-8E4E-4CF9-87DE-7C4FB3DD37DE}" dt="2023-09-14T00:59:11.253" v="69" actId="1076"/>
          <ac:grpSpMkLst>
            <pc:docMk/>
            <pc:sldMk cId="4212173715" sldId="302"/>
            <ac:grpSpMk id="343" creationId="{77175637-0119-9C60-7CC0-3B6BDCC1F105}"/>
          </ac:grpSpMkLst>
        </pc:grpChg>
      </pc:sldChg>
      <pc:sldChg chg="modSp add mod ord">
        <pc:chgData name="Wilmer Ortega Erazo" userId="19082e28a51afb61" providerId="LiveId" clId="{94990643-8E4E-4CF9-87DE-7C4FB3DD37DE}" dt="2023-09-14T01:01:52.274" v="104" actId="113"/>
        <pc:sldMkLst>
          <pc:docMk/>
          <pc:sldMk cId="1398646774" sldId="303"/>
        </pc:sldMkLst>
        <pc:spChg chg="mod">
          <ac:chgData name="Wilmer Ortega Erazo" userId="19082e28a51afb61" providerId="LiveId" clId="{94990643-8E4E-4CF9-87DE-7C4FB3DD37DE}" dt="2023-09-14T01:01:52.274" v="104" actId="113"/>
          <ac:spMkLst>
            <pc:docMk/>
            <pc:sldMk cId="1398646774" sldId="303"/>
            <ac:spMk id="4" creationId="{A29C0834-3DBC-9FB3-0E0A-F77D599198EB}"/>
          </ac:spMkLst>
        </pc:spChg>
      </pc:sldChg>
      <pc:sldChg chg="add del">
        <pc:chgData name="Wilmer Ortega Erazo" userId="19082e28a51afb61" providerId="LiveId" clId="{94990643-8E4E-4CF9-87DE-7C4FB3DD37DE}" dt="2023-09-14T00:59:31.887" v="71" actId="2696"/>
        <pc:sldMkLst>
          <pc:docMk/>
          <pc:sldMk cId="3411694048" sldId="303"/>
        </pc:sldMkLst>
      </pc:sldChg>
      <pc:sldChg chg="addSp modSp add mod">
        <pc:chgData name="Wilmer Ortega Erazo" userId="19082e28a51afb61" providerId="LiveId" clId="{94990643-8E4E-4CF9-87DE-7C4FB3DD37DE}" dt="2023-09-14T01:05:27.777" v="150" actId="1076"/>
        <pc:sldMkLst>
          <pc:docMk/>
          <pc:sldMk cId="3174243289" sldId="304"/>
        </pc:sldMkLst>
        <pc:spChg chg="add mod">
          <ac:chgData name="Wilmer Ortega Erazo" userId="19082e28a51afb61" providerId="LiveId" clId="{94990643-8E4E-4CF9-87DE-7C4FB3DD37DE}" dt="2023-09-14T01:05:27.777" v="150" actId="1076"/>
          <ac:spMkLst>
            <pc:docMk/>
            <pc:sldMk cId="3174243289" sldId="304"/>
            <ac:spMk id="3" creationId="{D51955F3-EB5E-A96F-5642-8F366E86F5B9}"/>
          </ac:spMkLst>
        </pc:spChg>
        <pc:spChg chg="mod">
          <ac:chgData name="Wilmer Ortega Erazo" userId="19082e28a51afb61" providerId="LiveId" clId="{94990643-8E4E-4CF9-87DE-7C4FB3DD37DE}" dt="2023-09-14T01:05:20.305" v="149" actId="20577"/>
          <ac:spMkLst>
            <pc:docMk/>
            <pc:sldMk cId="3174243289" sldId="304"/>
            <ac:spMk id="4" creationId="{A29C0834-3DBC-9FB3-0E0A-F77D599198EB}"/>
          </ac:spMkLst>
        </pc:spChg>
        <pc:spChg chg="add mod">
          <ac:chgData name="Wilmer Ortega Erazo" userId="19082e28a51afb61" providerId="LiveId" clId="{94990643-8E4E-4CF9-87DE-7C4FB3DD37DE}" dt="2023-09-14T01:05:27.777" v="150" actId="1076"/>
          <ac:spMkLst>
            <pc:docMk/>
            <pc:sldMk cId="3174243289" sldId="304"/>
            <ac:spMk id="6" creationId="{25F8DF31-1228-5C15-8830-797AF42836F9}"/>
          </ac:spMkLst>
        </pc:spChg>
        <pc:spChg chg="add mod">
          <ac:chgData name="Wilmer Ortega Erazo" userId="19082e28a51afb61" providerId="LiveId" clId="{94990643-8E4E-4CF9-87DE-7C4FB3DD37DE}" dt="2023-09-14T01:05:27.777" v="150" actId="1076"/>
          <ac:spMkLst>
            <pc:docMk/>
            <pc:sldMk cId="3174243289" sldId="304"/>
            <ac:spMk id="7" creationId="{69040F3D-6F64-9F7D-0C8F-F7B68FA6448E}"/>
          </ac:spMkLst>
        </pc:spChg>
        <pc:spChg chg="add mod">
          <ac:chgData name="Wilmer Ortega Erazo" userId="19082e28a51afb61" providerId="LiveId" clId="{94990643-8E4E-4CF9-87DE-7C4FB3DD37DE}" dt="2023-09-14T01:05:27.777" v="150" actId="1076"/>
          <ac:spMkLst>
            <pc:docMk/>
            <pc:sldMk cId="3174243289" sldId="304"/>
            <ac:spMk id="8" creationId="{96DF9DBA-6D3C-C170-2A43-F74227480BE0}"/>
          </ac:spMkLst>
        </pc:spChg>
        <pc:spChg chg="add mod">
          <ac:chgData name="Wilmer Ortega Erazo" userId="19082e28a51afb61" providerId="LiveId" clId="{94990643-8E4E-4CF9-87DE-7C4FB3DD37DE}" dt="2023-09-14T01:05:27.777" v="150" actId="1076"/>
          <ac:spMkLst>
            <pc:docMk/>
            <pc:sldMk cId="3174243289" sldId="304"/>
            <ac:spMk id="9" creationId="{EBBCFC6C-5A0A-4D5C-5F36-DCC5A7FE8C47}"/>
          </ac:spMkLst>
        </pc:spChg>
        <pc:spChg chg="add mod">
          <ac:chgData name="Wilmer Ortega Erazo" userId="19082e28a51afb61" providerId="LiveId" clId="{94990643-8E4E-4CF9-87DE-7C4FB3DD37DE}" dt="2023-09-14T01:05:27.777" v="150" actId="1076"/>
          <ac:spMkLst>
            <pc:docMk/>
            <pc:sldMk cId="3174243289" sldId="304"/>
            <ac:spMk id="10" creationId="{82B82693-B902-B207-4123-17049925522B}"/>
          </ac:spMkLst>
        </pc:spChg>
        <pc:graphicFrameChg chg="add mod">
          <ac:chgData name="Wilmer Ortega Erazo" userId="19082e28a51afb61" providerId="LiveId" clId="{94990643-8E4E-4CF9-87DE-7C4FB3DD37DE}" dt="2023-09-14T01:05:27.777" v="150" actId="1076"/>
          <ac:graphicFrameMkLst>
            <pc:docMk/>
            <pc:sldMk cId="3174243289" sldId="304"/>
            <ac:graphicFrameMk id="5" creationId="{73CEC3A5-E7AF-8E6A-60E4-FF81DC54B69E}"/>
          </ac:graphicFrameMkLst>
        </pc:graphicFrameChg>
      </pc:sldChg>
      <pc:sldChg chg="modSp add mod ord">
        <pc:chgData name="Wilmer Ortega Erazo" userId="19082e28a51afb61" providerId="LiveId" clId="{94990643-8E4E-4CF9-87DE-7C4FB3DD37DE}" dt="2023-09-14T01:18:38.639" v="315" actId="123"/>
        <pc:sldMkLst>
          <pc:docMk/>
          <pc:sldMk cId="2493740496" sldId="305"/>
        </pc:sldMkLst>
        <pc:spChg chg="mod">
          <ac:chgData name="Wilmer Ortega Erazo" userId="19082e28a51afb61" providerId="LiveId" clId="{94990643-8E4E-4CF9-87DE-7C4FB3DD37DE}" dt="2023-09-14T01:18:38.639" v="315" actId="123"/>
          <ac:spMkLst>
            <pc:docMk/>
            <pc:sldMk cId="2493740496" sldId="305"/>
            <ac:spMk id="4" creationId="{A29C0834-3DBC-9FB3-0E0A-F77D599198EB}"/>
          </ac:spMkLst>
        </pc:spChg>
      </pc:sldChg>
      <pc:sldChg chg="modSp add mod">
        <pc:chgData name="Wilmer Ortega Erazo" userId="19082e28a51afb61" providerId="LiveId" clId="{94990643-8E4E-4CF9-87DE-7C4FB3DD37DE}" dt="2023-09-14T01:18:25.051" v="314" actId="12"/>
        <pc:sldMkLst>
          <pc:docMk/>
          <pc:sldMk cId="483477028" sldId="306"/>
        </pc:sldMkLst>
        <pc:spChg chg="mod">
          <ac:chgData name="Wilmer Ortega Erazo" userId="19082e28a51afb61" providerId="LiveId" clId="{94990643-8E4E-4CF9-87DE-7C4FB3DD37DE}" dt="2023-09-14T01:18:25.051" v="314" actId="12"/>
          <ac:spMkLst>
            <pc:docMk/>
            <pc:sldMk cId="483477028" sldId="306"/>
            <ac:spMk id="4" creationId="{A29C0834-3DBC-9FB3-0E0A-F77D599198EB}"/>
          </ac:spMkLst>
        </pc:spChg>
      </pc:sldChg>
      <pc:sldChg chg="addSp delSp modSp add mod">
        <pc:chgData name="Wilmer Ortega Erazo" userId="19082e28a51afb61" providerId="LiveId" clId="{94990643-8E4E-4CF9-87DE-7C4FB3DD37DE}" dt="2023-09-14T01:11:36.519" v="238" actId="1076"/>
        <pc:sldMkLst>
          <pc:docMk/>
          <pc:sldMk cId="3824200280" sldId="307"/>
        </pc:sldMkLst>
        <pc:spChg chg="add mod">
          <ac:chgData name="Wilmer Ortega Erazo" userId="19082e28a51afb61" providerId="LiveId" clId="{94990643-8E4E-4CF9-87DE-7C4FB3DD37DE}" dt="2023-09-14T01:10:25.482" v="223" actId="20577"/>
          <ac:spMkLst>
            <pc:docMk/>
            <pc:sldMk cId="3824200280" sldId="307"/>
            <ac:spMk id="3" creationId="{A070FEC4-D81A-C04C-F7F9-A7498AA9BD30}"/>
          </ac:spMkLst>
        </pc:spChg>
        <pc:spChg chg="del">
          <ac:chgData name="Wilmer Ortega Erazo" userId="19082e28a51afb61" providerId="LiveId" clId="{94990643-8E4E-4CF9-87DE-7C4FB3DD37DE}" dt="2023-09-14T01:09:01.214" v="189" actId="478"/>
          <ac:spMkLst>
            <pc:docMk/>
            <pc:sldMk cId="3824200280" sldId="307"/>
            <ac:spMk id="4" creationId="{A29C0834-3DBC-9FB3-0E0A-F77D599198EB}"/>
          </ac:spMkLst>
        </pc:spChg>
        <pc:spChg chg="add mod">
          <ac:chgData name="Wilmer Ortega Erazo" userId="19082e28a51afb61" providerId="LiveId" clId="{94990643-8E4E-4CF9-87DE-7C4FB3DD37DE}" dt="2023-09-14T01:11:29.043" v="237" actId="1076"/>
          <ac:spMkLst>
            <pc:docMk/>
            <pc:sldMk cId="3824200280" sldId="307"/>
            <ac:spMk id="5" creationId="{3469E0B1-CF37-FAB5-F9D6-4D33CDA29893}"/>
          </ac:spMkLst>
        </pc:spChg>
        <pc:spChg chg="add mod">
          <ac:chgData name="Wilmer Ortega Erazo" userId="19082e28a51afb61" providerId="LiveId" clId="{94990643-8E4E-4CF9-87DE-7C4FB3DD37DE}" dt="2023-09-14T01:09:14.645" v="191" actId="1076"/>
          <ac:spMkLst>
            <pc:docMk/>
            <pc:sldMk cId="3824200280" sldId="307"/>
            <ac:spMk id="6" creationId="{9807B0CD-7939-5BB9-E0D0-D5BE2192B8FA}"/>
          </ac:spMkLst>
        </pc:spChg>
        <pc:spChg chg="add mod">
          <ac:chgData name="Wilmer Ortega Erazo" userId="19082e28a51afb61" providerId="LiveId" clId="{94990643-8E4E-4CF9-87DE-7C4FB3DD37DE}" dt="2023-09-14T01:11:36.519" v="238" actId="1076"/>
          <ac:spMkLst>
            <pc:docMk/>
            <pc:sldMk cId="3824200280" sldId="307"/>
            <ac:spMk id="7" creationId="{F8B3FD9C-70C5-8798-245B-86FD9200E0F9}"/>
          </ac:spMkLst>
        </pc:spChg>
        <pc:spChg chg="add mod">
          <ac:chgData name="Wilmer Ortega Erazo" userId="19082e28a51afb61" providerId="LiveId" clId="{94990643-8E4E-4CF9-87DE-7C4FB3DD37DE}" dt="2023-09-14T01:10:35.510" v="225" actId="14100"/>
          <ac:spMkLst>
            <pc:docMk/>
            <pc:sldMk cId="3824200280" sldId="307"/>
            <ac:spMk id="8" creationId="{D338B737-D1AB-A678-0834-C44410038A1C}"/>
          </ac:spMkLst>
        </pc:spChg>
        <pc:spChg chg="add mod">
          <ac:chgData name="Wilmer Ortega Erazo" userId="19082e28a51afb61" providerId="LiveId" clId="{94990643-8E4E-4CF9-87DE-7C4FB3DD37DE}" dt="2023-09-14T01:11:24.155" v="236" actId="1076"/>
          <ac:spMkLst>
            <pc:docMk/>
            <pc:sldMk cId="3824200280" sldId="307"/>
            <ac:spMk id="9" creationId="{06C4071D-CA29-82E7-F0F5-12045B6D4212}"/>
          </ac:spMkLst>
        </pc:spChg>
        <pc:spChg chg="add mod">
          <ac:chgData name="Wilmer Ortega Erazo" userId="19082e28a51afb61" providerId="LiveId" clId="{94990643-8E4E-4CF9-87DE-7C4FB3DD37DE}" dt="2023-09-14T01:11:14.565" v="233" actId="1076"/>
          <ac:spMkLst>
            <pc:docMk/>
            <pc:sldMk cId="3824200280" sldId="307"/>
            <ac:spMk id="10" creationId="{C13E0910-208D-967D-924A-14E8FED388C5}"/>
          </ac:spMkLst>
        </pc:spChg>
        <pc:spChg chg="add mod">
          <ac:chgData name="Wilmer Ortega Erazo" userId="19082e28a51afb61" providerId="LiveId" clId="{94990643-8E4E-4CF9-87DE-7C4FB3DD37DE}" dt="2023-09-14T01:11:02.804" v="230" actId="1076"/>
          <ac:spMkLst>
            <pc:docMk/>
            <pc:sldMk cId="3824200280" sldId="307"/>
            <ac:spMk id="11" creationId="{9F665686-027A-388D-AC1C-B3C8986D5E7F}"/>
          </ac:spMkLst>
        </pc:spChg>
      </pc:sldChg>
      <pc:sldChg chg="modSp add mod ord">
        <pc:chgData name="Wilmer Ortega Erazo" userId="19082e28a51afb61" providerId="LiveId" clId="{94990643-8E4E-4CF9-87DE-7C4FB3DD37DE}" dt="2023-09-14T01:17:50.680" v="301" actId="123"/>
        <pc:sldMkLst>
          <pc:docMk/>
          <pc:sldMk cId="3390981850" sldId="308"/>
        </pc:sldMkLst>
        <pc:spChg chg="mod">
          <ac:chgData name="Wilmer Ortega Erazo" userId="19082e28a51afb61" providerId="LiveId" clId="{94990643-8E4E-4CF9-87DE-7C4FB3DD37DE}" dt="2023-09-14T01:17:50.680" v="301" actId="123"/>
          <ac:spMkLst>
            <pc:docMk/>
            <pc:sldMk cId="3390981850" sldId="308"/>
            <ac:spMk id="4" creationId="{A29C0834-3DBC-9FB3-0E0A-F77D599198EB}"/>
          </ac:spMkLst>
        </pc:spChg>
      </pc:sldChg>
      <pc:sldChg chg="modSp add mod">
        <pc:chgData name="Wilmer Ortega Erazo" userId="19082e28a51afb61" providerId="LiveId" clId="{94990643-8E4E-4CF9-87DE-7C4FB3DD37DE}" dt="2023-09-14T01:17:45.844" v="300" actId="123"/>
        <pc:sldMkLst>
          <pc:docMk/>
          <pc:sldMk cId="3991830784" sldId="309"/>
        </pc:sldMkLst>
        <pc:spChg chg="mod">
          <ac:chgData name="Wilmer Ortega Erazo" userId="19082e28a51afb61" providerId="LiveId" clId="{94990643-8E4E-4CF9-87DE-7C4FB3DD37DE}" dt="2023-09-14T01:17:45.844" v="300" actId="123"/>
          <ac:spMkLst>
            <pc:docMk/>
            <pc:sldMk cId="3991830784" sldId="309"/>
            <ac:spMk id="4" creationId="{A29C0834-3DBC-9FB3-0E0A-F77D599198EB}"/>
          </ac:spMkLst>
        </pc:spChg>
      </pc:sldChg>
      <pc:sldChg chg="modSp add mod">
        <pc:chgData name="Wilmer Ortega Erazo" userId="19082e28a51afb61" providerId="LiveId" clId="{94990643-8E4E-4CF9-87DE-7C4FB3DD37DE}" dt="2023-09-14T01:23:10.838" v="344" actId="255"/>
        <pc:sldMkLst>
          <pc:docMk/>
          <pc:sldMk cId="4173136445" sldId="310"/>
        </pc:sldMkLst>
        <pc:spChg chg="mod">
          <ac:chgData name="Wilmer Ortega Erazo" userId="19082e28a51afb61" providerId="LiveId" clId="{94990643-8E4E-4CF9-87DE-7C4FB3DD37DE}" dt="2023-09-14T01:23:10.838" v="344" actId="255"/>
          <ac:spMkLst>
            <pc:docMk/>
            <pc:sldMk cId="4173136445" sldId="310"/>
            <ac:spMk id="4" creationId="{A29C0834-3DBC-9FB3-0E0A-F77D599198EB}"/>
          </ac:spMkLst>
        </pc:spChg>
      </pc:sldChg>
      <pc:sldChg chg="modSp add mod">
        <pc:chgData name="Wilmer Ortega Erazo" userId="19082e28a51afb61" providerId="LiveId" clId="{94990643-8E4E-4CF9-87DE-7C4FB3DD37DE}" dt="2023-09-14T01:57:27.332" v="470" actId="2711"/>
        <pc:sldMkLst>
          <pc:docMk/>
          <pc:sldMk cId="2100035186" sldId="311"/>
        </pc:sldMkLst>
        <pc:spChg chg="mod">
          <ac:chgData name="Wilmer Ortega Erazo" userId="19082e28a51afb61" providerId="LiveId" clId="{94990643-8E4E-4CF9-87DE-7C4FB3DD37DE}" dt="2023-09-14T01:57:27.332" v="470" actId="2711"/>
          <ac:spMkLst>
            <pc:docMk/>
            <pc:sldMk cId="2100035186" sldId="311"/>
            <ac:spMk id="4" creationId="{A29C0834-3DBC-9FB3-0E0A-F77D599198EB}"/>
          </ac:spMkLst>
        </pc:spChg>
      </pc:sldChg>
      <pc:sldChg chg="modSp add mod">
        <pc:chgData name="Wilmer Ortega Erazo" userId="19082e28a51afb61" providerId="LiveId" clId="{94990643-8E4E-4CF9-87DE-7C4FB3DD37DE}" dt="2023-09-14T01:57:54.545" v="473" actId="255"/>
        <pc:sldMkLst>
          <pc:docMk/>
          <pc:sldMk cId="2191080266" sldId="312"/>
        </pc:sldMkLst>
        <pc:spChg chg="mod">
          <ac:chgData name="Wilmer Ortega Erazo" userId="19082e28a51afb61" providerId="LiveId" clId="{94990643-8E4E-4CF9-87DE-7C4FB3DD37DE}" dt="2023-09-14T01:57:54.545" v="473" actId="255"/>
          <ac:spMkLst>
            <pc:docMk/>
            <pc:sldMk cId="2191080266" sldId="312"/>
            <ac:spMk id="2" creationId="{91A14A99-37E7-FD86-1156-A753F20D5A3A}"/>
          </ac:spMkLst>
        </pc:spChg>
        <pc:spChg chg="mod">
          <ac:chgData name="Wilmer Ortega Erazo" userId="19082e28a51afb61" providerId="LiveId" clId="{94990643-8E4E-4CF9-87DE-7C4FB3DD37DE}" dt="2023-09-14T01:57:20.995" v="469" actId="2711"/>
          <ac:spMkLst>
            <pc:docMk/>
            <pc:sldMk cId="2191080266" sldId="312"/>
            <ac:spMk id="4" creationId="{A29C0834-3DBC-9FB3-0E0A-F77D599198EB}"/>
          </ac:spMkLst>
        </pc:spChg>
      </pc:sldChg>
      <pc:sldChg chg="modSp add mod">
        <pc:chgData name="Wilmer Ortega Erazo" userId="19082e28a51afb61" providerId="LiveId" clId="{94990643-8E4E-4CF9-87DE-7C4FB3DD37DE}" dt="2023-09-14T01:58:01.923" v="474" actId="108"/>
        <pc:sldMkLst>
          <pc:docMk/>
          <pc:sldMk cId="3055528431" sldId="313"/>
        </pc:sldMkLst>
        <pc:spChg chg="mod">
          <ac:chgData name="Wilmer Ortega Erazo" userId="19082e28a51afb61" providerId="LiveId" clId="{94990643-8E4E-4CF9-87DE-7C4FB3DD37DE}" dt="2023-09-14T01:58:01.923" v="474" actId="108"/>
          <ac:spMkLst>
            <pc:docMk/>
            <pc:sldMk cId="3055528431" sldId="313"/>
            <ac:spMk id="2" creationId="{91A14A99-37E7-FD86-1156-A753F20D5A3A}"/>
          </ac:spMkLst>
        </pc:spChg>
        <pc:spChg chg="mod">
          <ac:chgData name="Wilmer Ortega Erazo" userId="19082e28a51afb61" providerId="LiveId" clId="{94990643-8E4E-4CF9-87DE-7C4FB3DD37DE}" dt="2023-09-14T01:57:10.648" v="468" actId="113"/>
          <ac:spMkLst>
            <pc:docMk/>
            <pc:sldMk cId="3055528431" sldId="313"/>
            <ac:spMk id="4" creationId="{A29C0834-3DBC-9FB3-0E0A-F77D599198EB}"/>
          </ac:spMkLst>
        </pc:spChg>
      </pc:sldChg>
      <pc:sldChg chg="modSp add mod">
        <pc:chgData name="Wilmer Ortega Erazo" userId="19082e28a51afb61" providerId="LiveId" clId="{94990643-8E4E-4CF9-87DE-7C4FB3DD37DE}" dt="2023-09-14T01:58:57.192" v="482" actId="207"/>
        <pc:sldMkLst>
          <pc:docMk/>
          <pc:sldMk cId="1411740308" sldId="314"/>
        </pc:sldMkLst>
        <pc:spChg chg="mod">
          <ac:chgData name="Wilmer Ortega Erazo" userId="19082e28a51afb61" providerId="LiveId" clId="{94990643-8E4E-4CF9-87DE-7C4FB3DD37DE}" dt="2023-09-14T01:58:05.676" v="475" actId="108"/>
          <ac:spMkLst>
            <pc:docMk/>
            <pc:sldMk cId="1411740308" sldId="314"/>
            <ac:spMk id="2" creationId="{91A14A99-37E7-FD86-1156-A753F20D5A3A}"/>
          </ac:spMkLst>
        </pc:spChg>
        <pc:spChg chg="mod">
          <ac:chgData name="Wilmer Ortega Erazo" userId="19082e28a51afb61" providerId="LiveId" clId="{94990643-8E4E-4CF9-87DE-7C4FB3DD37DE}" dt="2023-09-14T01:58:57.192" v="482" actId="207"/>
          <ac:spMkLst>
            <pc:docMk/>
            <pc:sldMk cId="1411740308" sldId="314"/>
            <ac:spMk id="4" creationId="{A29C0834-3DBC-9FB3-0E0A-F77D599198EB}"/>
          </ac:spMkLst>
        </pc:spChg>
      </pc:sldChg>
      <pc:sldChg chg="modSp add mod">
        <pc:chgData name="Wilmer Ortega Erazo" userId="19082e28a51afb61" providerId="LiveId" clId="{94990643-8E4E-4CF9-87DE-7C4FB3DD37DE}" dt="2023-09-14T02:04:32.486" v="560" actId="20577"/>
        <pc:sldMkLst>
          <pc:docMk/>
          <pc:sldMk cId="3199982045" sldId="315"/>
        </pc:sldMkLst>
        <pc:spChg chg="mod">
          <ac:chgData name="Wilmer Ortega Erazo" userId="19082e28a51afb61" providerId="LiveId" clId="{94990643-8E4E-4CF9-87DE-7C4FB3DD37DE}" dt="2023-09-14T02:01:38.110" v="516" actId="255"/>
          <ac:spMkLst>
            <pc:docMk/>
            <pc:sldMk cId="3199982045" sldId="315"/>
            <ac:spMk id="2" creationId="{91A14A99-37E7-FD86-1156-A753F20D5A3A}"/>
          </ac:spMkLst>
        </pc:spChg>
        <pc:spChg chg="mod">
          <ac:chgData name="Wilmer Ortega Erazo" userId="19082e28a51afb61" providerId="LiveId" clId="{94990643-8E4E-4CF9-87DE-7C4FB3DD37DE}" dt="2023-09-14T02:04:32.486" v="560" actId="20577"/>
          <ac:spMkLst>
            <pc:docMk/>
            <pc:sldMk cId="3199982045" sldId="315"/>
            <ac:spMk id="4" creationId="{A29C0834-3DBC-9FB3-0E0A-F77D599198EB}"/>
          </ac:spMkLst>
        </pc:spChg>
      </pc:sldChg>
      <pc:sldChg chg="addSp delSp modSp add del mod">
        <pc:chgData name="Wilmer Ortega Erazo" userId="19082e28a51afb61" providerId="LiveId" clId="{94990643-8E4E-4CF9-87DE-7C4FB3DD37DE}" dt="2023-09-18T21:46:16.487" v="574" actId="2696"/>
        <pc:sldMkLst>
          <pc:docMk/>
          <pc:sldMk cId="3959093443" sldId="316"/>
        </pc:sldMkLst>
        <pc:spChg chg="add mod">
          <ac:chgData name="Wilmer Ortega Erazo" userId="19082e28a51afb61" providerId="LiveId" clId="{94990643-8E4E-4CF9-87DE-7C4FB3DD37DE}" dt="2023-09-14T02:05:23.640" v="565" actId="14100"/>
          <ac:spMkLst>
            <pc:docMk/>
            <pc:sldMk cId="3959093443" sldId="316"/>
            <ac:spMk id="3" creationId="{99DF546A-0D3D-347D-CB4E-C5F059A3F8F8}"/>
          </ac:spMkLst>
        </pc:spChg>
        <pc:spChg chg="del">
          <ac:chgData name="Wilmer Ortega Erazo" userId="19082e28a51afb61" providerId="LiveId" clId="{94990643-8E4E-4CF9-87DE-7C4FB3DD37DE}" dt="2023-09-14T02:05:09.312" v="562" actId="478"/>
          <ac:spMkLst>
            <pc:docMk/>
            <pc:sldMk cId="3959093443" sldId="316"/>
            <ac:spMk id="4" creationId="{A29C0834-3DBC-9FB3-0E0A-F77D599198EB}"/>
          </ac:spMkLst>
        </pc:spChg>
        <pc:spChg chg="add mod">
          <ac:chgData name="Wilmer Ortega Erazo" userId="19082e28a51afb61" providerId="LiveId" clId="{94990643-8E4E-4CF9-87DE-7C4FB3DD37DE}" dt="2023-09-14T02:05:23.640" v="565" actId="14100"/>
          <ac:spMkLst>
            <pc:docMk/>
            <pc:sldMk cId="3959093443" sldId="316"/>
            <ac:spMk id="7" creationId="{0C962C26-BB35-2FF8-2527-258EF2FB1728}"/>
          </ac:spMkLst>
        </pc:spChg>
        <pc:graphicFrameChg chg="add mod">
          <ac:chgData name="Wilmer Ortega Erazo" userId="19082e28a51afb61" providerId="LiveId" clId="{94990643-8E4E-4CF9-87DE-7C4FB3DD37DE}" dt="2023-09-14T02:09:19.677" v="572"/>
          <ac:graphicFrameMkLst>
            <pc:docMk/>
            <pc:sldMk cId="3959093443" sldId="316"/>
            <ac:graphicFrameMk id="5" creationId="{C1964E51-33DF-8826-6E94-F4D1D6A3B912}"/>
          </ac:graphicFrameMkLst>
        </pc:graphicFrameChg>
        <pc:graphicFrameChg chg="add mod">
          <ac:chgData name="Wilmer Ortega Erazo" userId="19082e28a51afb61" providerId="LiveId" clId="{94990643-8E4E-4CF9-87DE-7C4FB3DD37DE}" dt="2023-09-14T02:09:16.213" v="571"/>
          <ac:graphicFrameMkLst>
            <pc:docMk/>
            <pc:sldMk cId="3959093443" sldId="316"/>
            <ac:graphicFrameMk id="6" creationId="{BB358B0A-DD0E-C858-ECB5-FE8B277DA2BA}"/>
          </ac:graphicFrameMkLst>
        </pc:graphicFrameChg>
      </pc:sldChg>
      <pc:sldChg chg="addSp modSp add mod">
        <pc:chgData name="Wilmer Ortega Erazo" userId="19082e28a51afb61" providerId="LiveId" clId="{94990643-8E4E-4CF9-87DE-7C4FB3DD37DE}" dt="2023-09-19T04:27:19.646" v="4082" actId="123"/>
        <pc:sldMkLst>
          <pc:docMk/>
          <pc:sldMk cId="4080923643" sldId="317"/>
        </pc:sldMkLst>
        <pc:spChg chg="mod">
          <ac:chgData name="Wilmer Ortega Erazo" userId="19082e28a51afb61" providerId="LiveId" clId="{94990643-8E4E-4CF9-87DE-7C4FB3DD37DE}" dt="2023-09-19T04:27:19.646" v="4082" actId="123"/>
          <ac:spMkLst>
            <pc:docMk/>
            <pc:sldMk cId="4080923643" sldId="317"/>
            <ac:spMk id="4" creationId="{A29C0834-3DBC-9FB3-0E0A-F77D599198EB}"/>
          </ac:spMkLst>
        </pc:spChg>
        <pc:picChg chg="add mod">
          <ac:chgData name="Wilmer Ortega Erazo" userId="19082e28a51afb61" providerId="LiveId" clId="{94990643-8E4E-4CF9-87DE-7C4FB3DD37DE}" dt="2023-09-18T22:03:33.454" v="894" actId="1076"/>
          <ac:picMkLst>
            <pc:docMk/>
            <pc:sldMk cId="4080923643" sldId="317"/>
            <ac:picMk id="5" creationId="{9965AA6B-8A87-31BC-9E77-791F6E2408DD}"/>
          </ac:picMkLst>
        </pc:picChg>
      </pc:sldChg>
      <pc:sldChg chg="addSp delSp modSp add mod">
        <pc:chgData name="Wilmer Ortega Erazo" userId="19082e28a51afb61" providerId="LiveId" clId="{94990643-8E4E-4CF9-87DE-7C4FB3DD37DE}" dt="2023-09-19T04:27:24.185" v="4083" actId="123"/>
        <pc:sldMkLst>
          <pc:docMk/>
          <pc:sldMk cId="2676643198" sldId="318"/>
        </pc:sldMkLst>
        <pc:spChg chg="mod">
          <ac:chgData name="Wilmer Ortega Erazo" userId="19082e28a51afb61" providerId="LiveId" clId="{94990643-8E4E-4CF9-87DE-7C4FB3DD37DE}" dt="2023-09-19T04:27:24.185" v="4083" actId="123"/>
          <ac:spMkLst>
            <pc:docMk/>
            <pc:sldMk cId="2676643198" sldId="318"/>
            <ac:spMk id="4" creationId="{A29C0834-3DBC-9FB3-0E0A-F77D599198EB}"/>
          </ac:spMkLst>
        </pc:spChg>
        <pc:picChg chg="del mod">
          <ac:chgData name="Wilmer Ortega Erazo" userId="19082e28a51afb61" providerId="LiveId" clId="{94990643-8E4E-4CF9-87DE-7C4FB3DD37DE}" dt="2023-09-18T22:05:37.321" v="1006" actId="478"/>
          <ac:picMkLst>
            <pc:docMk/>
            <pc:sldMk cId="2676643198" sldId="318"/>
            <ac:picMk id="5" creationId="{9965AA6B-8A87-31BC-9E77-791F6E2408DD}"/>
          </ac:picMkLst>
        </pc:picChg>
        <pc:picChg chg="add mod">
          <ac:chgData name="Wilmer Ortega Erazo" userId="19082e28a51afb61" providerId="LiveId" clId="{94990643-8E4E-4CF9-87DE-7C4FB3DD37DE}" dt="2023-09-18T22:07:40.940" v="1146" actId="14100"/>
          <ac:picMkLst>
            <pc:docMk/>
            <pc:sldMk cId="2676643198" sldId="318"/>
            <ac:picMk id="6" creationId="{BCCEFE54-ADA2-5D8C-2EA2-D23DC151E36E}"/>
          </ac:picMkLst>
        </pc:picChg>
      </pc:sldChg>
      <pc:sldChg chg="addSp delSp modSp add mod">
        <pc:chgData name="Wilmer Ortega Erazo" userId="19082e28a51afb61" providerId="LiveId" clId="{94990643-8E4E-4CF9-87DE-7C4FB3DD37DE}" dt="2023-09-19T04:27:36.019" v="4085" actId="123"/>
        <pc:sldMkLst>
          <pc:docMk/>
          <pc:sldMk cId="311752650" sldId="319"/>
        </pc:sldMkLst>
        <pc:spChg chg="mod">
          <ac:chgData name="Wilmer Ortega Erazo" userId="19082e28a51afb61" providerId="LiveId" clId="{94990643-8E4E-4CF9-87DE-7C4FB3DD37DE}" dt="2023-09-19T04:27:36.019" v="4085" actId="123"/>
          <ac:spMkLst>
            <pc:docMk/>
            <pc:sldMk cId="311752650" sldId="319"/>
            <ac:spMk id="4" creationId="{A29C0834-3DBC-9FB3-0E0A-F77D599198EB}"/>
          </ac:spMkLst>
        </pc:spChg>
        <pc:picChg chg="add mod">
          <ac:chgData name="Wilmer Ortega Erazo" userId="19082e28a51afb61" providerId="LiveId" clId="{94990643-8E4E-4CF9-87DE-7C4FB3DD37DE}" dt="2023-09-18T22:21:02.484" v="1726" actId="14100"/>
          <ac:picMkLst>
            <pc:docMk/>
            <pc:sldMk cId="311752650" sldId="319"/>
            <ac:picMk id="5" creationId="{2BA3009F-8411-9273-4870-0706BFF062E3}"/>
          </ac:picMkLst>
        </pc:picChg>
        <pc:picChg chg="del">
          <ac:chgData name="Wilmer Ortega Erazo" userId="19082e28a51afb61" providerId="LiveId" clId="{94990643-8E4E-4CF9-87DE-7C4FB3DD37DE}" dt="2023-09-18T22:12:21.794" v="1359" actId="478"/>
          <ac:picMkLst>
            <pc:docMk/>
            <pc:sldMk cId="311752650" sldId="319"/>
            <ac:picMk id="6" creationId="{BCCEFE54-ADA2-5D8C-2EA2-D23DC151E36E}"/>
          </ac:picMkLst>
        </pc:picChg>
      </pc:sldChg>
      <pc:sldChg chg="addSp delSp modSp add mod">
        <pc:chgData name="Wilmer Ortega Erazo" userId="19082e28a51afb61" providerId="LiveId" clId="{94990643-8E4E-4CF9-87DE-7C4FB3DD37DE}" dt="2023-09-19T04:27:57.228" v="4086" actId="2711"/>
        <pc:sldMkLst>
          <pc:docMk/>
          <pc:sldMk cId="3222143272" sldId="320"/>
        </pc:sldMkLst>
        <pc:spChg chg="mod">
          <ac:chgData name="Wilmer Ortega Erazo" userId="19082e28a51afb61" providerId="LiveId" clId="{94990643-8E4E-4CF9-87DE-7C4FB3DD37DE}" dt="2023-09-19T04:27:57.228" v="4086" actId="2711"/>
          <ac:spMkLst>
            <pc:docMk/>
            <pc:sldMk cId="3222143272" sldId="320"/>
            <ac:spMk id="4" creationId="{A29C0834-3DBC-9FB3-0E0A-F77D599198EB}"/>
          </ac:spMkLst>
        </pc:spChg>
        <pc:picChg chg="del">
          <ac:chgData name="Wilmer Ortega Erazo" userId="19082e28a51afb61" providerId="LiveId" clId="{94990643-8E4E-4CF9-87DE-7C4FB3DD37DE}" dt="2023-09-19T03:16:24.446" v="1728" actId="478"/>
          <ac:picMkLst>
            <pc:docMk/>
            <pc:sldMk cId="3222143272" sldId="320"/>
            <ac:picMk id="5" creationId="{2BA3009F-8411-9273-4870-0706BFF062E3}"/>
          </ac:picMkLst>
        </pc:picChg>
        <pc:picChg chg="add mod">
          <ac:chgData name="Wilmer Ortega Erazo" userId="19082e28a51afb61" providerId="LiveId" clId="{94990643-8E4E-4CF9-87DE-7C4FB3DD37DE}" dt="2023-09-19T03:20:22.168" v="1901" actId="1076"/>
          <ac:picMkLst>
            <pc:docMk/>
            <pc:sldMk cId="3222143272" sldId="320"/>
            <ac:picMk id="6" creationId="{376978CB-8DEA-8F59-9F02-6BEEBD9E6392}"/>
          </ac:picMkLst>
        </pc:picChg>
      </pc:sldChg>
      <pc:sldChg chg="addSp delSp modSp add mod">
        <pc:chgData name="Wilmer Ortega Erazo" userId="19082e28a51afb61" providerId="LiveId" clId="{94990643-8E4E-4CF9-87DE-7C4FB3DD37DE}" dt="2023-09-19T04:28:11.531" v="4089" actId="123"/>
        <pc:sldMkLst>
          <pc:docMk/>
          <pc:sldMk cId="100266501" sldId="321"/>
        </pc:sldMkLst>
        <pc:spChg chg="mod">
          <ac:chgData name="Wilmer Ortega Erazo" userId="19082e28a51afb61" providerId="LiveId" clId="{94990643-8E4E-4CF9-87DE-7C4FB3DD37DE}" dt="2023-09-19T04:28:11.531" v="4089" actId="123"/>
          <ac:spMkLst>
            <pc:docMk/>
            <pc:sldMk cId="100266501" sldId="321"/>
            <ac:spMk id="4" creationId="{A29C0834-3DBC-9FB3-0E0A-F77D599198EB}"/>
          </ac:spMkLst>
        </pc:spChg>
        <pc:picChg chg="add mod">
          <ac:chgData name="Wilmer Ortega Erazo" userId="19082e28a51afb61" providerId="LiveId" clId="{94990643-8E4E-4CF9-87DE-7C4FB3DD37DE}" dt="2023-09-19T03:27:34.916" v="2084" actId="1076"/>
          <ac:picMkLst>
            <pc:docMk/>
            <pc:sldMk cId="100266501" sldId="321"/>
            <ac:picMk id="5" creationId="{9BCDF1E7-A784-C99A-7740-707B30C0CDC1}"/>
          </ac:picMkLst>
        </pc:picChg>
        <pc:picChg chg="del">
          <ac:chgData name="Wilmer Ortega Erazo" userId="19082e28a51afb61" providerId="LiveId" clId="{94990643-8E4E-4CF9-87DE-7C4FB3DD37DE}" dt="2023-09-19T03:21:43.071" v="1903" actId="478"/>
          <ac:picMkLst>
            <pc:docMk/>
            <pc:sldMk cId="100266501" sldId="321"/>
            <ac:picMk id="6" creationId="{376978CB-8DEA-8F59-9F02-6BEEBD9E6392}"/>
          </ac:picMkLst>
        </pc:picChg>
      </pc:sldChg>
      <pc:sldChg chg="addSp delSp modSp add mod">
        <pc:chgData name="Wilmer Ortega Erazo" userId="19082e28a51afb61" providerId="LiveId" clId="{94990643-8E4E-4CF9-87DE-7C4FB3DD37DE}" dt="2023-09-19T04:28:18.489" v="4090" actId="123"/>
        <pc:sldMkLst>
          <pc:docMk/>
          <pc:sldMk cId="454617296" sldId="322"/>
        </pc:sldMkLst>
        <pc:spChg chg="mod">
          <ac:chgData name="Wilmer Ortega Erazo" userId="19082e28a51afb61" providerId="LiveId" clId="{94990643-8E4E-4CF9-87DE-7C4FB3DD37DE}" dt="2023-09-19T04:28:18.489" v="4090" actId="123"/>
          <ac:spMkLst>
            <pc:docMk/>
            <pc:sldMk cId="454617296" sldId="322"/>
            <ac:spMk id="4" creationId="{A29C0834-3DBC-9FB3-0E0A-F77D599198EB}"/>
          </ac:spMkLst>
        </pc:spChg>
        <pc:picChg chg="del">
          <ac:chgData name="Wilmer Ortega Erazo" userId="19082e28a51afb61" providerId="LiveId" clId="{94990643-8E4E-4CF9-87DE-7C4FB3DD37DE}" dt="2023-09-19T03:29:20.002" v="2086" actId="478"/>
          <ac:picMkLst>
            <pc:docMk/>
            <pc:sldMk cId="454617296" sldId="322"/>
            <ac:picMk id="5" creationId="{9BCDF1E7-A784-C99A-7740-707B30C0CDC1}"/>
          </ac:picMkLst>
        </pc:picChg>
        <pc:picChg chg="add mod">
          <ac:chgData name="Wilmer Ortega Erazo" userId="19082e28a51afb61" providerId="LiveId" clId="{94990643-8E4E-4CF9-87DE-7C4FB3DD37DE}" dt="2023-09-19T03:42:41.876" v="2409" actId="1076"/>
          <ac:picMkLst>
            <pc:docMk/>
            <pc:sldMk cId="454617296" sldId="322"/>
            <ac:picMk id="6" creationId="{819A11E5-159E-6828-03CD-5BADFD69DF42}"/>
          </ac:picMkLst>
        </pc:picChg>
      </pc:sldChg>
      <pc:sldChg chg="addSp delSp modSp add mod">
        <pc:chgData name="Wilmer Ortega Erazo" userId="19082e28a51afb61" providerId="LiveId" clId="{94990643-8E4E-4CF9-87DE-7C4FB3DD37DE}" dt="2023-09-19T04:28:23.822" v="4092" actId="1076"/>
        <pc:sldMkLst>
          <pc:docMk/>
          <pc:sldMk cId="386398042" sldId="323"/>
        </pc:sldMkLst>
        <pc:spChg chg="mod">
          <ac:chgData name="Wilmer Ortega Erazo" userId="19082e28a51afb61" providerId="LiveId" clId="{94990643-8E4E-4CF9-87DE-7C4FB3DD37DE}" dt="2023-09-19T04:28:23.822" v="4092" actId="1076"/>
          <ac:spMkLst>
            <pc:docMk/>
            <pc:sldMk cId="386398042" sldId="323"/>
            <ac:spMk id="4" creationId="{A29C0834-3DBC-9FB3-0E0A-F77D599198EB}"/>
          </ac:spMkLst>
        </pc:spChg>
        <pc:picChg chg="add mod">
          <ac:chgData name="Wilmer Ortega Erazo" userId="19082e28a51afb61" providerId="LiveId" clId="{94990643-8E4E-4CF9-87DE-7C4FB3DD37DE}" dt="2023-09-19T03:43:42.861" v="2415" actId="1076"/>
          <ac:picMkLst>
            <pc:docMk/>
            <pc:sldMk cId="386398042" sldId="323"/>
            <ac:picMk id="5" creationId="{8622CB4B-5B5C-758C-E4DA-39498579D826}"/>
          </ac:picMkLst>
        </pc:picChg>
        <pc:picChg chg="del">
          <ac:chgData name="Wilmer Ortega Erazo" userId="19082e28a51afb61" providerId="LiveId" clId="{94990643-8E4E-4CF9-87DE-7C4FB3DD37DE}" dt="2023-09-19T03:43:34.412" v="2411" actId="478"/>
          <ac:picMkLst>
            <pc:docMk/>
            <pc:sldMk cId="386398042" sldId="323"/>
            <ac:picMk id="6" creationId="{819A11E5-159E-6828-03CD-5BADFD69DF42}"/>
          </ac:picMkLst>
        </pc:picChg>
      </pc:sldChg>
      <pc:sldChg chg="addSp delSp modSp add mod ord">
        <pc:chgData name="Wilmer Ortega Erazo" userId="19082e28a51afb61" providerId="LiveId" clId="{94990643-8E4E-4CF9-87DE-7C4FB3DD37DE}" dt="2023-09-19T04:28:40.559" v="4093" actId="123"/>
        <pc:sldMkLst>
          <pc:docMk/>
          <pc:sldMk cId="3930966444" sldId="324"/>
        </pc:sldMkLst>
        <pc:spChg chg="mod">
          <ac:chgData name="Wilmer Ortega Erazo" userId="19082e28a51afb61" providerId="LiveId" clId="{94990643-8E4E-4CF9-87DE-7C4FB3DD37DE}" dt="2023-09-19T04:25:33.628" v="4073" actId="2711"/>
          <ac:spMkLst>
            <pc:docMk/>
            <pc:sldMk cId="3930966444" sldId="324"/>
            <ac:spMk id="4" creationId="{A29C0834-3DBC-9FB3-0E0A-F77D599198EB}"/>
          </ac:spMkLst>
        </pc:spChg>
        <pc:spChg chg="add del mod">
          <ac:chgData name="Wilmer Ortega Erazo" userId="19082e28a51afb61" providerId="LiveId" clId="{94990643-8E4E-4CF9-87DE-7C4FB3DD37DE}" dt="2023-09-19T03:53:54.597" v="2470"/>
          <ac:spMkLst>
            <pc:docMk/>
            <pc:sldMk cId="3930966444" sldId="324"/>
            <ac:spMk id="7" creationId="{B6593129-4AE1-F765-D59C-40A30AC882F3}"/>
          </ac:spMkLst>
        </pc:spChg>
        <pc:spChg chg="add mod">
          <ac:chgData name="Wilmer Ortega Erazo" userId="19082e28a51afb61" providerId="LiveId" clId="{94990643-8E4E-4CF9-87DE-7C4FB3DD37DE}" dt="2023-09-19T04:28:40.559" v="4093" actId="123"/>
          <ac:spMkLst>
            <pc:docMk/>
            <pc:sldMk cId="3930966444" sldId="324"/>
            <ac:spMk id="8" creationId="{9BB1B317-CA90-E36B-CD49-4AA503EB36B9}"/>
          </ac:spMkLst>
        </pc:spChg>
        <pc:spChg chg="add mod">
          <ac:chgData name="Wilmer Ortega Erazo" userId="19082e28a51afb61" providerId="LiveId" clId="{94990643-8E4E-4CF9-87DE-7C4FB3DD37DE}" dt="2023-09-19T03:58:36.617" v="2749" actId="20577"/>
          <ac:spMkLst>
            <pc:docMk/>
            <pc:sldMk cId="3930966444" sldId="324"/>
            <ac:spMk id="11" creationId="{329B9794-0D56-1C75-7B8E-EAD67A76DEDA}"/>
          </ac:spMkLst>
        </pc:spChg>
        <pc:picChg chg="add mod">
          <ac:chgData name="Wilmer Ortega Erazo" userId="19082e28a51afb61" providerId="LiveId" clId="{94990643-8E4E-4CF9-87DE-7C4FB3DD37DE}" dt="2023-09-19T03:57:17.155" v="2621" actId="1076"/>
          <ac:picMkLst>
            <pc:docMk/>
            <pc:sldMk cId="3930966444" sldId="324"/>
            <ac:picMk id="5" creationId="{D044DBAD-126F-C961-E533-E94CDB4AD9D7}"/>
          </ac:picMkLst>
        </pc:picChg>
        <pc:picChg chg="del">
          <ac:chgData name="Wilmer Ortega Erazo" userId="19082e28a51afb61" providerId="LiveId" clId="{94990643-8E4E-4CF9-87DE-7C4FB3DD37DE}" dt="2023-09-19T03:52:24.741" v="2464" actId="478"/>
          <ac:picMkLst>
            <pc:docMk/>
            <pc:sldMk cId="3930966444" sldId="324"/>
            <ac:picMk id="6" creationId="{819A11E5-159E-6828-03CD-5BADFD69DF42}"/>
          </ac:picMkLst>
        </pc:picChg>
        <pc:picChg chg="add mod">
          <ac:chgData name="Wilmer Ortega Erazo" userId="19082e28a51afb61" providerId="LiveId" clId="{94990643-8E4E-4CF9-87DE-7C4FB3DD37DE}" dt="2023-09-19T03:57:35.800" v="2628" actId="1076"/>
          <ac:picMkLst>
            <pc:docMk/>
            <pc:sldMk cId="3930966444" sldId="324"/>
            <ac:picMk id="10" creationId="{C22CE398-D06D-389E-323B-B42B34B757A4}"/>
          </ac:picMkLst>
        </pc:picChg>
        <pc:picChg chg="add mod">
          <ac:chgData name="Wilmer Ortega Erazo" userId="19082e28a51afb61" providerId="LiveId" clId="{94990643-8E4E-4CF9-87DE-7C4FB3DD37DE}" dt="2023-09-19T03:58:48.974" v="2751" actId="1076"/>
          <ac:picMkLst>
            <pc:docMk/>
            <pc:sldMk cId="3930966444" sldId="324"/>
            <ac:picMk id="13" creationId="{85B7C29C-B3DB-6310-6DD9-AF7C7E617698}"/>
          </ac:picMkLst>
        </pc:picChg>
      </pc:sldChg>
      <pc:sldChg chg="addSp delSp modSp add mod">
        <pc:chgData name="Wilmer Ortega Erazo" userId="19082e28a51afb61" providerId="LiveId" clId="{94990643-8E4E-4CF9-87DE-7C4FB3DD37DE}" dt="2023-09-19T04:01:34.109" v="2796" actId="14100"/>
        <pc:sldMkLst>
          <pc:docMk/>
          <pc:sldMk cId="3169525786" sldId="325"/>
        </pc:sldMkLst>
        <pc:spChg chg="mod">
          <ac:chgData name="Wilmer Ortega Erazo" userId="19082e28a51afb61" providerId="LiveId" clId="{94990643-8E4E-4CF9-87DE-7C4FB3DD37DE}" dt="2023-09-19T04:00:39.909" v="2784" actId="20577"/>
          <ac:spMkLst>
            <pc:docMk/>
            <pc:sldMk cId="3169525786" sldId="325"/>
            <ac:spMk id="4" creationId="{A29C0834-3DBC-9FB3-0E0A-F77D599198EB}"/>
          </ac:spMkLst>
        </pc:spChg>
        <pc:spChg chg="del">
          <ac:chgData name="Wilmer Ortega Erazo" userId="19082e28a51afb61" providerId="LiveId" clId="{94990643-8E4E-4CF9-87DE-7C4FB3DD37DE}" dt="2023-09-19T04:00:29.637" v="2756" actId="478"/>
          <ac:spMkLst>
            <pc:docMk/>
            <pc:sldMk cId="3169525786" sldId="325"/>
            <ac:spMk id="8" creationId="{9BB1B317-CA90-E36B-CD49-4AA503EB36B9}"/>
          </ac:spMkLst>
        </pc:spChg>
        <pc:spChg chg="del">
          <ac:chgData name="Wilmer Ortega Erazo" userId="19082e28a51afb61" providerId="LiveId" clId="{94990643-8E4E-4CF9-87DE-7C4FB3DD37DE}" dt="2023-09-19T04:00:26.935" v="2754" actId="478"/>
          <ac:spMkLst>
            <pc:docMk/>
            <pc:sldMk cId="3169525786" sldId="325"/>
            <ac:spMk id="11" creationId="{329B9794-0D56-1C75-7B8E-EAD67A76DEDA}"/>
          </ac:spMkLst>
        </pc:spChg>
        <pc:picChg chg="del">
          <ac:chgData name="Wilmer Ortega Erazo" userId="19082e28a51afb61" providerId="LiveId" clId="{94990643-8E4E-4CF9-87DE-7C4FB3DD37DE}" dt="2023-09-19T04:00:30.989" v="2757" actId="478"/>
          <ac:picMkLst>
            <pc:docMk/>
            <pc:sldMk cId="3169525786" sldId="325"/>
            <ac:picMk id="5" creationId="{D044DBAD-126F-C961-E533-E94CDB4AD9D7}"/>
          </ac:picMkLst>
        </pc:picChg>
        <pc:picChg chg="add mod">
          <ac:chgData name="Wilmer Ortega Erazo" userId="19082e28a51afb61" providerId="LiveId" clId="{94990643-8E4E-4CF9-87DE-7C4FB3DD37DE}" dt="2023-09-19T04:01:34.109" v="2796" actId="14100"/>
          <ac:picMkLst>
            <pc:docMk/>
            <pc:sldMk cId="3169525786" sldId="325"/>
            <ac:picMk id="6" creationId="{F16365BD-9035-F2D3-67EB-9A87DE9BDBCC}"/>
          </ac:picMkLst>
        </pc:picChg>
        <pc:picChg chg="add mod">
          <ac:chgData name="Wilmer Ortega Erazo" userId="19082e28a51afb61" providerId="LiveId" clId="{94990643-8E4E-4CF9-87DE-7C4FB3DD37DE}" dt="2023-09-19T04:01:31.294" v="2795" actId="1076"/>
          <ac:picMkLst>
            <pc:docMk/>
            <pc:sldMk cId="3169525786" sldId="325"/>
            <ac:picMk id="9" creationId="{D7114A93-5EAD-EDEF-937B-FD6156993D6D}"/>
          </ac:picMkLst>
        </pc:picChg>
        <pc:picChg chg="del">
          <ac:chgData name="Wilmer Ortega Erazo" userId="19082e28a51afb61" providerId="LiveId" clId="{94990643-8E4E-4CF9-87DE-7C4FB3DD37DE}" dt="2023-09-19T04:00:27.829" v="2755" actId="478"/>
          <ac:picMkLst>
            <pc:docMk/>
            <pc:sldMk cId="3169525786" sldId="325"/>
            <ac:picMk id="10" creationId="{C22CE398-D06D-389E-323B-B42B34B757A4}"/>
          </ac:picMkLst>
        </pc:picChg>
        <pc:picChg chg="del">
          <ac:chgData name="Wilmer Ortega Erazo" userId="19082e28a51afb61" providerId="LiveId" clId="{94990643-8E4E-4CF9-87DE-7C4FB3DD37DE}" dt="2023-09-19T04:00:25.541" v="2753" actId="478"/>
          <ac:picMkLst>
            <pc:docMk/>
            <pc:sldMk cId="3169525786" sldId="325"/>
            <ac:picMk id="13" creationId="{85B7C29C-B3DB-6310-6DD9-AF7C7E617698}"/>
          </ac:picMkLst>
        </pc:picChg>
      </pc:sldChg>
      <pc:sldChg chg="addSp delSp modSp add mod ord">
        <pc:chgData name="Wilmer Ortega Erazo" userId="19082e28a51afb61" providerId="LiveId" clId="{94990643-8E4E-4CF9-87DE-7C4FB3DD37DE}" dt="2023-09-19T04:29:28.287" v="4101" actId="20577"/>
        <pc:sldMkLst>
          <pc:docMk/>
          <pc:sldMk cId="3192899345" sldId="326"/>
        </pc:sldMkLst>
        <pc:spChg chg="mod">
          <ac:chgData name="Wilmer Ortega Erazo" userId="19082e28a51afb61" providerId="LiveId" clId="{94990643-8E4E-4CF9-87DE-7C4FB3DD37DE}" dt="2023-09-19T04:29:28.287" v="4101" actId="20577"/>
          <ac:spMkLst>
            <pc:docMk/>
            <pc:sldMk cId="3192899345" sldId="326"/>
            <ac:spMk id="4" creationId="{A29C0834-3DBC-9FB3-0E0A-F77D599198EB}"/>
          </ac:spMkLst>
        </pc:spChg>
        <pc:spChg chg="del">
          <ac:chgData name="Wilmer Ortega Erazo" userId="19082e28a51afb61" providerId="LiveId" clId="{94990643-8E4E-4CF9-87DE-7C4FB3DD37DE}" dt="2023-09-19T04:05:34.931" v="2829" actId="478"/>
          <ac:spMkLst>
            <pc:docMk/>
            <pc:sldMk cId="3192899345" sldId="326"/>
            <ac:spMk id="8" creationId="{9BB1B317-CA90-E36B-CD49-4AA503EB36B9}"/>
          </ac:spMkLst>
        </pc:spChg>
        <pc:spChg chg="del">
          <ac:chgData name="Wilmer Ortega Erazo" userId="19082e28a51afb61" providerId="LiveId" clId="{94990643-8E4E-4CF9-87DE-7C4FB3DD37DE}" dt="2023-09-19T04:05:32.565" v="2827" actId="478"/>
          <ac:spMkLst>
            <pc:docMk/>
            <pc:sldMk cId="3192899345" sldId="326"/>
            <ac:spMk id="11" creationId="{329B9794-0D56-1C75-7B8E-EAD67A76DEDA}"/>
          </ac:spMkLst>
        </pc:spChg>
        <pc:picChg chg="del">
          <ac:chgData name="Wilmer Ortega Erazo" userId="19082e28a51afb61" providerId="LiveId" clId="{94990643-8E4E-4CF9-87DE-7C4FB3DD37DE}" dt="2023-09-19T04:05:35.893" v="2830" actId="478"/>
          <ac:picMkLst>
            <pc:docMk/>
            <pc:sldMk cId="3192899345" sldId="326"/>
            <ac:picMk id="5" creationId="{D044DBAD-126F-C961-E533-E94CDB4AD9D7}"/>
          </ac:picMkLst>
        </pc:picChg>
        <pc:picChg chg="add mod">
          <ac:chgData name="Wilmer Ortega Erazo" userId="19082e28a51afb61" providerId="LiveId" clId="{94990643-8E4E-4CF9-87DE-7C4FB3DD37DE}" dt="2023-09-19T04:29:20.862" v="4098" actId="1076"/>
          <ac:picMkLst>
            <pc:docMk/>
            <pc:sldMk cId="3192899345" sldId="326"/>
            <ac:picMk id="6" creationId="{67557298-F4DD-4F11-94B0-4B83051F4E38}"/>
          </ac:picMkLst>
        </pc:picChg>
        <pc:picChg chg="add mod">
          <ac:chgData name="Wilmer Ortega Erazo" userId="19082e28a51afb61" providerId="LiveId" clId="{94990643-8E4E-4CF9-87DE-7C4FB3DD37DE}" dt="2023-09-19T04:09:25.982" v="3061" actId="1076"/>
          <ac:picMkLst>
            <pc:docMk/>
            <pc:sldMk cId="3192899345" sldId="326"/>
            <ac:picMk id="9" creationId="{8939DE73-4F69-8875-6FD6-1EDCEF6D4805}"/>
          </ac:picMkLst>
        </pc:picChg>
        <pc:picChg chg="del">
          <ac:chgData name="Wilmer Ortega Erazo" userId="19082e28a51afb61" providerId="LiveId" clId="{94990643-8E4E-4CF9-87DE-7C4FB3DD37DE}" dt="2023-09-19T04:05:33.413" v="2828" actId="478"/>
          <ac:picMkLst>
            <pc:docMk/>
            <pc:sldMk cId="3192899345" sldId="326"/>
            <ac:picMk id="10" creationId="{C22CE398-D06D-389E-323B-B42B34B757A4}"/>
          </ac:picMkLst>
        </pc:picChg>
        <pc:picChg chg="del">
          <ac:chgData name="Wilmer Ortega Erazo" userId="19082e28a51afb61" providerId="LiveId" clId="{94990643-8E4E-4CF9-87DE-7C4FB3DD37DE}" dt="2023-09-19T04:05:31.392" v="2826" actId="478"/>
          <ac:picMkLst>
            <pc:docMk/>
            <pc:sldMk cId="3192899345" sldId="326"/>
            <ac:picMk id="13" creationId="{85B7C29C-B3DB-6310-6DD9-AF7C7E617698}"/>
          </ac:picMkLst>
        </pc:picChg>
      </pc:sldChg>
      <pc:sldChg chg="delSp modSp add mod">
        <pc:chgData name="Wilmer Ortega Erazo" userId="19082e28a51afb61" providerId="LiveId" clId="{94990643-8E4E-4CF9-87DE-7C4FB3DD37DE}" dt="2023-09-19T04:29:41.130" v="4103" actId="123"/>
        <pc:sldMkLst>
          <pc:docMk/>
          <pc:sldMk cId="489716390" sldId="327"/>
        </pc:sldMkLst>
        <pc:spChg chg="mod">
          <ac:chgData name="Wilmer Ortega Erazo" userId="19082e28a51afb61" providerId="LiveId" clId="{94990643-8E4E-4CF9-87DE-7C4FB3DD37DE}" dt="2023-09-19T04:29:41.130" v="4103" actId="123"/>
          <ac:spMkLst>
            <pc:docMk/>
            <pc:sldMk cId="489716390" sldId="327"/>
            <ac:spMk id="4" creationId="{A29C0834-3DBC-9FB3-0E0A-F77D599198EB}"/>
          </ac:spMkLst>
        </pc:spChg>
        <pc:picChg chg="del">
          <ac:chgData name="Wilmer Ortega Erazo" userId="19082e28a51afb61" providerId="LiveId" clId="{94990643-8E4E-4CF9-87DE-7C4FB3DD37DE}" dt="2023-09-19T04:13:35.877" v="3103" actId="478"/>
          <ac:picMkLst>
            <pc:docMk/>
            <pc:sldMk cId="489716390" sldId="327"/>
            <ac:picMk id="6" creationId="{67557298-F4DD-4F11-94B0-4B83051F4E38}"/>
          </ac:picMkLst>
        </pc:picChg>
        <pc:picChg chg="del">
          <ac:chgData name="Wilmer Ortega Erazo" userId="19082e28a51afb61" providerId="LiveId" clId="{94990643-8E4E-4CF9-87DE-7C4FB3DD37DE}" dt="2023-09-19T04:13:36.828" v="3104" actId="478"/>
          <ac:picMkLst>
            <pc:docMk/>
            <pc:sldMk cId="489716390" sldId="327"/>
            <ac:picMk id="9" creationId="{8939DE73-4F69-8875-6FD6-1EDCEF6D4805}"/>
          </ac:picMkLst>
        </pc:picChg>
      </pc:sldChg>
      <pc:sldChg chg="modSp add mod">
        <pc:chgData name="Wilmer Ortega Erazo" userId="19082e28a51afb61" providerId="LiveId" clId="{94990643-8E4E-4CF9-87DE-7C4FB3DD37DE}" dt="2023-09-19T04:36:04.789" v="4628" actId="14100"/>
        <pc:sldMkLst>
          <pc:docMk/>
          <pc:sldMk cId="4151778330" sldId="328"/>
        </pc:sldMkLst>
        <pc:spChg chg="mod">
          <ac:chgData name="Wilmer Ortega Erazo" userId="19082e28a51afb61" providerId="LiveId" clId="{94990643-8E4E-4CF9-87DE-7C4FB3DD37DE}" dt="2023-09-19T04:36:04.789" v="4628" actId="14100"/>
          <ac:spMkLst>
            <pc:docMk/>
            <pc:sldMk cId="4151778330" sldId="328"/>
            <ac:spMk id="4" creationId="{A29C0834-3DBC-9FB3-0E0A-F77D599198EB}"/>
          </ac:spMkLst>
        </pc:spChg>
      </pc:sldChg>
      <pc:sldChg chg="addSp modSp add mod">
        <pc:chgData name="Wilmer Ortega Erazo" userId="19082e28a51afb61" providerId="LiveId" clId="{94990643-8E4E-4CF9-87DE-7C4FB3DD37DE}" dt="2023-09-19T04:44:56.920" v="4831" actId="1076"/>
        <pc:sldMkLst>
          <pc:docMk/>
          <pc:sldMk cId="950599006" sldId="329"/>
        </pc:sldMkLst>
        <pc:spChg chg="mod">
          <ac:chgData name="Wilmer Ortega Erazo" userId="19082e28a51afb61" providerId="LiveId" clId="{94990643-8E4E-4CF9-87DE-7C4FB3DD37DE}" dt="2023-09-19T04:44:19.975" v="4828" actId="20577"/>
          <ac:spMkLst>
            <pc:docMk/>
            <pc:sldMk cId="950599006" sldId="329"/>
            <ac:spMk id="4" creationId="{A29C0834-3DBC-9FB3-0E0A-F77D599198EB}"/>
          </ac:spMkLst>
        </pc:spChg>
        <pc:picChg chg="add mod">
          <ac:chgData name="Wilmer Ortega Erazo" userId="19082e28a51afb61" providerId="LiveId" clId="{94990643-8E4E-4CF9-87DE-7C4FB3DD37DE}" dt="2023-09-19T04:44:56.920" v="4831" actId="1076"/>
          <ac:picMkLst>
            <pc:docMk/>
            <pc:sldMk cId="950599006" sldId="329"/>
            <ac:picMk id="8" creationId="{7CA2898E-3EA9-E3F1-6628-DC44D166E28F}"/>
          </ac:picMkLst>
        </pc:picChg>
        <pc:cxnChg chg="add mod">
          <ac:chgData name="Wilmer Ortega Erazo" userId="19082e28a51afb61" providerId="LiveId" clId="{94990643-8E4E-4CF9-87DE-7C4FB3DD37DE}" dt="2023-09-19T04:42:46.748" v="4708" actId="1076"/>
          <ac:cxnSpMkLst>
            <pc:docMk/>
            <pc:sldMk cId="950599006" sldId="329"/>
            <ac:cxnSpMk id="5" creationId="{0CFB5B08-5F59-0927-D8A5-E5C619B9A19D}"/>
          </ac:cxnSpMkLst>
        </pc:cxnChg>
      </pc:sldChg>
      <pc:sldChg chg="addSp delSp modSp add mod">
        <pc:chgData name="Wilmer Ortega Erazo" userId="19082e28a51afb61" providerId="LiveId" clId="{94990643-8E4E-4CF9-87DE-7C4FB3DD37DE}" dt="2023-09-19T04:54:51.385" v="5283" actId="1076"/>
        <pc:sldMkLst>
          <pc:docMk/>
          <pc:sldMk cId="2182126900" sldId="330"/>
        </pc:sldMkLst>
        <pc:spChg chg="mod">
          <ac:chgData name="Wilmer Ortega Erazo" userId="19082e28a51afb61" providerId="LiveId" clId="{94990643-8E4E-4CF9-87DE-7C4FB3DD37DE}" dt="2023-09-19T04:52:45.636" v="5279" actId="5793"/>
          <ac:spMkLst>
            <pc:docMk/>
            <pc:sldMk cId="2182126900" sldId="330"/>
            <ac:spMk id="4" creationId="{A29C0834-3DBC-9FB3-0E0A-F77D599198EB}"/>
          </ac:spMkLst>
        </pc:spChg>
        <pc:picChg chg="del">
          <ac:chgData name="Wilmer Ortega Erazo" userId="19082e28a51afb61" providerId="LiveId" clId="{94990643-8E4E-4CF9-87DE-7C4FB3DD37DE}" dt="2023-09-19T04:52:00.912" v="5180" actId="478"/>
          <ac:picMkLst>
            <pc:docMk/>
            <pc:sldMk cId="2182126900" sldId="330"/>
            <ac:picMk id="8" creationId="{7CA2898E-3EA9-E3F1-6628-DC44D166E28F}"/>
          </ac:picMkLst>
        </pc:picChg>
        <pc:picChg chg="add mod">
          <ac:chgData name="Wilmer Ortega Erazo" userId="19082e28a51afb61" providerId="LiveId" clId="{94990643-8E4E-4CF9-87DE-7C4FB3DD37DE}" dt="2023-09-19T04:54:51.385" v="5283" actId="1076"/>
          <ac:picMkLst>
            <pc:docMk/>
            <pc:sldMk cId="2182126900" sldId="330"/>
            <ac:picMk id="9" creationId="{5EF678D8-5182-1E37-D451-C3DA995C298C}"/>
          </ac:picMkLst>
        </pc:picChg>
        <pc:cxnChg chg="del">
          <ac:chgData name="Wilmer Ortega Erazo" userId="19082e28a51afb61" providerId="LiveId" clId="{94990643-8E4E-4CF9-87DE-7C4FB3DD37DE}" dt="2023-09-19T04:47:01.651" v="4846" actId="478"/>
          <ac:cxnSpMkLst>
            <pc:docMk/>
            <pc:sldMk cId="2182126900" sldId="330"/>
            <ac:cxnSpMk id="5" creationId="{0CFB5B08-5F59-0927-D8A5-E5C619B9A19D}"/>
          </ac:cxnSpMkLst>
        </pc:cxnChg>
        <pc:cxnChg chg="add mod">
          <ac:chgData name="Wilmer Ortega Erazo" userId="19082e28a51afb61" providerId="LiveId" clId="{94990643-8E4E-4CF9-87DE-7C4FB3DD37DE}" dt="2023-09-19T04:48:21.232" v="4909" actId="13822"/>
          <ac:cxnSpMkLst>
            <pc:docMk/>
            <pc:sldMk cId="2182126900" sldId="330"/>
            <ac:cxnSpMk id="6" creationId="{728725CE-C062-73AA-A4F9-2DC0123FEA7C}"/>
          </ac:cxnSpMkLst>
        </pc:cxnChg>
      </pc:sldChg>
      <pc:sldChg chg="delSp modSp add mod">
        <pc:chgData name="Wilmer Ortega Erazo" userId="19082e28a51afb61" providerId="LiveId" clId="{94990643-8E4E-4CF9-87DE-7C4FB3DD37DE}" dt="2023-09-19T05:15:54.024" v="5832" actId="20577"/>
        <pc:sldMkLst>
          <pc:docMk/>
          <pc:sldMk cId="1530406308" sldId="331"/>
        </pc:sldMkLst>
        <pc:spChg chg="mod">
          <ac:chgData name="Wilmer Ortega Erazo" userId="19082e28a51afb61" providerId="LiveId" clId="{94990643-8E4E-4CF9-87DE-7C4FB3DD37DE}" dt="2023-09-19T05:15:54.024" v="5832" actId="20577"/>
          <ac:spMkLst>
            <pc:docMk/>
            <pc:sldMk cId="1530406308" sldId="331"/>
            <ac:spMk id="4" creationId="{A29C0834-3DBC-9FB3-0E0A-F77D599198EB}"/>
          </ac:spMkLst>
        </pc:spChg>
        <pc:picChg chg="del">
          <ac:chgData name="Wilmer Ortega Erazo" userId="19082e28a51afb61" providerId="LiveId" clId="{94990643-8E4E-4CF9-87DE-7C4FB3DD37DE}" dt="2023-09-19T04:58:24.927" v="5285" actId="478"/>
          <ac:picMkLst>
            <pc:docMk/>
            <pc:sldMk cId="1530406308" sldId="331"/>
            <ac:picMk id="9" creationId="{5EF678D8-5182-1E37-D451-C3DA995C298C}"/>
          </ac:picMkLst>
        </pc:picChg>
        <pc:cxnChg chg="del">
          <ac:chgData name="Wilmer Ortega Erazo" userId="19082e28a51afb61" providerId="LiveId" clId="{94990643-8E4E-4CF9-87DE-7C4FB3DD37DE}" dt="2023-09-19T05:00:31.262" v="5304" actId="478"/>
          <ac:cxnSpMkLst>
            <pc:docMk/>
            <pc:sldMk cId="1530406308" sldId="331"/>
            <ac:cxnSpMk id="6" creationId="{728725CE-C062-73AA-A4F9-2DC0123FEA7C}"/>
          </ac:cxnSpMkLst>
        </pc:cxnChg>
      </pc:sldChg>
      <pc:sldChg chg="delSp modSp add mod">
        <pc:chgData name="Wilmer Ortega Erazo" userId="19082e28a51afb61" providerId="LiveId" clId="{94990643-8E4E-4CF9-87DE-7C4FB3DD37DE}" dt="2023-09-19T05:07:02.120" v="5625" actId="255"/>
        <pc:sldMkLst>
          <pc:docMk/>
          <pc:sldMk cId="2658430548" sldId="332"/>
        </pc:sldMkLst>
        <pc:spChg chg="mod">
          <ac:chgData name="Wilmer Ortega Erazo" userId="19082e28a51afb61" providerId="LiveId" clId="{94990643-8E4E-4CF9-87DE-7C4FB3DD37DE}" dt="2023-09-19T05:07:02.120" v="5625" actId="255"/>
          <ac:spMkLst>
            <pc:docMk/>
            <pc:sldMk cId="2658430548" sldId="332"/>
            <ac:spMk id="4" creationId="{A29C0834-3DBC-9FB3-0E0A-F77D599198EB}"/>
          </ac:spMkLst>
        </pc:spChg>
        <pc:picChg chg="del">
          <ac:chgData name="Wilmer Ortega Erazo" userId="19082e28a51afb61" providerId="LiveId" clId="{94990643-8E4E-4CF9-87DE-7C4FB3DD37DE}" dt="2023-09-19T05:04:26.928" v="5420" actId="478"/>
          <ac:picMkLst>
            <pc:docMk/>
            <pc:sldMk cId="2658430548" sldId="332"/>
            <ac:picMk id="9" creationId="{5EF678D8-5182-1E37-D451-C3DA995C298C}"/>
          </ac:picMkLst>
        </pc:picChg>
        <pc:cxnChg chg="del">
          <ac:chgData name="Wilmer Ortega Erazo" userId="19082e28a51afb61" providerId="LiveId" clId="{94990643-8E4E-4CF9-87DE-7C4FB3DD37DE}" dt="2023-09-19T05:02:51.110" v="5378" actId="478"/>
          <ac:cxnSpMkLst>
            <pc:docMk/>
            <pc:sldMk cId="2658430548" sldId="332"/>
            <ac:cxnSpMk id="6" creationId="{728725CE-C062-73AA-A4F9-2DC0123FEA7C}"/>
          </ac:cxnSpMkLst>
        </pc:cxnChg>
      </pc:sldChg>
      <pc:sldChg chg="addSp delSp modSp add mod ord">
        <pc:chgData name="Wilmer Ortega Erazo" userId="19082e28a51afb61" providerId="LiveId" clId="{94990643-8E4E-4CF9-87DE-7C4FB3DD37DE}" dt="2023-09-19T05:12:56.921" v="5831" actId="1076"/>
        <pc:sldMkLst>
          <pc:docMk/>
          <pc:sldMk cId="634442229" sldId="333"/>
        </pc:sldMkLst>
        <pc:spChg chg="mod">
          <ac:chgData name="Wilmer Ortega Erazo" userId="19082e28a51afb61" providerId="LiveId" clId="{94990643-8E4E-4CF9-87DE-7C4FB3DD37DE}" dt="2023-09-19T05:11:13.682" v="5825" actId="20577"/>
          <ac:spMkLst>
            <pc:docMk/>
            <pc:sldMk cId="634442229" sldId="333"/>
            <ac:spMk id="4" creationId="{A29C0834-3DBC-9FB3-0E0A-F77D599198EB}"/>
          </ac:spMkLst>
        </pc:spChg>
        <pc:picChg chg="add mod">
          <ac:chgData name="Wilmer Ortega Erazo" userId="19082e28a51afb61" providerId="LiveId" clId="{94990643-8E4E-4CF9-87DE-7C4FB3DD37DE}" dt="2023-09-19T05:12:56.921" v="5831" actId="1076"/>
          <ac:picMkLst>
            <pc:docMk/>
            <pc:sldMk cId="634442229" sldId="333"/>
            <ac:picMk id="5" creationId="{43257F2B-500A-1407-C71C-01B50405940B}"/>
          </ac:picMkLst>
        </pc:picChg>
        <pc:picChg chg="del">
          <ac:chgData name="Wilmer Ortega Erazo" userId="19082e28a51afb61" providerId="LiveId" clId="{94990643-8E4E-4CF9-87DE-7C4FB3DD37DE}" dt="2023-09-19T05:07:16.146" v="5629" actId="478"/>
          <ac:picMkLst>
            <pc:docMk/>
            <pc:sldMk cId="634442229" sldId="333"/>
            <ac:picMk id="9" creationId="{5EF678D8-5182-1E37-D451-C3DA995C298C}"/>
          </ac:picMkLst>
        </pc:picChg>
        <pc:cxnChg chg="del">
          <ac:chgData name="Wilmer Ortega Erazo" userId="19082e28a51afb61" providerId="LiveId" clId="{94990643-8E4E-4CF9-87DE-7C4FB3DD37DE}" dt="2023-09-19T05:09:05.249" v="5652" actId="478"/>
          <ac:cxnSpMkLst>
            <pc:docMk/>
            <pc:sldMk cId="634442229" sldId="333"/>
            <ac:cxnSpMk id="6" creationId="{728725CE-C062-73AA-A4F9-2DC0123FEA7C}"/>
          </ac:cxnSpMkLst>
        </pc:cxnChg>
      </pc:sldChg>
      <pc:sldChg chg="addSp delSp modSp add mod">
        <pc:chgData name="Wilmer Ortega Erazo" userId="19082e28a51afb61" providerId="LiveId" clId="{94990643-8E4E-4CF9-87DE-7C4FB3DD37DE}" dt="2023-09-19T05:25:16.430" v="5958" actId="20577"/>
        <pc:sldMkLst>
          <pc:docMk/>
          <pc:sldMk cId="1656004892" sldId="334"/>
        </pc:sldMkLst>
        <pc:spChg chg="add mod">
          <ac:chgData name="Wilmer Ortega Erazo" userId="19082e28a51afb61" providerId="LiveId" clId="{94990643-8E4E-4CF9-87DE-7C4FB3DD37DE}" dt="2023-09-19T05:24:34.332" v="5929" actId="27636"/>
          <ac:spMkLst>
            <pc:docMk/>
            <pc:sldMk cId="1656004892" sldId="334"/>
            <ac:spMk id="3" creationId="{37B4DB73-5D1B-85E7-7BEF-74327D13EB7F}"/>
          </ac:spMkLst>
        </pc:spChg>
        <pc:spChg chg="del mod">
          <ac:chgData name="Wilmer Ortega Erazo" userId="19082e28a51afb61" providerId="LiveId" clId="{94990643-8E4E-4CF9-87DE-7C4FB3DD37DE}" dt="2023-09-19T05:16:11.376" v="5835" actId="478"/>
          <ac:spMkLst>
            <pc:docMk/>
            <pc:sldMk cId="1656004892" sldId="334"/>
            <ac:spMk id="4" creationId="{A29C0834-3DBC-9FB3-0E0A-F77D599198EB}"/>
          </ac:spMkLst>
        </pc:spChg>
        <pc:spChg chg="mod">
          <ac:chgData name="Wilmer Ortega Erazo" userId="19082e28a51afb61" providerId="LiveId" clId="{94990643-8E4E-4CF9-87DE-7C4FB3DD37DE}" dt="2023-09-19T05:24:18.602" v="5924" actId="1076"/>
          <ac:spMkLst>
            <pc:docMk/>
            <pc:sldMk cId="1656004892" sldId="334"/>
            <ac:spMk id="6" creationId="{67557586-9E97-CEE3-34F3-BE9BC2FA0605}"/>
          </ac:spMkLst>
        </pc:spChg>
        <pc:spChg chg="mod">
          <ac:chgData name="Wilmer Ortega Erazo" userId="19082e28a51afb61" providerId="LiveId" clId="{94990643-8E4E-4CF9-87DE-7C4FB3DD37DE}" dt="2023-09-19T05:25:16.430" v="5958" actId="20577"/>
          <ac:spMkLst>
            <pc:docMk/>
            <pc:sldMk cId="1656004892" sldId="334"/>
            <ac:spMk id="7" creationId="{80EFB5E9-E451-9268-A910-2B1F80ABDB8B}"/>
          </ac:spMkLst>
        </pc:spChg>
        <pc:grpChg chg="add mod">
          <ac:chgData name="Wilmer Ortega Erazo" userId="19082e28a51afb61" providerId="LiveId" clId="{94990643-8E4E-4CF9-87DE-7C4FB3DD37DE}" dt="2023-09-19T05:24:18.602" v="5924" actId="1076"/>
          <ac:grpSpMkLst>
            <pc:docMk/>
            <pc:sldMk cId="1656004892" sldId="334"/>
            <ac:grpSpMk id="5" creationId="{C312F2B0-B996-873E-B28A-69432277C514}"/>
          </ac:grpSpMkLst>
        </pc:grpChg>
      </pc:sldChg>
      <pc:sldChg chg="modSp add mod ord">
        <pc:chgData name="Wilmer Ortega Erazo" userId="19082e28a51afb61" providerId="LiveId" clId="{94990643-8E4E-4CF9-87DE-7C4FB3DD37DE}" dt="2023-09-19T05:18:53.809" v="5864" actId="790"/>
        <pc:sldMkLst>
          <pc:docMk/>
          <pc:sldMk cId="2332564257" sldId="335"/>
        </pc:sldMkLst>
        <pc:spChg chg="mod">
          <ac:chgData name="Wilmer Ortega Erazo" userId="19082e28a51afb61" providerId="LiveId" clId="{94990643-8E4E-4CF9-87DE-7C4FB3DD37DE}" dt="2023-09-19T05:18:53.809" v="5864" actId="790"/>
          <ac:spMkLst>
            <pc:docMk/>
            <pc:sldMk cId="2332564257" sldId="335"/>
            <ac:spMk id="4" creationId="{A29C0834-3DBC-9FB3-0E0A-F77D599198EB}"/>
          </ac:spMkLst>
        </pc:spChg>
      </pc:sldChg>
      <pc:sldChg chg="modSp add mod">
        <pc:chgData name="Wilmer Ortega Erazo" userId="19082e28a51afb61" providerId="LiveId" clId="{94990643-8E4E-4CF9-87DE-7C4FB3DD37DE}" dt="2023-09-19T05:21:49.280" v="5906" actId="20577"/>
        <pc:sldMkLst>
          <pc:docMk/>
          <pc:sldMk cId="1030916952" sldId="336"/>
        </pc:sldMkLst>
        <pc:spChg chg="mod">
          <ac:chgData name="Wilmer Ortega Erazo" userId="19082e28a51afb61" providerId="LiveId" clId="{94990643-8E4E-4CF9-87DE-7C4FB3DD37DE}" dt="2023-09-19T05:21:49.280" v="5906" actId="20577"/>
          <ac:spMkLst>
            <pc:docMk/>
            <pc:sldMk cId="1030916952" sldId="336"/>
            <ac:spMk id="4" creationId="{A29C0834-3DBC-9FB3-0E0A-F77D599198EB}"/>
          </ac:spMkLst>
        </pc:spChg>
      </pc:sldChg>
      <pc:sldChg chg="modSp add mod">
        <pc:chgData name="Wilmer Ortega Erazo" userId="19082e28a51afb61" providerId="LiveId" clId="{94990643-8E4E-4CF9-87DE-7C4FB3DD37DE}" dt="2023-09-19T05:23:33.583" v="5916" actId="11"/>
        <pc:sldMkLst>
          <pc:docMk/>
          <pc:sldMk cId="1746969026" sldId="337"/>
        </pc:sldMkLst>
        <pc:spChg chg="mod">
          <ac:chgData name="Wilmer Ortega Erazo" userId="19082e28a51afb61" providerId="LiveId" clId="{94990643-8E4E-4CF9-87DE-7C4FB3DD37DE}" dt="2023-09-19T05:23:33.583" v="5916" actId="11"/>
          <ac:spMkLst>
            <pc:docMk/>
            <pc:sldMk cId="1746969026" sldId="337"/>
            <ac:spMk id="4" creationId="{A29C0834-3DBC-9FB3-0E0A-F77D599198EB}"/>
          </ac:spMkLst>
        </pc:spChg>
      </pc:sldChg>
      <pc:sldChg chg="modSp add mod">
        <pc:chgData name="Wilmer Ortega Erazo" userId="19082e28a51afb61" providerId="LiveId" clId="{94990643-8E4E-4CF9-87DE-7C4FB3DD37DE}" dt="2023-09-19T05:23:56.947" v="5920" actId="11"/>
        <pc:sldMkLst>
          <pc:docMk/>
          <pc:sldMk cId="347407109" sldId="338"/>
        </pc:sldMkLst>
        <pc:spChg chg="mod">
          <ac:chgData name="Wilmer Ortega Erazo" userId="19082e28a51afb61" providerId="LiveId" clId="{94990643-8E4E-4CF9-87DE-7C4FB3DD37DE}" dt="2023-09-19T05:23:56.947" v="5920" actId="11"/>
          <ac:spMkLst>
            <pc:docMk/>
            <pc:sldMk cId="347407109" sldId="338"/>
            <ac:spMk id="4" creationId="{A29C0834-3DBC-9FB3-0E0A-F77D599198EB}"/>
          </ac:spMkLst>
        </pc:spChg>
      </pc:sldChg>
    </pc:docChg>
  </pc:docChgLst>
  <pc:docChgLst>
    <pc:chgData name="Wilmer Ortega Erazo" userId="19082e28a51afb61" providerId="LiveId" clId="{865003FC-1581-41DD-AA89-35FD4BC3E962}"/>
    <pc:docChg chg="undo custSel addSld modSld">
      <pc:chgData name="Wilmer Ortega Erazo" userId="19082e28a51afb61" providerId="LiveId" clId="{865003FC-1581-41DD-AA89-35FD4BC3E962}" dt="2023-08-28T02:26:26.873" v="158" actId="1440"/>
      <pc:docMkLst>
        <pc:docMk/>
      </pc:docMkLst>
      <pc:sldChg chg="addSp delSp modSp add mod">
        <pc:chgData name="Wilmer Ortega Erazo" userId="19082e28a51afb61" providerId="LiveId" clId="{865003FC-1581-41DD-AA89-35FD4BC3E962}" dt="2023-08-28T02:12:10.465" v="118" actId="1076"/>
        <pc:sldMkLst>
          <pc:docMk/>
          <pc:sldMk cId="1414673962" sldId="261"/>
        </pc:sldMkLst>
        <pc:spChg chg="mod">
          <ac:chgData name="Wilmer Ortega Erazo" userId="19082e28a51afb61" providerId="LiveId" clId="{865003FC-1581-41DD-AA89-35FD4BC3E962}" dt="2023-08-28T01:55:01.994" v="11" actId="1076"/>
          <ac:spMkLst>
            <pc:docMk/>
            <pc:sldMk cId="1414673962" sldId="261"/>
            <ac:spMk id="2" creationId="{91A14A99-37E7-FD86-1156-A753F20D5A3A}"/>
          </ac:spMkLst>
        </pc:spChg>
        <pc:spChg chg="mod">
          <ac:chgData name="Wilmer Ortega Erazo" userId="19082e28a51afb61" providerId="LiveId" clId="{865003FC-1581-41DD-AA89-35FD4BC3E962}" dt="2023-08-28T02:12:10.465" v="118" actId="1076"/>
          <ac:spMkLst>
            <pc:docMk/>
            <pc:sldMk cId="1414673962" sldId="261"/>
            <ac:spMk id="4" creationId="{A29C0834-3DBC-9FB3-0E0A-F77D599198EB}"/>
          </ac:spMkLst>
        </pc:spChg>
        <pc:picChg chg="del">
          <ac:chgData name="Wilmer Ortega Erazo" userId="19082e28a51afb61" providerId="LiveId" clId="{865003FC-1581-41DD-AA89-35FD4BC3E962}" dt="2023-08-28T01:55:11.334" v="12" actId="478"/>
          <ac:picMkLst>
            <pc:docMk/>
            <pc:sldMk cId="1414673962" sldId="261"/>
            <ac:picMk id="5" creationId="{F56745AA-55D0-EEB6-4053-9F575DF1C10E}"/>
          </ac:picMkLst>
        </pc:picChg>
        <pc:picChg chg="add mod">
          <ac:chgData name="Wilmer Ortega Erazo" userId="19082e28a51afb61" providerId="LiveId" clId="{865003FC-1581-41DD-AA89-35FD4BC3E962}" dt="2023-08-28T02:11:49.088" v="116" actId="1440"/>
          <ac:picMkLst>
            <pc:docMk/>
            <pc:sldMk cId="1414673962" sldId="261"/>
            <ac:picMk id="6" creationId="{2E7470FF-733C-24AD-3104-A69EC926A476}"/>
          </ac:picMkLst>
        </pc:picChg>
        <pc:picChg chg="add mod">
          <ac:chgData name="Wilmer Ortega Erazo" userId="19082e28a51afb61" providerId="LiveId" clId="{865003FC-1581-41DD-AA89-35FD4BC3E962}" dt="2023-08-28T02:12:03.706" v="117" actId="1440"/>
          <ac:picMkLst>
            <pc:docMk/>
            <pc:sldMk cId="1414673962" sldId="261"/>
            <ac:picMk id="8" creationId="{8D10AC4D-D07F-B96F-9EEE-93BADDB46BEC}"/>
          </ac:picMkLst>
        </pc:picChg>
        <pc:picChg chg="del">
          <ac:chgData name="Wilmer Ortega Erazo" userId="19082e28a51afb61" providerId="LiveId" clId="{865003FC-1581-41DD-AA89-35FD4BC3E962}" dt="2023-08-28T01:55:11.804" v="13" actId="478"/>
          <ac:picMkLst>
            <pc:docMk/>
            <pc:sldMk cId="1414673962" sldId="261"/>
            <ac:picMk id="9" creationId="{9B113F48-7B98-C193-3564-65A8EF5F4BEB}"/>
          </ac:picMkLst>
        </pc:picChg>
      </pc:sldChg>
      <pc:sldChg chg="addSp delSp modSp add mod">
        <pc:chgData name="Wilmer Ortega Erazo" userId="19082e28a51afb61" providerId="LiveId" clId="{865003FC-1581-41DD-AA89-35FD4BC3E962}" dt="2023-08-28T02:17:54.780" v="128" actId="1440"/>
        <pc:sldMkLst>
          <pc:docMk/>
          <pc:sldMk cId="2927838113" sldId="262"/>
        </pc:sldMkLst>
        <pc:spChg chg="mod">
          <ac:chgData name="Wilmer Ortega Erazo" userId="19082e28a51afb61" providerId="LiveId" clId="{865003FC-1581-41DD-AA89-35FD4BC3E962}" dt="2023-08-28T02:04:00.749" v="105" actId="20577"/>
          <ac:spMkLst>
            <pc:docMk/>
            <pc:sldMk cId="2927838113" sldId="262"/>
            <ac:spMk id="4" creationId="{A29C0834-3DBC-9FB3-0E0A-F77D599198EB}"/>
          </ac:spMkLst>
        </pc:spChg>
        <pc:picChg chg="add mod">
          <ac:chgData name="Wilmer Ortega Erazo" userId="19082e28a51afb61" providerId="LiveId" clId="{865003FC-1581-41DD-AA89-35FD4BC3E962}" dt="2023-08-28T02:17:52.209" v="127" actId="1440"/>
          <ac:picMkLst>
            <pc:docMk/>
            <pc:sldMk cId="2927838113" sldId="262"/>
            <ac:picMk id="5" creationId="{FCFAF5DD-2955-0F0D-463E-5E731A4CCFE6}"/>
          </ac:picMkLst>
        </pc:picChg>
        <pc:picChg chg="add del">
          <ac:chgData name="Wilmer Ortega Erazo" userId="19082e28a51afb61" providerId="LiveId" clId="{865003FC-1581-41DD-AA89-35FD4BC3E962}" dt="2023-08-28T02:17:21.343" v="123" actId="22"/>
          <ac:picMkLst>
            <pc:docMk/>
            <pc:sldMk cId="2927838113" sldId="262"/>
            <ac:picMk id="7" creationId="{86399246-F669-27EB-389E-6566E542143F}"/>
          </ac:picMkLst>
        </pc:picChg>
        <pc:picChg chg="add mod">
          <ac:chgData name="Wilmer Ortega Erazo" userId="19082e28a51afb61" providerId="LiveId" clId="{865003FC-1581-41DD-AA89-35FD4BC3E962}" dt="2023-08-28T02:17:54.780" v="128" actId="1440"/>
          <ac:picMkLst>
            <pc:docMk/>
            <pc:sldMk cId="2927838113" sldId="262"/>
            <ac:picMk id="1026" creationId="{E97E9200-6E24-3337-5795-CD2DA8378E04}"/>
          </ac:picMkLst>
        </pc:picChg>
      </pc:sldChg>
      <pc:sldChg chg="addSp delSp modSp add mod">
        <pc:chgData name="Wilmer Ortega Erazo" userId="19082e28a51afb61" providerId="LiveId" clId="{865003FC-1581-41DD-AA89-35FD4BC3E962}" dt="2023-08-28T02:26:26.873" v="158" actId="1440"/>
        <pc:sldMkLst>
          <pc:docMk/>
          <pc:sldMk cId="2948409753" sldId="263"/>
        </pc:sldMkLst>
        <pc:spChg chg="mod">
          <ac:chgData name="Wilmer Ortega Erazo" userId="19082e28a51afb61" providerId="LiveId" clId="{865003FC-1581-41DD-AA89-35FD4BC3E962}" dt="2023-08-28T02:18:24.574" v="131" actId="255"/>
          <ac:spMkLst>
            <pc:docMk/>
            <pc:sldMk cId="2948409753" sldId="263"/>
            <ac:spMk id="2" creationId="{91A14A99-37E7-FD86-1156-A753F20D5A3A}"/>
          </ac:spMkLst>
        </pc:spChg>
        <pc:spChg chg="mod">
          <ac:chgData name="Wilmer Ortega Erazo" userId="19082e28a51afb61" providerId="LiveId" clId="{865003FC-1581-41DD-AA89-35FD4BC3E962}" dt="2023-08-28T02:19:59.330" v="143"/>
          <ac:spMkLst>
            <pc:docMk/>
            <pc:sldMk cId="2948409753" sldId="263"/>
            <ac:spMk id="4" creationId="{A29C0834-3DBC-9FB3-0E0A-F77D599198EB}"/>
          </ac:spMkLst>
        </pc:spChg>
        <pc:picChg chg="del">
          <ac:chgData name="Wilmer Ortega Erazo" userId="19082e28a51afb61" providerId="LiveId" clId="{865003FC-1581-41DD-AA89-35FD4BC3E962}" dt="2023-08-28T02:18:27.824" v="132" actId="478"/>
          <ac:picMkLst>
            <pc:docMk/>
            <pc:sldMk cId="2948409753" sldId="263"/>
            <ac:picMk id="5" creationId="{FCFAF5DD-2955-0F0D-463E-5E731A4CCFE6}"/>
          </ac:picMkLst>
        </pc:picChg>
        <pc:picChg chg="add mod">
          <ac:chgData name="Wilmer Ortega Erazo" userId="19082e28a51afb61" providerId="LiveId" clId="{865003FC-1581-41DD-AA89-35FD4BC3E962}" dt="2023-08-28T02:26:01.490" v="157" actId="1440"/>
          <ac:picMkLst>
            <pc:docMk/>
            <pc:sldMk cId="2948409753" sldId="263"/>
            <ac:picMk id="6" creationId="{B933694F-943A-473B-B49F-8904BBF93E16}"/>
          </ac:picMkLst>
        </pc:picChg>
        <pc:picChg chg="del">
          <ac:chgData name="Wilmer Ortega Erazo" userId="19082e28a51afb61" providerId="LiveId" clId="{865003FC-1581-41DD-AA89-35FD4BC3E962}" dt="2023-08-28T02:18:27.824" v="132" actId="478"/>
          <ac:picMkLst>
            <pc:docMk/>
            <pc:sldMk cId="2948409753" sldId="263"/>
            <ac:picMk id="1026" creationId="{E97E9200-6E24-3337-5795-CD2DA8378E04}"/>
          </ac:picMkLst>
        </pc:picChg>
        <pc:picChg chg="add mod">
          <ac:chgData name="Wilmer Ortega Erazo" userId="19082e28a51afb61" providerId="LiveId" clId="{865003FC-1581-41DD-AA89-35FD4BC3E962}" dt="2023-08-28T02:26:26.873" v="158" actId="1440"/>
          <ac:picMkLst>
            <pc:docMk/>
            <pc:sldMk cId="2948409753" sldId="263"/>
            <ac:picMk id="2050" creationId="{F4540764-72E5-99A1-FD86-AB0E6F7D3421}"/>
          </ac:picMkLst>
        </pc:picChg>
      </pc:sldChg>
    </pc:docChg>
  </pc:docChgLst>
  <pc:docChgLst>
    <pc:chgData name="Wilmer Ortega Erazo" userId="19082e28a51afb61" providerId="LiveId" clId="{37358661-0E72-41EC-A063-1B1439718DDA}"/>
    <pc:docChg chg="undo custSel addSld delSld modSld sldOrd">
      <pc:chgData name="Wilmer Ortega Erazo" userId="19082e28a51afb61" providerId="LiveId" clId="{37358661-0E72-41EC-A063-1B1439718DDA}" dt="2023-11-06T01:00:22.803" v="1406" actId="33524"/>
      <pc:docMkLst>
        <pc:docMk/>
      </pc:docMkLst>
      <pc:sldChg chg="modSp mod">
        <pc:chgData name="Wilmer Ortega Erazo" userId="19082e28a51afb61" providerId="LiveId" clId="{37358661-0E72-41EC-A063-1B1439718DDA}" dt="2023-10-30T00:45:01.347" v="35" actId="6549"/>
        <pc:sldMkLst>
          <pc:docMk/>
          <pc:sldMk cId="1286385962" sldId="257"/>
        </pc:sldMkLst>
        <pc:spChg chg="mod">
          <ac:chgData name="Wilmer Ortega Erazo" userId="19082e28a51afb61" providerId="LiveId" clId="{37358661-0E72-41EC-A063-1B1439718DDA}" dt="2023-10-30T00:45:01.347" v="35" actId="6549"/>
          <ac:spMkLst>
            <pc:docMk/>
            <pc:sldMk cId="1286385962" sldId="257"/>
            <ac:spMk id="4" creationId="{A29C0834-3DBC-9FB3-0E0A-F77D599198EB}"/>
          </ac:spMkLst>
        </pc:spChg>
      </pc:sldChg>
      <pc:sldChg chg="modSp mod">
        <pc:chgData name="Wilmer Ortega Erazo" userId="19082e28a51afb61" providerId="LiveId" clId="{37358661-0E72-41EC-A063-1B1439718DDA}" dt="2023-10-30T00:49:37.713" v="51" actId="790"/>
        <pc:sldMkLst>
          <pc:docMk/>
          <pc:sldMk cId="3431946679" sldId="265"/>
        </pc:sldMkLst>
        <pc:spChg chg="mod">
          <ac:chgData name="Wilmer Ortega Erazo" userId="19082e28a51afb61" providerId="LiveId" clId="{37358661-0E72-41EC-A063-1B1439718DDA}" dt="2023-10-30T00:49:37.713" v="51" actId="790"/>
          <ac:spMkLst>
            <pc:docMk/>
            <pc:sldMk cId="3431946679" sldId="265"/>
            <ac:spMk id="2" creationId="{91A14A99-37E7-FD86-1156-A753F20D5A3A}"/>
          </ac:spMkLst>
        </pc:spChg>
        <pc:spChg chg="mod">
          <ac:chgData name="Wilmer Ortega Erazo" userId="19082e28a51afb61" providerId="LiveId" clId="{37358661-0E72-41EC-A063-1B1439718DDA}" dt="2023-10-30T00:47:22.064" v="41" actId="255"/>
          <ac:spMkLst>
            <pc:docMk/>
            <pc:sldMk cId="3431946679" sldId="265"/>
            <ac:spMk id="4" creationId="{A29C0834-3DBC-9FB3-0E0A-F77D599198EB}"/>
          </ac:spMkLst>
        </pc:spChg>
      </pc:sldChg>
      <pc:sldChg chg="modSp add mod">
        <pc:chgData name="Wilmer Ortega Erazo" userId="19082e28a51afb61" providerId="LiveId" clId="{37358661-0E72-41EC-A063-1B1439718DDA}" dt="2023-10-30T00:51:44.963" v="63" actId="790"/>
        <pc:sldMkLst>
          <pc:docMk/>
          <pc:sldMk cId="4174490874" sldId="266"/>
        </pc:sldMkLst>
        <pc:spChg chg="mod">
          <ac:chgData name="Wilmer Ortega Erazo" userId="19082e28a51afb61" providerId="LiveId" clId="{37358661-0E72-41EC-A063-1B1439718DDA}" dt="2023-10-30T00:49:55.898" v="53" actId="255"/>
          <ac:spMkLst>
            <pc:docMk/>
            <pc:sldMk cId="4174490874" sldId="266"/>
            <ac:spMk id="2" creationId="{91A14A99-37E7-FD86-1156-A753F20D5A3A}"/>
          </ac:spMkLst>
        </pc:spChg>
        <pc:spChg chg="mod">
          <ac:chgData name="Wilmer Ortega Erazo" userId="19082e28a51afb61" providerId="LiveId" clId="{37358661-0E72-41EC-A063-1B1439718DDA}" dt="2023-10-30T00:51:44.963" v="63" actId="790"/>
          <ac:spMkLst>
            <pc:docMk/>
            <pc:sldMk cId="4174490874" sldId="266"/>
            <ac:spMk id="4" creationId="{A29C0834-3DBC-9FB3-0E0A-F77D599198EB}"/>
          </ac:spMkLst>
        </pc:spChg>
      </pc:sldChg>
      <pc:sldChg chg="addSp modSp add mod">
        <pc:chgData name="Wilmer Ortega Erazo" userId="19082e28a51afb61" providerId="LiveId" clId="{37358661-0E72-41EC-A063-1B1439718DDA}" dt="2023-10-30T00:56:27.860" v="95" actId="313"/>
        <pc:sldMkLst>
          <pc:docMk/>
          <pc:sldMk cId="1740811249" sldId="267"/>
        </pc:sldMkLst>
        <pc:spChg chg="mod">
          <ac:chgData name="Wilmer Ortega Erazo" userId="19082e28a51afb61" providerId="LiveId" clId="{37358661-0E72-41EC-A063-1B1439718DDA}" dt="2023-10-30T00:52:05.712" v="68" actId="2711"/>
          <ac:spMkLst>
            <pc:docMk/>
            <pc:sldMk cId="1740811249" sldId="267"/>
            <ac:spMk id="4" creationId="{A29C0834-3DBC-9FB3-0E0A-F77D599198EB}"/>
          </ac:spMkLst>
        </pc:spChg>
        <pc:spChg chg="add mod">
          <ac:chgData name="Wilmer Ortega Erazo" userId="19082e28a51afb61" providerId="LiveId" clId="{37358661-0E72-41EC-A063-1B1439718DDA}" dt="2023-10-30T00:52:20.839" v="70" actId="1076"/>
          <ac:spMkLst>
            <pc:docMk/>
            <pc:sldMk cId="1740811249" sldId="267"/>
            <ac:spMk id="5" creationId="{CCEA8020-B3AA-3F92-612A-A2743A262AC7}"/>
          </ac:spMkLst>
        </pc:spChg>
        <pc:spChg chg="add mod">
          <ac:chgData name="Wilmer Ortega Erazo" userId="19082e28a51afb61" providerId="LiveId" clId="{37358661-0E72-41EC-A063-1B1439718DDA}" dt="2023-10-30T00:52:28.350" v="71" actId="1076"/>
          <ac:spMkLst>
            <pc:docMk/>
            <pc:sldMk cId="1740811249" sldId="267"/>
            <ac:spMk id="6" creationId="{4ADF12B9-C484-6A3C-74B4-B02D4DE12F46}"/>
          </ac:spMkLst>
        </pc:spChg>
        <pc:spChg chg="add mod">
          <ac:chgData name="Wilmer Ortega Erazo" userId="19082e28a51afb61" providerId="LiveId" clId="{37358661-0E72-41EC-A063-1B1439718DDA}" dt="2023-10-30T00:56:27.860" v="95" actId="313"/>
          <ac:spMkLst>
            <pc:docMk/>
            <pc:sldMk cId="1740811249" sldId="267"/>
            <ac:spMk id="8" creationId="{4E795774-4A0A-22B0-6E7C-94B42DE02D57}"/>
          </ac:spMkLst>
        </pc:spChg>
        <pc:graphicFrameChg chg="add mod">
          <ac:chgData name="Wilmer Ortega Erazo" userId="19082e28a51afb61" providerId="LiveId" clId="{37358661-0E72-41EC-A063-1B1439718DDA}" dt="2023-10-30T00:55:23.734" v="90"/>
          <ac:graphicFrameMkLst>
            <pc:docMk/>
            <pc:sldMk cId="1740811249" sldId="267"/>
            <ac:graphicFrameMk id="3" creationId="{6A0B82A3-0C37-B584-1A1B-CA106BE61DE1}"/>
          </ac:graphicFrameMkLst>
        </pc:graphicFrameChg>
        <pc:graphicFrameChg chg="add mod">
          <ac:chgData name="Wilmer Ortega Erazo" userId="19082e28a51afb61" providerId="LiveId" clId="{37358661-0E72-41EC-A063-1B1439718DDA}" dt="2023-10-30T00:54:59.207" v="85"/>
          <ac:graphicFrameMkLst>
            <pc:docMk/>
            <pc:sldMk cId="1740811249" sldId="267"/>
            <ac:graphicFrameMk id="7" creationId="{CE6A826B-02D1-1C77-0EDB-DA81E7EB9D04}"/>
          </ac:graphicFrameMkLst>
        </pc:graphicFrameChg>
        <pc:graphicFrameChg chg="add mod">
          <ac:chgData name="Wilmer Ortega Erazo" userId="19082e28a51afb61" providerId="LiveId" clId="{37358661-0E72-41EC-A063-1B1439718DDA}" dt="2023-10-30T00:55:54.272" v="94"/>
          <ac:graphicFrameMkLst>
            <pc:docMk/>
            <pc:sldMk cId="1740811249" sldId="267"/>
            <ac:graphicFrameMk id="9" creationId="{CBF83E7A-3679-C37A-05D1-2C7D4100386F}"/>
          </ac:graphicFrameMkLst>
        </pc:graphicFrameChg>
      </pc:sldChg>
      <pc:sldChg chg="addSp delSp modSp add mod">
        <pc:chgData name="Wilmer Ortega Erazo" userId="19082e28a51afb61" providerId="LiveId" clId="{37358661-0E72-41EC-A063-1B1439718DDA}" dt="2023-10-30T00:57:22.310" v="101" actId="1076"/>
        <pc:sldMkLst>
          <pc:docMk/>
          <pc:sldMk cId="1829306844" sldId="268"/>
        </pc:sldMkLst>
        <pc:spChg chg="mod">
          <ac:chgData name="Wilmer Ortega Erazo" userId="19082e28a51afb61" providerId="LiveId" clId="{37358661-0E72-41EC-A063-1B1439718DDA}" dt="2023-10-30T00:57:10.224" v="99" actId="2711"/>
          <ac:spMkLst>
            <pc:docMk/>
            <pc:sldMk cId="1829306844" sldId="268"/>
            <ac:spMk id="4" creationId="{A29C0834-3DBC-9FB3-0E0A-F77D599198EB}"/>
          </ac:spMkLst>
        </pc:spChg>
        <pc:spChg chg="del">
          <ac:chgData name="Wilmer Ortega Erazo" userId="19082e28a51afb61" providerId="LiveId" clId="{37358661-0E72-41EC-A063-1B1439718DDA}" dt="2023-10-30T00:56:51.438" v="97" actId="478"/>
          <ac:spMkLst>
            <pc:docMk/>
            <pc:sldMk cId="1829306844" sldId="268"/>
            <ac:spMk id="5" creationId="{CCEA8020-B3AA-3F92-612A-A2743A262AC7}"/>
          </ac:spMkLst>
        </pc:spChg>
        <pc:spChg chg="del">
          <ac:chgData name="Wilmer Ortega Erazo" userId="19082e28a51afb61" providerId="LiveId" clId="{37358661-0E72-41EC-A063-1B1439718DDA}" dt="2023-10-30T00:56:51.438" v="97" actId="478"/>
          <ac:spMkLst>
            <pc:docMk/>
            <pc:sldMk cId="1829306844" sldId="268"/>
            <ac:spMk id="6" creationId="{4ADF12B9-C484-6A3C-74B4-B02D4DE12F46}"/>
          </ac:spMkLst>
        </pc:spChg>
        <pc:spChg chg="del">
          <ac:chgData name="Wilmer Ortega Erazo" userId="19082e28a51afb61" providerId="LiveId" clId="{37358661-0E72-41EC-A063-1B1439718DDA}" dt="2023-10-30T00:56:51.438" v="97" actId="478"/>
          <ac:spMkLst>
            <pc:docMk/>
            <pc:sldMk cId="1829306844" sldId="268"/>
            <ac:spMk id="8" creationId="{4E795774-4A0A-22B0-6E7C-94B42DE02D57}"/>
          </ac:spMkLst>
        </pc:spChg>
        <pc:graphicFrameChg chg="del">
          <ac:chgData name="Wilmer Ortega Erazo" userId="19082e28a51afb61" providerId="LiveId" clId="{37358661-0E72-41EC-A063-1B1439718DDA}" dt="2023-10-30T00:56:51.438" v="97" actId="478"/>
          <ac:graphicFrameMkLst>
            <pc:docMk/>
            <pc:sldMk cId="1829306844" sldId="268"/>
            <ac:graphicFrameMk id="3" creationId="{6A0B82A3-0C37-B584-1A1B-CA106BE61DE1}"/>
          </ac:graphicFrameMkLst>
        </pc:graphicFrameChg>
        <pc:graphicFrameChg chg="del">
          <ac:chgData name="Wilmer Ortega Erazo" userId="19082e28a51afb61" providerId="LiveId" clId="{37358661-0E72-41EC-A063-1B1439718DDA}" dt="2023-10-30T00:56:51.438" v="97" actId="478"/>
          <ac:graphicFrameMkLst>
            <pc:docMk/>
            <pc:sldMk cId="1829306844" sldId="268"/>
            <ac:graphicFrameMk id="7" creationId="{CE6A826B-02D1-1C77-0EDB-DA81E7EB9D04}"/>
          </ac:graphicFrameMkLst>
        </pc:graphicFrameChg>
        <pc:graphicFrameChg chg="del">
          <ac:chgData name="Wilmer Ortega Erazo" userId="19082e28a51afb61" providerId="LiveId" clId="{37358661-0E72-41EC-A063-1B1439718DDA}" dt="2023-10-30T00:56:51.438" v="97" actId="478"/>
          <ac:graphicFrameMkLst>
            <pc:docMk/>
            <pc:sldMk cId="1829306844" sldId="268"/>
            <ac:graphicFrameMk id="9" creationId="{CBF83E7A-3679-C37A-05D1-2C7D4100386F}"/>
          </ac:graphicFrameMkLst>
        </pc:graphicFrameChg>
        <pc:graphicFrameChg chg="add mod">
          <ac:chgData name="Wilmer Ortega Erazo" userId="19082e28a51afb61" providerId="LiveId" clId="{37358661-0E72-41EC-A063-1B1439718DDA}" dt="2023-10-30T00:57:22.310" v="101" actId="1076"/>
          <ac:graphicFrameMkLst>
            <pc:docMk/>
            <pc:sldMk cId="1829306844" sldId="268"/>
            <ac:graphicFrameMk id="10" creationId="{024F427C-B5B6-3247-E28A-A8E09F2CC892}"/>
          </ac:graphicFrameMkLst>
        </pc:graphicFrameChg>
        <pc:graphicFrameChg chg="add mod">
          <ac:chgData name="Wilmer Ortega Erazo" userId="19082e28a51afb61" providerId="LiveId" clId="{37358661-0E72-41EC-A063-1B1439718DDA}" dt="2023-10-30T00:57:22.310" v="101" actId="1076"/>
          <ac:graphicFrameMkLst>
            <pc:docMk/>
            <pc:sldMk cId="1829306844" sldId="268"/>
            <ac:graphicFrameMk id="11" creationId="{7A9524C5-177F-5AF7-936B-7CD682370302}"/>
          </ac:graphicFrameMkLst>
        </pc:graphicFrameChg>
      </pc:sldChg>
      <pc:sldChg chg="delSp modSp add mod">
        <pc:chgData name="Wilmer Ortega Erazo" userId="19082e28a51afb61" providerId="LiveId" clId="{37358661-0E72-41EC-A063-1B1439718DDA}" dt="2023-10-30T01:30:04" v="130" actId="33524"/>
        <pc:sldMkLst>
          <pc:docMk/>
          <pc:sldMk cId="1741062176" sldId="269"/>
        </pc:sldMkLst>
        <pc:spChg chg="mod">
          <ac:chgData name="Wilmer Ortega Erazo" userId="19082e28a51afb61" providerId="LiveId" clId="{37358661-0E72-41EC-A063-1B1439718DDA}" dt="2023-10-30T01:27:39.547" v="123" actId="20577"/>
          <ac:spMkLst>
            <pc:docMk/>
            <pc:sldMk cId="1741062176" sldId="269"/>
            <ac:spMk id="2" creationId="{91A14A99-37E7-FD86-1156-A753F20D5A3A}"/>
          </ac:spMkLst>
        </pc:spChg>
        <pc:spChg chg="mod">
          <ac:chgData name="Wilmer Ortega Erazo" userId="19082e28a51afb61" providerId="LiveId" clId="{37358661-0E72-41EC-A063-1B1439718DDA}" dt="2023-10-30T01:30:04" v="130" actId="33524"/>
          <ac:spMkLst>
            <pc:docMk/>
            <pc:sldMk cId="1741062176" sldId="269"/>
            <ac:spMk id="4" creationId="{A29C0834-3DBC-9FB3-0E0A-F77D599198EB}"/>
          </ac:spMkLst>
        </pc:spChg>
        <pc:graphicFrameChg chg="del">
          <ac:chgData name="Wilmer Ortega Erazo" userId="19082e28a51afb61" providerId="LiveId" clId="{37358661-0E72-41EC-A063-1B1439718DDA}" dt="2023-10-30T01:27:43.581" v="124" actId="478"/>
          <ac:graphicFrameMkLst>
            <pc:docMk/>
            <pc:sldMk cId="1741062176" sldId="269"/>
            <ac:graphicFrameMk id="10" creationId="{024F427C-B5B6-3247-E28A-A8E09F2CC892}"/>
          </ac:graphicFrameMkLst>
        </pc:graphicFrameChg>
        <pc:graphicFrameChg chg="del">
          <ac:chgData name="Wilmer Ortega Erazo" userId="19082e28a51afb61" providerId="LiveId" clId="{37358661-0E72-41EC-A063-1B1439718DDA}" dt="2023-10-30T01:27:43.581" v="124" actId="478"/>
          <ac:graphicFrameMkLst>
            <pc:docMk/>
            <pc:sldMk cId="1741062176" sldId="269"/>
            <ac:graphicFrameMk id="11" creationId="{7A9524C5-177F-5AF7-936B-7CD682370302}"/>
          </ac:graphicFrameMkLst>
        </pc:graphicFrameChg>
      </pc:sldChg>
      <pc:sldChg chg="modSp add mod">
        <pc:chgData name="Wilmer Ortega Erazo" userId="19082e28a51afb61" providerId="LiveId" clId="{37358661-0E72-41EC-A063-1B1439718DDA}" dt="2023-10-30T01:39:09.714" v="132"/>
        <pc:sldMkLst>
          <pc:docMk/>
          <pc:sldMk cId="241043996" sldId="270"/>
        </pc:sldMkLst>
        <pc:spChg chg="mod">
          <ac:chgData name="Wilmer Ortega Erazo" userId="19082e28a51afb61" providerId="LiveId" clId="{37358661-0E72-41EC-A063-1B1439718DDA}" dt="2023-10-30T01:39:09.714" v="132"/>
          <ac:spMkLst>
            <pc:docMk/>
            <pc:sldMk cId="241043996" sldId="270"/>
            <ac:spMk id="4" creationId="{A29C0834-3DBC-9FB3-0E0A-F77D599198EB}"/>
          </ac:spMkLst>
        </pc:spChg>
      </pc:sldChg>
      <pc:sldChg chg="modSp add mod">
        <pc:chgData name="Wilmer Ortega Erazo" userId="19082e28a51afb61" providerId="LiveId" clId="{37358661-0E72-41EC-A063-1B1439718DDA}" dt="2023-10-30T01:47:32.361" v="196" actId="790"/>
        <pc:sldMkLst>
          <pc:docMk/>
          <pc:sldMk cId="3575138044" sldId="271"/>
        </pc:sldMkLst>
        <pc:spChg chg="mod">
          <ac:chgData name="Wilmer Ortega Erazo" userId="19082e28a51afb61" providerId="LiveId" clId="{37358661-0E72-41EC-A063-1B1439718DDA}" dt="2023-10-30T01:47:32.361" v="196" actId="790"/>
          <ac:spMkLst>
            <pc:docMk/>
            <pc:sldMk cId="3575138044" sldId="271"/>
            <ac:spMk id="4" creationId="{A29C0834-3DBC-9FB3-0E0A-F77D599198EB}"/>
          </ac:spMkLst>
        </pc:spChg>
      </pc:sldChg>
      <pc:sldChg chg="modSp add mod">
        <pc:chgData name="Wilmer Ortega Erazo" userId="19082e28a51afb61" providerId="LiveId" clId="{37358661-0E72-41EC-A063-1B1439718DDA}" dt="2023-10-30T01:41:45.380" v="142" actId="790"/>
        <pc:sldMkLst>
          <pc:docMk/>
          <pc:sldMk cId="1613072232" sldId="272"/>
        </pc:sldMkLst>
        <pc:spChg chg="mod">
          <ac:chgData name="Wilmer Ortega Erazo" userId="19082e28a51afb61" providerId="LiveId" clId="{37358661-0E72-41EC-A063-1B1439718DDA}" dt="2023-10-30T01:41:45.380" v="142" actId="790"/>
          <ac:spMkLst>
            <pc:docMk/>
            <pc:sldMk cId="1613072232" sldId="272"/>
            <ac:spMk id="4" creationId="{A29C0834-3DBC-9FB3-0E0A-F77D599198EB}"/>
          </ac:spMkLst>
        </pc:spChg>
      </pc:sldChg>
      <pc:sldChg chg="modSp add mod">
        <pc:chgData name="Wilmer Ortega Erazo" userId="19082e28a51afb61" providerId="LiveId" clId="{37358661-0E72-41EC-A063-1B1439718DDA}" dt="2023-10-30T01:45:09.148" v="173" actId="20577"/>
        <pc:sldMkLst>
          <pc:docMk/>
          <pc:sldMk cId="2091347457" sldId="273"/>
        </pc:sldMkLst>
        <pc:spChg chg="mod">
          <ac:chgData name="Wilmer Ortega Erazo" userId="19082e28a51afb61" providerId="LiveId" clId="{37358661-0E72-41EC-A063-1B1439718DDA}" dt="2023-10-30T01:45:09.148" v="173" actId="20577"/>
          <ac:spMkLst>
            <pc:docMk/>
            <pc:sldMk cId="2091347457" sldId="273"/>
            <ac:spMk id="2" creationId="{91A14A99-37E7-FD86-1156-A753F20D5A3A}"/>
          </ac:spMkLst>
        </pc:spChg>
        <pc:spChg chg="mod">
          <ac:chgData name="Wilmer Ortega Erazo" userId="19082e28a51afb61" providerId="LiveId" clId="{37358661-0E72-41EC-A063-1B1439718DDA}" dt="2023-10-30T01:44:53.824" v="150" actId="20577"/>
          <ac:spMkLst>
            <pc:docMk/>
            <pc:sldMk cId="2091347457" sldId="273"/>
            <ac:spMk id="4" creationId="{A29C0834-3DBC-9FB3-0E0A-F77D599198EB}"/>
          </ac:spMkLst>
        </pc:spChg>
      </pc:sldChg>
      <pc:sldChg chg="new del">
        <pc:chgData name="Wilmer Ortega Erazo" userId="19082e28a51afb61" providerId="LiveId" clId="{37358661-0E72-41EC-A063-1B1439718DDA}" dt="2023-10-30T01:44:26.435" v="144" actId="2696"/>
        <pc:sldMkLst>
          <pc:docMk/>
          <pc:sldMk cId="2265983643" sldId="273"/>
        </pc:sldMkLst>
      </pc:sldChg>
      <pc:sldChg chg="addSp delSp modSp add mod">
        <pc:chgData name="Wilmer Ortega Erazo" userId="19082e28a51afb61" providerId="LiveId" clId="{37358661-0E72-41EC-A063-1B1439718DDA}" dt="2023-10-30T01:46:17.506" v="193" actId="20577"/>
        <pc:sldMkLst>
          <pc:docMk/>
          <pc:sldMk cId="1212974123" sldId="274"/>
        </pc:sldMkLst>
        <pc:spChg chg="mod">
          <ac:chgData name="Wilmer Ortega Erazo" userId="19082e28a51afb61" providerId="LiveId" clId="{37358661-0E72-41EC-A063-1B1439718DDA}" dt="2023-10-30T01:46:17.506" v="193" actId="20577"/>
          <ac:spMkLst>
            <pc:docMk/>
            <pc:sldMk cId="1212974123" sldId="274"/>
            <ac:spMk id="4" creationId="{A29C0834-3DBC-9FB3-0E0A-F77D599198EB}"/>
          </ac:spMkLst>
        </pc:spChg>
        <pc:spChg chg="add del">
          <ac:chgData name="Wilmer Ortega Erazo" userId="19082e28a51afb61" providerId="LiveId" clId="{37358661-0E72-41EC-A063-1B1439718DDA}" dt="2023-10-30T01:45:41.849" v="178" actId="22"/>
          <ac:spMkLst>
            <pc:docMk/>
            <pc:sldMk cId="1212974123" sldId="274"/>
            <ac:spMk id="5" creationId="{569C37AF-3738-6809-DBF7-02071AA8EF7D}"/>
          </ac:spMkLst>
        </pc:spChg>
        <pc:spChg chg="add del mod">
          <ac:chgData name="Wilmer Ortega Erazo" userId="19082e28a51afb61" providerId="LiveId" clId="{37358661-0E72-41EC-A063-1B1439718DDA}" dt="2023-10-30T01:46:03.710" v="182" actId="478"/>
          <ac:spMkLst>
            <pc:docMk/>
            <pc:sldMk cId="1212974123" sldId="274"/>
            <ac:spMk id="6" creationId="{23780EAF-E9C3-6845-7EA6-854F4962D456}"/>
          </ac:spMkLst>
        </pc:spChg>
      </pc:sldChg>
      <pc:sldChg chg="modSp add mod">
        <pc:chgData name="Wilmer Ortega Erazo" userId="19082e28a51afb61" providerId="LiveId" clId="{37358661-0E72-41EC-A063-1B1439718DDA}" dt="2023-10-30T01:48:16.204" v="221" actId="255"/>
        <pc:sldMkLst>
          <pc:docMk/>
          <pc:sldMk cId="2319815427" sldId="275"/>
        </pc:sldMkLst>
        <pc:spChg chg="mod">
          <ac:chgData name="Wilmer Ortega Erazo" userId="19082e28a51afb61" providerId="LiveId" clId="{37358661-0E72-41EC-A063-1B1439718DDA}" dt="2023-10-30T01:48:16.204" v="221" actId="255"/>
          <ac:spMkLst>
            <pc:docMk/>
            <pc:sldMk cId="2319815427" sldId="275"/>
            <ac:spMk id="2" creationId="{91A14A99-37E7-FD86-1156-A753F20D5A3A}"/>
          </ac:spMkLst>
        </pc:spChg>
        <pc:spChg chg="mod">
          <ac:chgData name="Wilmer Ortega Erazo" userId="19082e28a51afb61" providerId="LiveId" clId="{37358661-0E72-41EC-A063-1B1439718DDA}" dt="2023-10-30T01:47:52.532" v="202" actId="33524"/>
          <ac:spMkLst>
            <pc:docMk/>
            <pc:sldMk cId="2319815427" sldId="275"/>
            <ac:spMk id="4" creationId="{A29C0834-3DBC-9FB3-0E0A-F77D599198EB}"/>
          </ac:spMkLst>
        </pc:spChg>
      </pc:sldChg>
      <pc:sldChg chg="modSp add mod">
        <pc:chgData name="Wilmer Ortega Erazo" userId="19082e28a51afb61" providerId="LiveId" clId="{37358661-0E72-41EC-A063-1B1439718DDA}" dt="2023-10-30T01:48:42.043" v="228" actId="20577"/>
        <pc:sldMkLst>
          <pc:docMk/>
          <pc:sldMk cId="1244493863" sldId="276"/>
        </pc:sldMkLst>
        <pc:spChg chg="mod">
          <ac:chgData name="Wilmer Ortega Erazo" userId="19082e28a51afb61" providerId="LiveId" clId="{37358661-0E72-41EC-A063-1B1439718DDA}" dt="2023-10-30T01:48:42.043" v="228" actId="20577"/>
          <ac:spMkLst>
            <pc:docMk/>
            <pc:sldMk cId="1244493863" sldId="276"/>
            <ac:spMk id="4" creationId="{A29C0834-3DBC-9FB3-0E0A-F77D599198EB}"/>
          </ac:spMkLst>
        </pc:spChg>
      </pc:sldChg>
      <pc:sldChg chg="addSp modSp add mod">
        <pc:chgData name="Wilmer Ortega Erazo" userId="19082e28a51afb61" providerId="LiveId" clId="{37358661-0E72-41EC-A063-1B1439718DDA}" dt="2023-10-30T02:13:38.339" v="604" actId="108"/>
        <pc:sldMkLst>
          <pc:docMk/>
          <pc:sldMk cId="1188996019" sldId="277"/>
        </pc:sldMkLst>
        <pc:spChg chg="mod">
          <ac:chgData name="Wilmer Ortega Erazo" userId="19082e28a51afb61" providerId="LiveId" clId="{37358661-0E72-41EC-A063-1B1439718DDA}" dt="2023-10-30T01:51:32.163" v="281" actId="20577"/>
          <ac:spMkLst>
            <pc:docMk/>
            <pc:sldMk cId="1188996019" sldId="277"/>
            <ac:spMk id="2" creationId="{91A14A99-37E7-FD86-1156-A753F20D5A3A}"/>
          </ac:spMkLst>
        </pc:spChg>
        <pc:spChg chg="add mod">
          <ac:chgData name="Wilmer Ortega Erazo" userId="19082e28a51afb61" providerId="LiveId" clId="{37358661-0E72-41EC-A063-1B1439718DDA}" dt="2023-10-30T01:52:22.812" v="286" actId="1076"/>
          <ac:spMkLst>
            <pc:docMk/>
            <pc:sldMk cId="1188996019" sldId="277"/>
            <ac:spMk id="3" creationId="{90488AC3-D92E-0129-61EF-2DB3FBAA759C}"/>
          </ac:spMkLst>
        </pc:spChg>
        <pc:spChg chg="mod">
          <ac:chgData name="Wilmer Ortega Erazo" userId="19082e28a51afb61" providerId="LiveId" clId="{37358661-0E72-41EC-A063-1B1439718DDA}" dt="2023-10-30T02:13:38.339" v="604" actId="108"/>
          <ac:spMkLst>
            <pc:docMk/>
            <pc:sldMk cId="1188996019" sldId="277"/>
            <ac:spMk id="4" creationId="{A29C0834-3DBC-9FB3-0E0A-F77D599198EB}"/>
          </ac:spMkLst>
        </pc:spChg>
        <pc:spChg chg="add mod">
          <ac:chgData name="Wilmer Ortega Erazo" userId="19082e28a51afb61" providerId="LiveId" clId="{37358661-0E72-41EC-A063-1B1439718DDA}" dt="2023-10-30T01:52:25.290" v="287" actId="1076"/>
          <ac:spMkLst>
            <pc:docMk/>
            <pc:sldMk cId="1188996019" sldId="277"/>
            <ac:spMk id="5" creationId="{B6E1A909-E82D-3AE8-E550-ECE143606FCD}"/>
          </ac:spMkLst>
        </pc:spChg>
      </pc:sldChg>
      <pc:sldChg chg="delSp modSp add mod">
        <pc:chgData name="Wilmer Ortega Erazo" userId="19082e28a51afb61" providerId="LiveId" clId="{37358661-0E72-41EC-A063-1B1439718DDA}" dt="2023-10-30T01:56:45.866" v="353" actId="20577"/>
        <pc:sldMkLst>
          <pc:docMk/>
          <pc:sldMk cId="3135676213" sldId="278"/>
        </pc:sldMkLst>
        <pc:spChg chg="mod">
          <ac:chgData name="Wilmer Ortega Erazo" userId="19082e28a51afb61" providerId="LiveId" clId="{37358661-0E72-41EC-A063-1B1439718DDA}" dt="2023-10-30T01:53:58.499" v="316" actId="20577"/>
          <ac:spMkLst>
            <pc:docMk/>
            <pc:sldMk cId="3135676213" sldId="278"/>
            <ac:spMk id="2" creationId="{91A14A99-37E7-FD86-1156-A753F20D5A3A}"/>
          </ac:spMkLst>
        </pc:spChg>
        <pc:spChg chg="del">
          <ac:chgData name="Wilmer Ortega Erazo" userId="19082e28a51afb61" providerId="LiveId" clId="{37358661-0E72-41EC-A063-1B1439718DDA}" dt="2023-10-30T01:54:03.827" v="317" actId="478"/>
          <ac:spMkLst>
            <pc:docMk/>
            <pc:sldMk cId="3135676213" sldId="278"/>
            <ac:spMk id="3" creationId="{90488AC3-D92E-0129-61EF-2DB3FBAA759C}"/>
          </ac:spMkLst>
        </pc:spChg>
        <pc:spChg chg="mod">
          <ac:chgData name="Wilmer Ortega Erazo" userId="19082e28a51afb61" providerId="LiveId" clId="{37358661-0E72-41EC-A063-1B1439718DDA}" dt="2023-10-30T01:56:45.866" v="353" actId="20577"/>
          <ac:spMkLst>
            <pc:docMk/>
            <pc:sldMk cId="3135676213" sldId="278"/>
            <ac:spMk id="4" creationId="{A29C0834-3DBC-9FB3-0E0A-F77D599198EB}"/>
          </ac:spMkLst>
        </pc:spChg>
        <pc:spChg chg="del">
          <ac:chgData name="Wilmer Ortega Erazo" userId="19082e28a51afb61" providerId="LiveId" clId="{37358661-0E72-41EC-A063-1B1439718DDA}" dt="2023-10-30T01:54:05.129" v="318" actId="478"/>
          <ac:spMkLst>
            <pc:docMk/>
            <pc:sldMk cId="3135676213" sldId="278"/>
            <ac:spMk id="5" creationId="{B6E1A909-E82D-3AE8-E550-ECE143606FCD}"/>
          </ac:spMkLst>
        </pc:spChg>
      </pc:sldChg>
      <pc:sldChg chg="addSp delSp modSp add mod">
        <pc:chgData name="Wilmer Ortega Erazo" userId="19082e28a51afb61" providerId="LiveId" clId="{37358661-0E72-41EC-A063-1B1439718DDA}" dt="2023-11-05T23:48:30.998" v="610" actId="478"/>
        <pc:sldMkLst>
          <pc:docMk/>
          <pc:sldMk cId="3452294737" sldId="279"/>
        </pc:sldMkLst>
        <pc:spChg chg="del mod">
          <ac:chgData name="Wilmer Ortega Erazo" userId="19082e28a51afb61" providerId="LiveId" clId="{37358661-0E72-41EC-A063-1B1439718DDA}" dt="2023-10-30T02:11:50.321" v="595" actId="478"/>
          <ac:spMkLst>
            <pc:docMk/>
            <pc:sldMk cId="3452294737" sldId="279"/>
            <ac:spMk id="3" creationId="{90488AC3-D92E-0129-61EF-2DB3FBAA759C}"/>
          </ac:spMkLst>
        </pc:spChg>
        <pc:spChg chg="mod">
          <ac:chgData name="Wilmer Ortega Erazo" userId="19082e28a51afb61" providerId="LiveId" clId="{37358661-0E72-41EC-A063-1B1439718DDA}" dt="2023-10-30T02:13:22.826" v="601" actId="108"/>
          <ac:spMkLst>
            <pc:docMk/>
            <pc:sldMk cId="3452294737" sldId="279"/>
            <ac:spMk id="4" creationId="{A29C0834-3DBC-9FB3-0E0A-F77D599198EB}"/>
          </ac:spMkLst>
        </pc:spChg>
        <pc:spChg chg="del mod">
          <ac:chgData name="Wilmer Ortega Erazo" userId="19082e28a51afb61" providerId="LiveId" clId="{37358661-0E72-41EC-A063-1B1439718DDA}" dt="2023-10-30T02:11:48.905" v="594" actId="478"/>
          <ac:spMkLst>
            <pc:docMk/>
            <pc:sldMk cId="3452294737" sldId="279"/>
            <ac:spMk id="5" creationId="{B6E1A909-E82D-3AE8-E550-ECE143606FCD}"/>
          </ac:spMkLst>
        </pc:spChg>
        <pc:spChg chg="add del">
          <ac:chgData name="Wilmer Ortega Erazo" userId="19082e28a51afb61" providerId="LiveId" clId="{37358661-0E72-41EC-A063-1B1439718DDA}" dt="2023-11-05T23:48:30.998" v="610" actId="478"/>
          <ac:spMkLst>
            <pc:docMk/>
            <pc:sldMk cId="3452294737" sldId="279"/>
            <ac:spMk id="6" creationId="{7FB23471-35A3-DF2B-163B-AB596F9CD3AF}"/>
          </ac:spMkLst>
        </pc:spChg>
        <pc:spChg chg="add del mod">
          <ac:chgData name="Wilmer Ortega Erazo" userId="19082e28a51afb61" providerId="LiveId" clId="{37358661-0E72-41EC-A063-1B1439718DDA}" dt="2023-10-30T02:04:01.888" v="367"/>
          <ac:spMkLst>
            <pc:docMk/>
            <pc:sldMk cId="3452294737" sldId="279"/>
            <ac:spMk id="7" creationId="{751CA3F1-5610-ADA6-3680-B1AAF1EBC1E9}"/>
          </ac:spMkLst>
        </pc:spChg>
      </pc:sldChg>
      <pc:sldChg chg="addSp delSp modSp add mod ord">
        <pc:chgData name="Wilmer Ortega Erazo" userId="19082e28a51afb61" providerId="LiveId" clId="{37358661-0E72-41EC-A063-1B1439718DDA}" dt="2023-11-06T00:11:34.804" v="962" actId="20577"/>
        <pc:sldMkLst>
          <pc:docMk/>
          <pc:sldMk cId="1249436642" sldId="280"/>
        </pc:sldMkLst>
        <pc:spChg chg="mod">
          <ac:chgData name="Wilmer Ortega Erazo" userId="19082e28a51afb61" providerId="LiveId" clId="{37358661-0E72-41EC-A063-1B1439718DDA}" dt="2023-11-05T23:49:21.165" v="636" actId="20577"/>
          <ac:spMkLst>
            <pc:docMk/>
            <pc:sldMk cId="1249436642" sldId="280"/>
            <ac:spMk id="2" creationId="{91A14A99-37E7-FD86-1156-A753F20D5A3A}"/>
          </ac:spMkLst>
        </pc:spChg>
        <pc:spChg chg="mod">
          <ac:chgData name="Wilmer Ortega Erazo" userId="19082e28a51afb61" providerId="LiveId" clId="{37358661-0E72-41EC-A063-1B1439718DDA}" dt="2023-11-06T00:11:34.804" v="962" actId="20577"/>
          <ac:spMkLst>
            <pc:docMk/>
            <pc:sldMk cId="1249436642" sldId="280"/>
            <ac:spMk id="4" creationId="{A29C0834-3DBC-9FB3-0E0A-F77D599198EB}"/>
          </ac:spMkLst>
        </pc:spChg>
        <pc:spChg chg="del">
          <ac:chgData name="Wilmer Ortega Erazo" userId="19082e28a51afb61" providerId="LiveId" clId="{37358661-0E72-41EC-A063-1B1439718DDA}" dt="2023-11-05T23:48:20.446" v="608" actId="478"/>
          <ac:spMkLst>
            <pc:docMk/>
            <pc:sldMk cId="1249436642" sldId="280"/>
            <ac:spMk id="6" creationId="{7FB23471-35A3-DF2B-163B-AB596F9CD3AF}"/>
          </ac:spMkLst>
        </pc:spChg>
        <pc:picChg chg="add mod">
          <ac:chgData name="Wilmer Ortega Erazo" userId="19082e28a51afb61" providerId="LiveId" clId="{37358661-0E72-41EC-A063-1B1439718DDA}" dt="2023-11-06T00:04:07.925" v="847" actId="1076"/>
          <ac:picMkLst>
            <pc:docMk/>
            <pc:sldMk cId="1249436642" sldId="280"/>
            <ac:picMk id="3" creationId="{519522D0-EFC3-C4A5-8DA0-6257FF3120E4}"/>
          </ac:picMkLst>
        </pc:picChg>
      </pc:sldChg>
      <pc:sldChg chg="modSp add mod">
        <pc:chgData name="Wilmer Ortega Erazo" userId="19082e28a51afb61" providerId="LiveId" clId="{37358661-0E72-41EC-A063-1B1439718DDA}" dt="2023-11-05T23:58:26.508" v="700" actId="20577"/>
        <pc:sldMkLst>
          <pc:docMk/>
          <pc:sldMk cId="968171575" sldId="281"/>
        </pc:sldMkLst>
        <pc:spChg chg="mod">
          <ac:chgData name="Wilmer Ortega Erazo" userId="19082e28a51afb61" providerId="LiveId" clId="{37358661-0E72-41EC-A063-1B1439718DDA}" dt="2023-11-05T23:58:26.508" v="700" actId="20577"/>
          <ac:spMkLst>
            <pc:docMk/>
            <pc:sldMk cId="968171575" sldId="281"/>
            <ac:spMk id="2" creationId="{91A14A99-37E7-FD86-1156-A753F20D5A3A}"/>
          </ac:spMkLst>
        </pc:spChg>
        <pc:spChg chg="mod">
          <ac:chgData name="Wilmer Ortega Erazo" userId="19082e28a51afb61" providerId="LiveId" clId="{37358661-0E72-41EC-A063-1B1439718DDA}" dt="2023-11-05T23:51:04.516" v="645" actId="255"/>
          <ac:spMkLst>
            <pc:docMk/>
            <pc:sldMk cId="968171575" sldId="281"/>
            <ac:spMk id="4" creationId="{A29C0834-3DBC-9FB3-0E0A-F77D599198EB}"/>
          </ac:spMkLst>
        </pc:spChg>
      </pc:sldChg>
      <pc:sldChg chg="addSp modSp add mod">
        <pc:chgData name="Wilmer Ortega Erazo" userId="19082e28a51afb61" providerId="LiveId" clId="{37358661-0E72-41EC-A063-1B1439718DDA}" dt="2023-11-06T00:11:30.340" v="961" actId="20577"/>
        <pc:sldMkLst>
          <pc:docMk/>
          <pc:sldMk cId="304477602" sldId="282"/>
        </pc:sldMkLst>
        <pc:spChg chg="mod">
          <ac:chgData name="Wilmer Ortega Erazo" userId="19082e28a51afb61" providerId="LiveId" clId="{37358661-0E72-41EC-A063-1B1439718DDA}" dt="2023-11-05T23:58:33.532" v="701"/>
          <ac:spMkLst>
            <pc:docMk/>
            <pc:sldMk cId="304477602" sldId="282"/>
            <ac:spMk id="2" creationId="{91A14A99-37E7-FD86-1156-A753F20D5A3A}"/>
          </ac:spMkLst>
        </pc:spChg>
        <pc:spChg chg="mod">
          <ac:chgData name="Wilmer Ortega Erazo" userId="19082e28a51afb61" providerId="LiveId" clId="{37358661-0E72-41EC-A063-1B1439718DDA}" dt="2023-11-06T00:11:30.340" v="961" actId="20577"/>
          <ac:spMkLst>
            <pc:docMk/>
            <pc:sldMk cId="304477602" sldId="282"/>
            <ac:spMk id="4" creationId="{A29C0834-3DBC-9FB3-0E0A-F77D599198EB}"/>
          </ac:spMkLst>
        </pc:spChg>
        <pc:picChg chg="add mod">
          <ac:chgData name="Wilmer Ortega Erazo" userId="19082e28a51afb61" providerId="LiveId" clId="{37358661-0E72-41EC-A063-1B1439718DDA}" dt="2023-11-06T00:04:30.077" v="852" actId="1076"/>
          <ac:picMkLst>
            <pc:docMk/>
            <pc:sldMk cId="304477602" sldId="282"/>
            <ac:picMk id="3" creationId="{27F1070A-D6A0-F83C-15BD-E60CC4035D8F}"/>
          </ac:picMkLst>
        </pc:picChg>
      </pc:sldChg>
      <pc:sldChg chg="modSp add mod">
        <pc:chgData name="Wilmer Ortega Erazo" userId="19082e28a51afb61" providerId="LiveId" clId="{37358661-0E72-41EC-A063-1B1439718DDA}" dt="2023-11-05T23:59:04.108" v="741" actId="20577"/>
        <pc:sldMkLst>
          <pc:docMk/>
          <pc:sldMk cId="3524006769" sldId="283"/>
        </pc:sldMkLst>
        <pc:spChg chg="mod">
          <ac:chgData name="Wilmer Ortega Erazo" userId="19082e28a51afb61" providerId="LiveId" clId="{37358661-0E72-41EC-A063-1B1439718DDA}" dt="2023-11-05T23:59:04.108" v="741" actId="20577"/>
          <ac:spMkLst>
            <pc:docMk/>
            <pc:sldMk cId="3524006769" sldId="283"/>
            <ac:spMk id="2" creationId="{91A14A99-37E7-FD86-1156-A753F20D5A3A}"/>
          </ac:spMkLst>
        </pc:spChg>
        <pc:spChg chg="mod">
          <ac:chgData name="Wilmer Ortega Erazo" userId="19082e28a51afb61" providerId="LiveId" clId="{37358661-0E72-41EC-A063-1B1439718DDA}" dt="2023-11-05T23:54:14.853" v="656" actId="33524"/>
          <ac:spMkLst>
            <pc:docMk/>
            <pc:sldMk cId="3524006769" sldId="283"/>
            <ac:spMk id="4" creationId="{A29C0834-3DBC-9FB3-0E0A-F77D599198EB}"/>
          </ac:spMkLst>
        </pc:spChg>
      </pc:sldChg>
      <pc:sldChg chg="addSp modSp add mod">
        <pc:chgData name="Wilmer Ortega Erazo" userId="19082e28a51afb61" providerId="LiveId" clId="{37358661-0E72-41EC-A063-1B1439718DDA}" dt="2023-11-06T00:11:23.476" v="960" actId="20577"/>
        <pc:sldMkLst>
          <pc:docMk/>
          <pc:sldMk cId="1493926123" sldId="284"/>
        </pc:sldMkLst>
        <pc:spChg chg="mod">
          <ac:chgData name="Wilmer Ortega Erazo" userId="19082e28a51afb61" providerId="LiveId" clId="{37358661-0E72-41EC-A063-1B1439718DDA}" dt="2023-11-05T23:59:21.356" v="764" actId="20577"/>
          <ac:spMkLst>
            <pc:docMk/>
            <pc:sldMk cId="1493926123" sldId="284"/>
            <ac:spMk id="2" creationId="{91A14A99-37E7-FD86-1156-A753F20D5A3A}"/>
          </ac:spMkLst>
        </pc:spChg>
        <pc:spChg chg="mod">
          <ac:chgData name="Wilmer Ortega Erazo" userId="19082e28a51afb61" providerId="LiveId" clId="{37358661-0E72-41EC-A063-1B1439718DDA}" dt="2023-11-06T00:11:23.476" v="960" actId="20577"/>
          <ac:spMkLst>
            <pc:docMk/>
            <pc:sldMk cId="1493926123" sldId="284"/>
            <ac:spMk id="4" creationId="{A29C0834-3DBC-9FB3-0E0A-F77D599198EB}"/>
          </ac:spMkLst>
        </pc:spChg>
        <pc:picChg chg="add mod">
          <ac:chgData name="Wilmer Ortega Erazo" userId="19082e28a51afb61" providerId="LiveId" clId="{37358661-0E72-41EC-A063-1B1439718DDA}" dt="2023-11-06T00:05:29.029" v="867" actId="1076"/>
          <ac:picMkLst>
            <pc:docMk/>
            <pc:sldMk cId="1493926123" sldId="284"/>
            <ac:picMk id="3" creationId="{8C33A94E-0CCB-7310-6B71-0AD6A7548865}"/>
          </ac:picMkLst>
        </pc:picChg>
      </pc:sldChg>
      <pc:sldChg chg="addSp modSp add mod">
        <pc:chgData name="Wilmer Ortega Erazo" userId="19082e28a51afb61" providerId="LiveId" clId="{37358661-0E72-41EC-A063-1B1439718DDA}" dt="2023-11-06T00:11:20.140" v="959" actId="20577"/>
        <pc:sldMkLst>
          <pc:docMk/>
          <pc:sldMk cId="391979419" sldId="285"/>
        </pc:sldMkLst>
        <pc:spChg chg="mod">
          <ac:chgData name="Wilmer Ortega Erazo" userId="19082e28a51afb61" providerId="LiveId" clId="{37358661-0E72-41EC-A063-1B1439718DDA}" dt="2023-11-05T23:59:33.763" v="765"/>
          <ac:spMkLst>
            <pc:docMk/>
            <pc:sldMk cId="391979419" sldId="285"/>
            <ac:spMk id="2" creationId="{91A14A99-37E7-FD86-1156-A753F20D5A3A}"/>
          </ac:spMkLst>
        </pc:spChg>
        <pc:spChg chg="mod">
          <ac:chgData name="Wilmer Ortega Erazo" userId="19082e28a51afb61" providerId="LiveId" clId="{37358661-0E72-41EC-A063-1B1439718DDA}" dt="2023-11-06T00:11:20.140" v="959" actId="20577"/>
          <ac:spMkLst>
            <pc:docMk/>
            <pc:sldMk cId="391979419" sldId="285"/>
            <ac:spMk id="4" creationId="{A29C0834-3DBC-9FB3-0E0A-F77D599198EB}"/>
          </ac:spMkLst>
        </pc:spChg>
        <pc:picChg chg="add mod">
          <ac:chgData name="Wilmer Ortega Erazo" userId="19082e28a51afb61" providerId="LiveId" clId="{37358661-0E72-41EC-A063-1B1439718DDA}" dt="2023-11-06T00:06:00.293" v="877" actId="14100"/>
          <ac:picMkLst>
            <pc:docMk/>
            <pc:sldMk cId="391979419" sldId="285"/>
            <ac:picMk id="3" creationId="{8E8FC5AD-37E6-D72A-9E51-F7863274597C}"/>
          </ac:picMkLst>
        </pc:picChg>
        <pc:picChg chg="add mod">
          <ac:chgData name="Wilmer Ortega Erazo" userId="19082e28a51afb61" providerId="LiveId" clId="{37358661-0E72-41EC-A063-1B1439718DDA}" dt="2023-11-06T00:06:08.973" v="879" actId="1076"/>
          <ac:picMkLst>
            <pc:docMk/>
            <pc:sldMk cId="391979419" sldId="285"/>
            <ac:picMk id="5" creationId="{D3F8BDD6-BC92-23B9-D14B-67FAB4344E34}"/>
          </ac:picMkLst>
        </pc:picChg>
      </pc:sldChg>
      <pc:sldChg chg="addSp modSp add mod">
        <pc:chgData name="Wilmer Ortega Erazo" userId="19082e28a51afb61" providerId="LiveId" clId="{37358661-0E72-41EC-A063-1B1439718DDA}" dt="2023-11-06T00:11:14.604" v="957" actId="20577"/>
        <pc:sldMkLst>
          <pc:docMk/>
          <pc:sldMk cId="939997241" sldId="286"/>
        </pc:sldMkLst>
        <pc:spChg chg="mod">
          <ac:chgData name="Wilmer Ortega Erazo" userId="19082e28a51afb61" providerId="LiveId" clId="{37358661-0E72-41EC-A063-1B1439718DDA}" dt="2023-11-06T00:00:46.037" v="817" actId="20577"/>
          <ac:spMkLst>
            <pc:docMk/>
            <pc:sldMk cId="939997241" sldId="286"/>
            <ac:spMk id="2" creationId="{91A14A99-37E7-FD86-1156-A753F20D5A3A}"/>
          </ac:spMkLst>
        </pc:spChg>
        <pc:spChg chg="mod">
          <ac:chgData name="Wilmer Ortega Erazo" userId="19082e28a51afb61" providerId="LiveId" clId="{37358661-0E72-41EC-A063-1B1439718DDA}" dt="2023-11-06T00:11:14.604" v="957" actId="20577"/>
          <ac:spMkLst>
            <pc:docMk/>
            <pc:sldMk cId="939997241" sldId="286"/>
            <ac:spMk id="4" creationId="{A29C0834-3DBC-9FB3-0E0A-F77D599198EB}"/>
          </ac:spMkLst>
        </pc:spChg>
        <pc:picChg chg="add mod">
          <ac:chgData name="Wilmer Ortega Erazo" userId="19082e28a51afb61" providerId="LiveId" clId="{37358661-0E72-41EC-A063-1B1439718DDA}" dt="2023-11-06T00:06:45.925" v="885" actId="1076"/>
          <ac:picMkLst>
            <pc:docMk/>
            <pc:sldMk cId="939997241" sldId="286"/>
            <ac:picMk id="3" creationId="{F070C40F-0613-8A40-F4CC-2C4176F6F0ED}"/>
          </ac:picMkLst>
        </pc:picChg>
      </pc:sldChg>
      <pc:sldChg chg="addSp modSp add mod">
        <pc:chgData name="Wilmer Ortega Erazo" userId="19082e28a51afb61" providerId="LiveId" clId="{37358661-0E72-41EC-A063-1B1439718DDA}" dt="2023-11-06T00:11:11.093" v="956" actId="33524"/>
        <pc:sldMkLst>
          <pc:docMk/>
          <pc:sldMk cId="906179917" sldId="287"/>
        </pc:sldMkLst>
        <pc:spChg chg="mod">
          <ac:chgData name="Wilmer Ortega Erazo" userId="19082e28a51afb61" providerId="LiveId" clId="{37358661-0E72-41EC-A063-1B1439718DDA}" dt="2023-11-06T00:03:19.148" v="841" actId="20577"/>
          <ac:spMkLst>
            <pc:docMk/>
            <pc:sldMk cId="906179917" sldId="287"/>
            <ac:spMk id="2" creationId="{91A14A99-37E7-FD86-1156-A753F20D5A3A}"/>
          </ac:spMkLst>
        </pc:spChg>
        <pc:spChg chg="mod">
          <ac:chgData name="Wilmer Ortega Erazo" userId="19082e28a51afb61" providerId="LiveId" clId="{37358661-0E72-41EC-A063-1B1439718DDA}" dt="2023-11-06T00:11:11.093" v="956" actId="33524"/>
          <ac:spMkLst>
            <pc:docMk/>
            <pc:sldMk cId="906179917" sldId="287"/>
            <ac:spMk id="4" creationId="{A29C0834-3DBC-9FB3-0E0A-F77D599198EB}"/>
          </ac:spMkLst>
        </pc:spChg>
        <pc:picChg chg="add mod">
          <ac:chgData name="Wilmer Ortega Erazo" userId="19082e28a51afb61" providerId="LiveId" clId="{37358661-0E72-41EC-A063-1B1439718DDA}" dt="2023-11-06T00:06:59.165" v="887" actId="1076"/>
          <ac:picMkLst>
            <pc:docMk/>
            <pc:sldMk cId="906179917" sldId="287"/>
            <ac:picMk id="3" creationId="{C71E9087-03FC-F952-4294-8489729D22AF}"/>
          </ac:picMkLst>
        </pc:picChg>
      </pc:sldChg>
      <pc:sldChg chg="delSp modSp add mod">
        <pc:chgData name="Wilmer Ortega Erazo" userId="19082e28a51afb61" providerId="LiveId" clId="{37358661-0E72-41EC-A063-1B1439718DDA}" dt="2023-11-06T00:08:16.944" v="898" actId="6549"/>
        <pc:sldMkLst>
          <pc:docMk/>
          <pc:sldMk cId="2106481261" sldId="288"/>
        </pc:sldMkLst>
        <pc:spChg chg="mod">
          <ac:chgData name="Wilmer Ortega Erazo" userId="19082e28a51afb61" providerId="LiveId" clId="{37358661-0E72-41EC-A063-1B1439718DDA}" dt="2023-11-06T00:08:16.944" v="898" actId="6549"/>
          <ac:spMkLst>
            <pc:docMk/>
            <pc:sldMk cId="2106481261" sldId="288"/>
            <ac:spMk id="4" creationId="{A29C0834-3DBC-9FB3-0E0A-F77D599198EB}"/>
          </ac:spMkLst>
        </pc:spChg>
        <pc:picChg chg="del mod">
          <ac:chgData name="Wilmer Ortega Erazo" userId="19082e28a51afb61" providerId="LiveId" clId="{37358661-0E72-41EC-A063-1B1439718DDA}" dt="2023-11-06T00:07:12.080" v="890" actId="478"/>
          <ac:picMkLst>
            <pc:docMk/>
            <pc:sldMk cId="2106481261" sldId="288"/>
            <ac:picMk id="3" creationId="{C71E9087-03FC-F952-4294-8489729D22AF}"/>
          </ac:picMkLst>
        </pc:picChg>
      </pc:sldChg>
      <pc:sldChg chg="addSp modSp add mod">
        <pc:chgData name="Wilmer Ortega Erazo" userId="19082e28a51afb61" providerId="LiveId" clId="{37358661-0E72-41EC-A063-1B1439718DDA}" dt="2023-11-06T00:11:01.197" v="954" actId="20577"/>
        <pc:sldMkLst>
          <pc:docMk/>
          <pc:sldMk cId="3945025521" sldId="289"/>
        </pc:sldMkLst>
        <pc:spChg chg="mod">
          <ac:chgData name="Wilmer Ortega Erazo" userId="19082e28a51afb61" providerId="LiveId" clId="{37358661-0E72-41EC-A063-1B1439718DDA}" dt="2023-11-06T00:11:01.197" v="954" actId="20577"/>
          <ac:spMkLst>
            <pc:docMk/>
            <pc:sldMk cId="3945025521" sldId="289"/>
            <ac:spMk id="4" creationId="{A29C0834-3DBC-9FB3-0E0A-F77D599198EB}"/>
          </ac:spMkLst>
        </pc:spChg>
        <pc:picChg chg="add mod">
          <ac:chgData name="Wilmer Ortega Erazo" userId="19082e28a51afb61" providerId="LiveId" clId="{37358661-0E72-41EC-A063-1B1439718DDA}" dt="2023-11-06T00:09:11.292" v="906" actId="1076"/>
          <ac:picMkLst>
            <pc:docMk/>
            <pc:sldMk cId="3945025521" sldId="289"/>
            <ac:picMk id="3" creationId="{58A1FB2A-97C4-6924-F3CF-04E90639C2DD}"/>
          </ac:picMkLst>
        </pc:picChg>
        <pc:picChg chg="add mod">
          <ac:chgData name="Wilmer Ortega Erazo" userId="19082e28a51afb61" providerId="LiveId" clId="{37358661-0E72-41EC-A063-1B1439718DDA}" dt="2023-11-06T00:09:19.694" v="909" actId="14100"/>
          <ac:picMkLst>
            <pc:docMk/>
            <pc:sldMk cId="3945025521" sldId="289"/>
            <ac:picMk id="5" creationId="{D81E1CE5-54C5-8F34-67F8-0AE79F2B39FE}"/>
          </ac:picMkLst>
        </pc:picChg>
      </pc:sldChg>
      <pc:sldChg chg="addSp delSp modSp add mod">
        <pc:chgData name="Wilmer Ortega Erazo" userId="19082e28a51afb61" providerId="LiveId" clId="{37358661-0E72-41EC-A063-1B1439718DDA}" dt="2023-11-06T00:12:06.453" v="967" actId="33524"/>
        <pc:sldMkLst>
          <pc:docMk/>
          <pc:sldMk cId="4279495897" sldId="290"/>
        </pc:sldMkLst>
        <pc:spChg chg="mod">
          <ac:chgData name="Wilmer Ortega Erazo" userId="19082e28a51afb61" providerId="LiveId" clId="{37358661-0E72-41EC-A063-1B1439718DDA}" dt="2023-11-06T00:10:13.451" v="937" actId="20577"/>
          <ac:spMkLst>
            <pc:docMk/>
            <pc:sldMk cId="4279495897" sldId="290"/>
            <ac:spMk id="2" creationId="{91A14A99-37E7-FD86-1156-A753F20D5A3A}"/>
          </ac:spMkLst>
        </pc:spChg>
        <pc:spChg chg="mod">
          <ac:chgData name="Wilmer Ortega Erazo" userId="19082e28a51afb61" providerId="LiveId" clId="{37358661-0E72-41EC-A063-1B1439718DDA}" dt="2023-11-06T00:12:06.453" v="967" actId="33524"/>
          <ac:spMkLst>
            <pc:docMk/>
            <pc:sldMk cId="4279495897" sldId="290"/>
            <ac:spMk id="4" creationId="{A29C0834-3DBC-9FB3-0E0A-F77D599198EB}"/>
          </ac:spMkLst>
        </pc:spChg>
        <pc:picChg chg="del">
          <ac:chgData name="Wilmer Ortega Erazo" userId="19082e28a51afb61" providerId="LiveId" clId="{37358661-0E72-41EC-A063-1B1439718DDA}" dt="2023-11-06T00:10:24.755" v="938" actId="478"/>
          <ac:picMkLst>
            <pc:docMk/>
            <pc:sldMk cId="4279495897" sldId="290"/>
            <ac:picMk id="3" creationId="{58A1FB2A-97C4-6924-F3CF-04E90639C2DD}"/>
          </ac:picMkLst>
        </pc:picChg>
        <pc:picChg chg="del">
          <ac:chgData name="Wilmer Ortega Erazo" userId="19082e28a51afb61" providerId="LiveId" clId="{37358661-0E72-41EC-A063-1B1439718DDA}" dt="2023-11-06T00:10:25.403" v="939" actId="478"/>
          <ac:picMkLst>
            <pc:docMk/>
            <pc:sldMk cId="4279495897" sldId="290"/>
            <ac:picMk id="5" creationId="{D81E1CE5-54C5-8F34-67F8-0AE79F2B39FE}"/>
          </ac:picMkLst>
        </pc:picChg>
        <pc:picChg chg="add mod">
          <ac:chgData name="Wilmer Ortega Erazo" userId="19082e28a51afb61" providerId="LiveId" clId="{37358661-0E72-41EC-A063-1B1439718DDA}" dt="2023-11-06T00:11:50.835" v="966" actId="14100"/>
          <ac:picMkLst>
            <pc:docMk/>
            <pc:sldMk cId="4279495897" sldId="290"/>
            <ac:picMk id="6" creationId="{8B46F8FF-AAA2-31B3-5867-9AC435036998}"/>
          </ac:picMkLst>
        </pc:picChg>
      </pc:sldChg>
      <pc:sldChg chg="delSp modSp add mod">
        <pc:chgData name="Wilmer Ortega Erazo" userId="19082e28a51afb61" providerId="LiveId" clId="{37358661-0E72-41EC-A063-1B1439718DDA}" dt="2023-11-06T00:12:55.187" v="977" actId="33524"/>
        <pc:sldMkLst>
          <pc:docMk/>
          <pc:sldMk cId="1339230634" sldId="291"/>
        </pc:sldMkLst>
        <pc:spChg chg="mod">
          <ac:chgData name="Wilmer Ortega Erazo" userId="19082e28a51afb61" providerId="LiveId" clId="{37358661-0E72-41EC-A063-1B1439718DDA}" dt="2023-11-06T00:12:55.187" v="977" actId="33524"/>
          <ac:spMkLst>
            <pc:docMk/>
            <pc:sldMk cId="1339230634" sldId="291"/>
            <ac:spMk id="4" creationId="{A29C0834-3DBC-9FB3-0E0A-F77D599198EB}"/>
          </ac:spMkLst>
        </pc:spChg>
        <pc:picChg chg="del">
          <ac:chgData name="Wilmer Ortega Erazo" userId="19082e28a51afb61" providerId="LiveId" clId="{37358661-0E72-41EC-A063-1B1439718DDA}" dt="2023-11-06T00:12:26.180" v="969" actId="478"/>
          <ac:picMkLst>
            <pc:docMk/>
            <pc:sldMk cId="1339230634" sldId="291"/>
            <ac:picMk id="6" creationId="{8B46F8FF-AAA2-31B3-5867-9AC435036998}"/>
          </ac:picMkLst>
        </pc:picChg>
      </pc:sldChg>
      <pc:sldChg chg="addSp modSp add mod">
        <pc:chgData name="Wilmer Ortega Erazo" userId="19082e28a51afb61" providerId="LiveId" clId="{37358661-0E72-41EC-A063-1B1439718DDA}" dt="2023-11-06T00:15:44.556" v="997" actId="33524"/>
        <pc:sldMkLst>
          <pc:docMk/>
          <pc:sldMk cId="475750214" sldId="292"/>
        </pc:sldMkLst>
        <pc:spChg chg="mod">
          <ac:chgData name="Wilmer Ortega Erazo" userId="19082e28a51afb61" providerId="LiveId" clId="{37358661-0E72-41EC-A063-1B1439718DDA}" dt="2023-11-06T00:15:44.556" v="997" actId="33524"/>
          <ac:spMkLst>
            <pc:docMk/>
            <pc:sldMk cId="475750214" sldId="292"/>
            <ac:spMk id="4" creationId="{A29C0834-3DBC-9FB3-0E0A-F77D599198EB}"/>
          </ac:spMkLst>
        </pc:spChg>
        <pc:picChg chg="add mod">
          <ac:chgData name="Wilmer Ortega Erazo" userId="19082e28a51afb61" providerId="LiveId" clId="{37358661-0E72-41EC-A063-1B1439718DDA}" dt="2023-11-06T00:14:05.244" v="986" actId="1076"/>
          <ac:picMkLst>
            <pc:docMk/>
            <pc:sldMk cId="475750214" sldId="292"/>
            <ac:picMk id="3" creationId="{BEC25358-CA80-1E75-08C2-B968A8CEB0C0}"/>
          </ac:picMkLst>
        </pc:picChg>
      </pc:sldChg>
      <pc:sldChg chg="addSp delSp modSp add mod">
        <pc:chgData name="Wilmer Ortega Erazo" userId="19082e28a51afb61" providerId="LiveId" clId="{37358661-0E72-41EC-A063-1B1439718DDA}" dt="2023-11-06T00:16:25.356" v="1012" actId="20577"/>
        <pc:sldMkLst>
          <pc:docMk/>
          <pc:sldMk cId="386768506" sldId="293"/>
        </pc:sldMkLst>
        <pc:spChg chg="mod">
          <ac:chgData name="Wilmer Ortega Erazo" userId="19082e28a51afb61" providerId="LiveId" clId="{37358661-0E72-41EC-A063-1B1439718DDA}" dt="2023-11-06T00:16:25.356" v="1012" actId="20577"/>
          <ac:spMkLst>
            <pc:docMk/>
            <pc:sldMk cId="386768506" sldId="293"/>
            <ac:spMk id="4" creationId="{A29C0834-3DBC-9FB3-0E0A-F77D599198EB}"/>
          </ac:spMkLst>
        </pc:spChg>
        <pc:picChg chg="del">
          <ac:chgData name="Wilmer Ortega Erazo" userId="19082e28a51afb61" providerId="LiveId" clId="{37358661-0E72-41EC-A063-1B1439718DDA}" dt="2023-11-06T00:15:37.754" v="996" actId="478"/>
          <ac:picMkLst>
            <pc:docMk/>
            <pc:sldMk cId="386768506" sldId="293"/>
            <ac:picMk id="3" creationId="{BEC25358-CA80-1E75-08C2-B968A8CEB0C0}"/>
          </ac:picMkLst>
        </pc:picChg>
        <pc:picChg chg="add mod">
          <ac:chgData name="Wilmer Ortega Erazo" userId="19082e28a51afb61" providerId="LiveId" clId="{37358661-0E72-41EC-A063-1B1439718DDA}" dt="2023-11-06T00:16:08.236" v="1002" actId="1076"/>
          <ac:picMkLst>
            <pc:docMk/>
            <pc:sldMk cId="386768506" sldId="293"/>
            <ac:picMk id="5" creationId="{4ED79295-6CAF-F539-118D-CB6FC9CB1F22}"/>
          </ac:picMkLst>
        </pc:picChg>
      </pc:sldChg>
      <pc:sldChg chg="addSp delSp modSp add mod">
        <pc:chgData name="Wilmer Ortega Erazo" userId="19082e28a51afb61" providerId="LiveId" clId="{37358661-0E72-41EC-A063-1B1439718DDA}" dt="2023-11-06T00:19:10.613" v="1045" actId="20577"/>
        <pc:sldMkLst>
          <pc:docMk/>
          <pc:sldMk cId="3404988024" sldId="294"/>
        </pc:sldMkLst>
        <pc:spChg chg="mod">
          <ac:chgData name="Wilmer Ortega Erazo" userId="19082e28a51afb61" providerId="LiveId" clId="{37358661-0E72-41EC-A063-1B1439718DDA}" dt="2023-11-06T00:18:21.507" v="1026" actId="20577"/>
          <ac:spMkLst>
            <pc:docMk/>
            <pc:sldMk cId="3404988024" sldId="294"/>
            <ac:spMk id="2" creationId="{91A14A99-37E7-FD86-1156-A753F20D5A3A}"/>
          </ac:spMkLst>
        </pc:spChg>
        <pc:spChg chg="mod">
          <ac:chgData name="Wilmer Ortega Erazo" userId="19082e28a51afb61" providerId="LiveId" clId="{37358661-0E72-41EC-A063-1B1439718DDA}" dt="2023-11-06T00:19:10.613" v="1045" actId="20577"/>
          <ac:spMkLst>
            <pc:docMk/>
            <pc:sldMk cId="3404988024" sldId="294"/>
            <ac:spMk id="4" creationId="{A29C0834-3DBC-9FB3-0E0A-F77D599198EB}"/>
          </ac:spMkLst>
        </pc:spChg>
        <pc:picChg chg="add mod">
          <ac:chgData name="Wilmer Ortega Erazo" userId="19082e28a51afb61" providerId="LiveId" clId="{37358661-0E72-41EC-A063-1B1439718DDA}" dt="2023-11-06T00:18:46.468" v="1034" actId="1076"/>
          <ac:picMkLst>
            <pc:docMk/>
            <pc:sldMk cId="3404988024" sldId="294"/>
            <ac:picMk id="3" creationId="{F41229AF-E5CD-E98E-6B6C-4151973CA426}"/>
          </ac:picMkLst>
        </pc:picChg>
        <pc:picChg chg="del">
          <ac:chgData name="Wilmer Ortega Erazo" userId="19082e28a51afb61" providerId="LiveId" clId="{37358661-0E72-41EC-A063-1B1439718DDA}" dt="2023-11-06T00:18:13.956" v="1014" actId="478"/>
          <ac:picMkLst>
            <pc:docMk/>
            <pc:sldMk cId="3404988024" sldId="294"/>
            <ac:picMk id="5" creationId="{4ED79295-6CAF-F539-118D-CB6FC9CB1F22}"/>
          </ac:picMkLst>
        </pc:picChg>
        <pc:picChg chg="add mod">
          <ac:chgData name="Wilmer Ortega Erazo" userId="19082e28a51afb61" providerId="LiveId" clId="{37358661-0E72-41EC-A063-1B1439718DDA}" dt="2023-11-06T00:18:52.248" v="1036" actId="1076"/>
          <ac:picMkLst>
            <pc:docMk/>
            <pc:sldMk cId="3404988024" sldId="294"/>
            <ac:picMk id="6" creationId="{79AD23DA-DB50-5636-F9B9-3A2781CD89D8}"/>
          </ac:picMkLst>
        </pc:picChg>
      </pc:sldChg>
      <pc:sldChg chg="delSp modSp add mod">
        <pc:chgData name="Wilmer Ortega Erazo" userId="19082e28a51afb61" providerId="LiveId" clId="{37358661-0E72-41EC-A063-1B1439718DDA}" dt="2023-11-06T00:20:16.205" v="1053" actId="6549"/>
        <pc:sldMkLst>
          <pc:docMk/>
          <pc:sldMk cId="1810781759" sldId="295"/>
        </pc:sldMkLst>
        <pc:spChg chg="mod">
          <ac:chgData name="Wilmer Ortega Erazo" userId="19082e28a51afb61" providerId="LiveId" clId="{37358661-0E72-41EC-A063-1B1439718DDA}" dt="2023-11-06T00:20:16.205" v="1053" actId="6549"/>
          <ac:spMkLst>
            <pc:docMk/>
            <pc:sldMk cId="1810781759" sldId="295"/>
            <ac:spMk id="4" creationId="{A29C0834-3DBC-9FB3-0E0A-F77D599198EB}"/>
          </ac:spMkLst>
        </pc:spChg>
        <pc:picChg chg="del">
          <ac:chgData name="Wilmer Ortega Erazo" userId="19082e28a51afb61" providerId="LiveId" clId="{37358661-0E72-41EC-A063-1B1439718DDA}" dt="2023-11-06T00:19:30.154" v="1047" actId="478"/>
          <ac:picMkLst>
            <pc:docMk/>
            <pc:sldMk cId="1810781759" sldId="295"/>
            <ac:picMk id="3" creationId="{F41229AF-E5CD-E98E-6B6C-4151973CA426}"/>
          </ac:picMkLst>
        </pc:picChg>
        <pc:picChg chg="del">
          <ac:chgData name="Wilmer Ortega Erazo" userId="19082e28a51afb61" providerId="LiveId" clId="{37358661-0E72-41EC-A063-1B1439718DDA}" dt="2023-11-06T00:19:30.154" v="1047" actId="478"/>
          <ac:picMkLst>
            <pc:docMk/>
            <pc:sldMk cId="1810781759" sldId="295"/>
            <ac:picMk id="6" creationId="{79AD23DA-DB50-5636-F9B9-3A2781CD89D8}"/>
          </ac:picMkLst>
        </pc:picChg>
      </pc:sldChg>
      <pc:sldChg chg="addSp modSp add mod">
        <pc:chgData name="Wilmer Ortega Erazo" userId="19082e28a51afb61" providerId="LiveId" clId="{37358661-0E72-41EC-A063-1B1439718DDA}" dt="2023-11-06T00:21:21.578" v="1065" actId="20577"/>
        <pc:sldMkLst>
          <pc:docMk/>
          <pc:sldMk cId="3094856676" sldId="296"/>
        </pc:sldMkLst>
        <pc:spChg chg="mod">
          <ac:chgData name="Wilmer Ortega Erazo" userId="19082e28a51afb61" providerId="LiveId" clId="{37358661-0E72-41EC-A063-1B1439718DDA}" dt="2023-11-06T00:21:21.578" v="1065" actId="20577"/>
          <ac:spMkLst>
            <pc:docMk/>
            <pc:sldMk cId="3094856676" sldId="296"/>
            <ac:spMk id="4" creationId="{A29C0834-3DBC-9FB3-0E0A-F77D599198EB}"/>
          </ac:spMkLst>
        </pc:spChg>
        <pc:picChg chg="add mod">
          <ac:chgData name="Wilmer Ortega Erazo" userId="19082e28a51afb61" providerId="LiveId" clId="{37358661-0E72-41EC-A063-1B1439718DDA}" dt="2023-11-06T00:20:43.053" v="1057" actId="1076"/>
          <ac:picMkLst>
            <pc:docMk/>
            <pc:sldMk cId="3094856676" sldId="296"/>
            <ac:picMk id="3" creationId="{C76A31BE-18F5-F147-7B50-D730E76AFECF}"/>
          </ac:picMkLst>
        </pc:picChg>
      </pc:sldChg>
      <pc:sldChg chg="addSp delSp modSp add mod">
        <pc:chgData name="Wilmer Ortega Erazo" userId="19082e28a51afb61" providerId="LiveId" clId="{37358661-0E72-41EC-A063-1B1439718DDA}" dt="2023-11-06T00:22:42.426" v="1095" actId="790"/>
        <pc:sldMkLst>
          <pc:docMk/>
          <pc:sldMk cId="2900673992" sldId="297"/>
        </pc:sldMkLst>
        <pc:spChg chg="mod">
          <ac:chgData name="Wilmer Ortega Erazo" userId="19082e28a51afb61" providerId="LiveId" clId="{37358661-0E72-41EC-A063-1B1439718DDA}" dt="2023-11-06T00:21:48.003" v="1085" actId="20577"/>
          <ac:spMkLst>
            <pc:docMk/>
            <pc:sldMk cId="2900673992" sldId="297"/>
            <ac:spMk id="2" creationId="{91A14A99-37E7-FD86-1156-A753F20D5A3A}"/>
          </ac:spMkLst>
        </pc:spChg>
        <pc:spChg chg="mod">
          <ac:chgData name="Wilmer Ortega Erazo" userId="19082e28a51afb61" providerId="LiveId" clId="{37358661-0E72-41EC-A063-1B1439718DDA}" dt="2023-11-06T00:22:42.426" v="1095" actId="790"/>
          <ac:spMkLst>
            <pc:docMk/>
            <pc:sldMk cId="2900673992" sldId="297"/>
            <ac:spMk id="4" creationId="{A29C0834-3DBC-9FB3-0E0A-F77D599198EB}"/>
          </ac:spMkLst>
        </pc:spChg>
        <pc:picChg chg="del">
          <ac:chgData name="Wilmer Ortega Erazo" userId="19082e28a51afb61" providerId="LiveId" clId="{37358661-0E72-41EC-A063-1B1439718DDA}" dt="2023-11-06T00:21:50.843" v="1086" actId="478"/>
          <ac:picMkLst>
            <pc:docMk/>
            <pc:sldMk cId="2900673992" sldId="297"/>
            <ac:picMk id="3" creationId="{C76A31BE-18F5-F147-7B50-D730E76AFECF}"/>
          </ac:picMkLst>
        </pc:picChg>
        <pc:picChg chg="add mod">
          <ac:chgData name="Wilmer Ortega Erazo" userId="19082e28a51afb61" providerId="LiveId" clId="{37358661-0E72-41EC-A063-1B1439718DDA}" dt="2023-11-06T00:22:14.596" v="1091" actId="1076"/>
          <ac:picMkLst>
            <pc:docMk/>
            <pc:sldMk cId="2900673992" sldId="297"/>
            <ac:picMk id="5" creationId="{557557AF-51E2-68B5-D3F4-6BEDADD43090}"/>
          </ac:picMkLst>
        </pc:picChg>
        <pc:picChg chg="add mod">
          <ac:chgData name="Wilmer Ortega Erazo" userId="19082e28a51afb61" providerId="LiveId" clId="{37358661-0E72-41EC-A063-1B1439718DDA}" dt="2023-11-06T00:22:20.772" v="1092" actId="1076"/>
          <ac:picMkLst>
            <pc:docMk/>
            <pc:sldMk cId="2900673992" sldId="297"/>
            <ac:picMk id="6" creationId="{EF2E839B-A544-3D34-3063-7D887C46E636}"/>
          </ac:picMkLst>
        </pc:picChg>
      </pc:sldChg>
      <pc:sldChg chg="addSp delSp modSp add mod">
        <pc:chgData name="Wilmer Ortega Erazo" userId="19082e28a51afb61" providerId="LiveId" clId="{37358661-0E72-41EC-A063-1B1439718DDA}" dt="2023-11-06T00:24:38.908" v="1125" actId="20577"/>
        <pc:sldMkLst>
          <pc:docMk/>
          <pc:sldMk cId="1698005168" sldId="298"/>
        </pc:sldMkLst>
        <pc:spChg chg="mod">
          <ac:chgData name="Wilmer Ortega Erazo" userId="19082e28a51afb61" providerId="LiveId" clId="{37358661-0E72-41EC-A063-1B1439718DDA}" dt="2023-11-06T00:23:52.091" v="1115" actId="20577"/>
          <ac:spMkLst>
            <pc:docMk/>
            <pc:sldMk cId="1698005168" sldId="298"/>
            <ac:spMk id="2" creationId="{91A14A99-37E7-FD86-1156-A753F20D5A3A}"/>
          </ac:spMkLst>
        </pc:spChg>
        <pc:spChg chg="mod">
          <ac:chgData name="Wilmer Ortega Erazo" userId="19082e28a51afb61" providerId="LiveId" clId="{37358661-0E72-41EC-A063-1B1439718DDA}" dt="2023-11-06T00:24:38.908" v="1125" actId="20577"/>
          <ac:spMkLst>
            <pc:docMk/>
            <pc:sldMk cId="1698005168" sldId="298"/>
            <ac:spMk id="4" creationId="{A29C0834-3DBC-9FB3-0E0A-F77D599198EB}"/>
          </ac:spMkLst>
        </pc:spChg>
        <pc:picChg chg="add mod">
          <ac:chgData name="Wilmer Ortega Erazo" userId="19082e28a51afb61" providerId="LiveId" clId="{37358661-0E72-41EC-A063-1B1439718DDA}" dt="2023-11-06T00:24:26.164" v="1121" actId="1076"/>
          <ac:picMkLst>
            <pc:docMk/>
            <pc:sldMk cId="1698005168" sldId="298"/>
            <ac:picMk id="3" creationId="{5AA35F79-6F40-391E-3B24-6C4ED60D6E28}"/>
          </ac:picMkLst>
        </pc:picChg>
        <pc:picChg chg="del">
          <ac:chgData name="Wilmer Ortega Erazo" userId="19082e28a51afb61" providerId="LiveId" clId="{37358661-0E72-41EC-A063-1B1439718DDA}" dt="2023-11-06T00:23:40.283" v="1099" actId="478"/>
          <ac:picMkLst>
            <pc:docMk/>
            <pc:sldMk cId="1698005168" sldId="298"/>
            <ac:picMk id="5" creationId="{557557AF-51E2-68B5-D3F4-6BEDADD43090}"/>
          </ac:picMkLst>
        </pc:picChg>
        <pc:picChg chg="del">
          <ac:chgData name="Wilmer Ortega Erazo" userId="19082e28a51afb61" providerId="LiveId" clId="{37358661-0E72-41EC-A063-1B1439718DDA}" dt="2023-11-06T00:23:40.746" v="1100" actId="478"/>
          <ac:picMkLst>
            <pc:docMk/>
            <pc:sldMk cId="1698005168" sldId="298"/>
            <ac:picMk id="6" creationId="{EF2E839B-A544-3D34-3063-7D887C46E636}"/>
          </ac:picMkLst>
        </pc:picChg>
      </pc:sldChg>
      <pc:sldChg chg="delSp modSp add mod">
        <pc:chgData name="Wilmer Ortega Erazo" userId="19082e28a51afb61" providerId="LiveId" clId="{37358661-0E72-41EC-A063-1B1439718DDA}" dt="2023-11-06T00:25:29.725" v="1133" actId="33524"/>
        <pc:sldMkLst>
          <pc:docMk/>
          <pc:sldMk cId="77465205" sldId="299"/>
        </pc:sldMkLst>
        <pc:spChg chg="mod">
          <ac:chgData name="Wilmer Ortega Erazo" userId="19082e28a51afb61" providerId="LiveId" clId="{37358661-0E72-41EC-A063-1B1439718DDA}" dt="2023-11-06T00:25:29.725" v="1133" actId="33524"/>
          <ac:spMkLst>
            <pc:docMk/>
            <pc:sldMk cId="77465205" sldId="299"/>
            <ac:spMk id="4" creationId="{A29C0834-3DBC-9FB3-0E0A-F77D599198EB}"/>
          </ac:spMkLst>
        </pc:spChg>
        <pc:picChg chg="del">
          <ac:chgData name="Wilmer Ortega Erazo" userId="19082e28a51afb61" providerId="LiveId" clId="{37358661-0E72-41EC-A063-1B1439718DDA}" dt="2023-11-06T00:24:53.196" v="1127" actId="478"/>
          <ac:picMkLst>
            <pc:docMk/>
            <pc:sldMk cId="77465205" sldId="299"/>
            <ac:picMk id="3" creationId="{5AA35F79-6F40-391E-3B24-6C4ED60D6E28}"/>
          </ac:picMkLst>
        </pc:picChg>
      </pc:sldChg>
      <pc:sldChg chg="del">
        <pc:chgData name="Wilmer Ortega Erazo" userId="19082e28a51afb61" providerId="LiveId" clId="{37358661-0E72-41EC-A063-1B1439718DDA}" dt="2023-10-30T00:30:53.006" v="0" actId="2696"/>
        <pc:sldMkLst>
          <pc:docMk/>
          <pc:sldMk cId="667583572" sldId="300"/>
        </pc:sldMkLst>
      </pc:sldChg>
      <pc:sldChg chg="addSp modSp add mod">
        <pc:chgData name="Wilmer Ortega Erazo" userId="19082e28a51afb61" providerId="LiveId" clId="{37358661-0E72-41EC-A063-1B1439718DDA}" dt="2023-11-06T00:27:02.484" v="1162" actId="20577"/>
        <pc:sldMkLst>
          <pc:docMk/>
          <pc:sldMk cId="3855636165" sldId="300"/>
        </pc:sldMkLst>
        <pc:spChg chg="mod">
          <ac:chgData name="Wilmer Ortega Erazo" userId="19082e28a51afb61" providerId="LiveId" clId="{37358661-0E72-41EC-A063-1B1439718DDA}" dt="2023-11-06T00:26:22.291" v="1145" actId="20577"/>
          <ac:spMkLst>
            <pc:docMk/>
            <pc:sldMk cId="3855636165" sldId="300"/>
            <ac:spMk id="2" creationId="{91A14A99-37E7-FD86-1156-A753F20D5A3A}"/>
          </ac:spMkLst>
        </pc:spChg>
        <pc:spChg chg="mod">
          <ac:chgData name="Wilmer Ortega Erazo" userId="19082e28a51afb61" providerId="LiveId" clId="{37358661-0E72-41EC-A063-1B1439718DDA}" dt="2023-11-06T00:27:02.484" v="1162" actId="20577"/>
          <ac:spMkLst>
            <pc:docMk/>
            <pc:sldMk cId="3855636165" sldId="300"/>
            <ac:spMk id="4" creationId="{A29C0834-3DBC-9FB3-0E0A-F77D599198EB}"/>
          </ac:spMkLst>
        </pc:spChg>
        <pc:picChg chg="add mod">
          <ac:chgData name="Wilmer Ortega Erazo" userId="19082e28a51afb61" providerId="LiveId" clId="{37358661-0E72-41EC-A063-1B1439718DDA}" dt="2023-11-06T00:26:49.804" v="1150" actId="1076"/>
          <ac:picMkLst>
            <pc:docMk/>
            <pc:sldMk cId="3855636165" sldId="300"/>
            <ac:picMk id="3" creationId="{C799E2C5-8CAD-0A0F-C394-753C67D9119A}"/>
          </ac:picMkLst>
        </pc:picChg>
        <pc:picChg chg="add mod">
          <ac:chgData name="Wilmer Ortega Erazo" userId="19082e28a51afb61" providerId="LiveId" clId="{37358661-0E72-41EC-A063-1B1439718DDA}" dt="2023-11-06T00:26:49.804" v="1150" actId="1076"/>
          <ac:picMkLst>
            <pc:docMk/>
            <pc:sldMk cId="3855636165" sldId="300"/>
            <ac:picMk id="5" creationId="{8C6D7B83-BEFD-D4D0-1231-4D7C71BAB5E3}"/>
          </ac:picMkLst>
        </pc:picChg>
      </pc:sldChg>
      <pc:sldChg chg="del">
        <pc:chgData name="Wilmer Ortega Erazo" userId="19082e28a51afb61" providerId="LiveId" clId="{37358661-0E72-41EC-A063-1B1439718DDA}" dt="2023-10-30T00:30:53.006" v="0" actId="2696"/>
        <pc:sldMkLst>
          <pc:docMk/>
          <pc:sldMk cId="257352372" sldId="301"/>
        </pc:sldMkLst>
      </pc:sldChg>
      <pc:sldChg chg="delSp modSp add mod">
        <pc:chgData name="Wilmer Ortega Erazo" userId="19082e28a51afb61" providerId="LiveId" clId="{37358661-0E72-41EC-A063-1B1439718DDA}" dt="2023-11-06T00:28:12.595" v="1169" actId="33524"/>
        <pc:sldMkLst>
          <pc:docMk/>
          <pc:sldMk cId="717445376" sldId="301"/>
        </pc:sldMkLst>
        <pc:spChg chg="mod">
          <ac:chgData name="Wilmer Ortega Erazo" userId="19082e28a51afb61" providerId="LiveId" clId="{37358661-0E72-41EC-A063-1B1439718DDA}" dt="2023-11-06T00:28:12.595" v="1169" actId="33524"/>
          <ac:spMkLst>
            <pc:docMk/>
            <pc:sldMk cId="717445376" sldId="301"/>
            <ac:spMk id="4" creationId="{A29C0834-3DBC-9FB3-0E0A-F77D599198EB}"/>
          </ac:spMkLst>
        </pc:spChg>
        <pc:picChg chg="del">
          <ac:chgData name="Wilmer Ortega Erazo" userId="19082e28a51afb61" providerId="LiveId" clId="{37358661-0E72-41EC-A063-1B1439718DDA}" dt="2023-11-06T00:27:57.195" v="1164" actId="478"/>
          <ac:picMkLst>
            <pc:docMk/>
            <pc:sldMk cId="717445376" sldId="301"/>
            <ac:picMk id="3" creationId="{C799E2C5-8CAD-0A0F-C394-753C67D9119A}"/>
          </ac:picMkLst>
        </pc:picChg>
        <pc:picChg chg="del">
          <ac:chgData name="Wilmer Ortega Erazo" userId="19082e28a51afb61" providerId="LiveId" clId="{37358661-0E72-41EC-A063-1B1439718DDA}" dt="2023-11-06T00:27:57.195" v="1164" actId="478"/>
          <ac:picMkLst>
            <pc:docMk/>
            <pc:sldMk cId="717445376" sldId="301"/>
            <ac:picMk id="5" creationId="{8C6D7B83-BEFD-D4D0-1231-4D7C71BAB5E3}"/>
          </ac:picMkLst>
        </pc:picChg>
      </pc:sldChg>
      <pc:sldChg chg="modSp add mod">
        <pc:chgData name="Wilmer Ortega Erazo" userId="19082e28a51afb61" providerId="LiveId" clId="{37358661-0E72-41EC-A063-1B1439718DDA}" dt="2023-11-06T00:28:52.627" v="1183" actId="20577"/>
        <pc:sldMkLst>
          <pc:docMk/>
          <pc:sldMk cId="3236091124" sldId="302"/>
        </pc:sldMkLst>
        <pc:spChg chg="mod">
          <ac:chgData name="Wilmer Ortega Erazo" userId="19082e28a51afb61" providerId="LiveId" clId="{37358661-0E72-41EC-A063-1B1439718DDA}" dt="2023-11-06T00:28:52.627" v="1183" actId="20577"/>
          <ac:spMkLst>
            <pc:docMk/>
            <pc:sldMk cId="3236091124" sldId="302"/>
            <ac:spMk id="4" creationId="{A29C0834-3DBC-9FB3-0E0A-F77D599198EB}"/>
          </ac:spMkLst>
        </pc:spChg>
      </pc:sldChg>
      <pc:sldChg chg="del">
        <pc:chgData name="Wilmer Ortega Erazo" userId="19082e28a51afb61" providerId="LiveId" clId="{37358661-0E72-41EC-A063-1B1439718DDA}" dt="2023-10-30T00:30:53.006" v="0" actId="2696"/>
        <pc:sldMkLst>
          <pc:docMk/>
          <pc:sldMk cId="4212173715" sldId="302"/>
        </pc:sldMkLst>
      </pc:sldChg>
      <pc:sldChg chg="del">
        <pc:chgData name="Wilmer Ortega Erazo" userId="19082e28a51afb61" providerId="LiveId" clId="{37358661-0E72-41EC-A063-1B1439718DDA}" dt="2023-10-30T00:30:53.006" v="0" actId="2696"/>
        <pc:sldMkLst>
          <pc:docMk/>
          <pc:sldMk cId="1398646774" sldId="303"/>
        </pc:sldMkLst>
      </pc:sldChg>
      <pc:sldChg chg="modSp add mod">
        <pc:chgData name="Wilmer Ortega Erazo" userId="19082e28a51afb61" providerId="LiveId" clId="{37358661-0E72-41EC-A063-1B1439718DDA}" dt="2023-11-06T00:39:45.806" v="1253" actId="20577"/>
        <pc:sldMkLst>
          <pc:docMk/>
          <pc:sldMk cId="3611105292" sldId="303"/>
        </pc:sldMkLst>
        <pc:spChg chg="mod">
          <ac:chgData name="Wilmer Ortega Erazo" userId="19082e28a51afb61" providerId="LiveId" clId="{37358661-0E72-41EC-A063-1B1439718DDA}" dt="2023-11-06T00:37:05.739" v="1233" actId="255"/>
          <ac:spMkLst>
            <pc:docMk/>
            <pc:sldMk cId="3611105292" sldId="303"/>
            <ac:spMk id="2" creationId="{91A14A99-37E7-FD86-1156-A753F20D5A3A}"/>
          </ac:spMkLst>
        </pc:spChg>
        <pc:spChg chg="mod">
          <ac:chgData name="Wilmer Ortega Erazo" userId="19082e28a51afb61" providerId="LiveId" clId="{37358661-0E72-41EC-A063-1B1439718DDA}" dt="2023-11-06T00:39:45.806" v="1253" actId="20577"/>
          <ac:spMkLst>
            <pc:docMk/>
            <pc:sldMk cId="3611105292" sldId="303"/>
            <ac:spMk id="4" creationId="{A29C0834-3DBC-9FB3-0E0A-F77D599198EB}"/>
          </ac:spMkLst>
        </pc:spChg>
      </pc:sldChg>
      <pc:sldChg chg="del">
        <pc:chgData name="Wilmer Ortega Erazo" userId="19082e28a51afb61" providerId="LiveId" clId="{37358661-0E72-41EC-A063-1B1439718DDA}" dt="2023-10-30T00:30:53.006" v="0" actId="2696"/>
        <pc:sldMkLst>
          <pc:docMk/>
          <pc:sldMk cId="3174243289" sldId="304"/>
        </pc:sldMkLst>
      </pc:sldChg>
      <pc:sldChg chg="addSp modSp add mod">
        <pc:chgData name="Wilmer Ortega Erazo" userId="19082e28a51afb61" providerId="LiveId" clId="{37358661-0E72-41EC-A063-1B1439718DDA}" dt="2023-11-06T00:39:42.899" v="1252" actId="20577"/>
        <pc:sldMkLst>
          <pc:docMk/>
          <pc:sldMk cId="3636620521" sldId="304"/>
        </pc:sldMkLst>
        <pc:spChg chg="mod">
          <ac:chgData name="Wilmer Ortega Erazo" userId="19082e28a51afb61" providerId="LiveId" clId="{37358661-0E72-41EC-A063-1B1439718DDA}" dt="2023-11-06T00:39:42.899" v="1252" actId="20577"/>
          <ac:spMkLst>
            <pc:docMk/>
            <pc:sldMk cId="3636620521" sldId="304"/>
            <ac:spMk id="4" creationId="{A29C0834-3DBC-9FB3-0E0A-F77D599198EB}"/>
          </ac:spMkLst>
        </pc:spChg>
        <pc:picChg chg="add mod">
          <ac:chgData name="Wilmer Ortega Erazo" userId="19082e28a51afb61" providerId="LiveId" clId="{37358661-0E72-41EC-A063-1B1439718DDA}" dt="2023-11-06T00:39:32.851" v="1250" actId="1076"/>
          <ac:picMkLst>
            <pc:docMk/>
            <pc:sldMk cId="3636620521" sldId="304"/>
            <ac:picMk id="3" creationId="{69FE4160-2488-CFD3-5290-B824D6CC44FE}"/>
          </ac:picMkLst>
        </pc:picChg>
        <pc:picChg chg="add mod">
          <ac:chgData name="Wilmer Ortega Erazo" userId="19082e28a51afb61" providerId="LiveId" clId="{37358661-0E72-41EC-A063-1B1439718DDA}" dt="2023-11-06T00:39:28.602" v="1249" actId="1076"/>
          <ac:picMkLst>
            <pc:docMk/>
            <pc:sldMk cId="3636620521" sldId="304"/>
            <ac:picMk id="5" creationId="{EDB0C80F-D7E8-0AE5-D454-8B76FF2F25D2}"/>
          </ac:picMkLst>
        </pc:picChg>
      </pc:sldChg>
      <pc:sldChg chg="del">
        <pc:chgData name="Wilmer Ortega Erazo" userId="19082e28a51afb61" providerId="LiveId" clId="{37358661-0E72-41EC-A063-1B1439718DDA}" dt="2023-10-30T00:30:53.006" v="0" actId="2696"/>
        <pc:sldMkLst>
          <pc:docMk/>
          <pc:sldMk cId="2493740496" sldId="305"/>
        </pc:sldMkLst>
      </pc:sldChg>
      <pc:sldChg chg="delSp modSp add mod">
        <pc:chgData name="Wilmer Ortega Erazo" userId="19082e28a51afb61" providerId="LiveId" clId="{37358661-0E72-41EC-A063-1B1439718DDA}" dt="2023-11-06T00:41:15.079" v="1264" actId="255"/>
        <pc:sldMkLst>
          <pc:docMk/>
          <pc:sldMk cId="3889286629" sldId="305"/>
        </pc:sldMkLst>
        <pc:spChg chg="mod">
          <ac:chgData name="Wilmer Ortega Erazo" userId="19082e28a51afb61" providerId="LiveId" clId="{37358661-0E72-41EC-A063-1B1439718DDA}" dt="2023-11-06T00:41:15.079" v="1264" actId="255"/>
          <ac:spMkLst>
            <pc:docMk/>
            <pc:sldMk cId="3889286629" sldId="305"/>
            <ac:spMk id="2" creationId="{91A14A99-37E7-FD86-1156-A753F20D5A3A}"/>
          </ac:spMkLst>
        </pc:spChg>
        <pc:spChg chg="mod">
          <ac:chgData name="Wilmer Ortega Erazo" userId="19082e28a51afb61" providerId="LiveId" clId="{37358661-0E72-41EC-A063-1B1439718DDA}" dt="2023-11-06T00:40:52.379" v="1258" actId="255"/>
          <ac:spMkLst>
            <pc:docMk/>
            <pc:sldMk cId="3889286629" sldId="305"/>
            <ac:spMk id="4" creationId="{A29C0834-3DBC-9FB3-0E0A-F77D599198EB}"/>
          </ac:spMkLst>
        </pc:spChg>
        <pc:picChg chg="del">
          <ac:chgData name="Wilmer Ortega Erazo" userId="19082e28a51afb61" providerId="LiveId" clId="{37358661-0E72-41EC-A063-1B1439718DDA}" dt="2023-11-06T00:40:36.794" v="1255" actId="478"/>
          <ac:picMkLst>
            <pc:docMk/>
            <pc:sldMk cId="3889286629" sldId="305"/>
            <ac:picMk id="3" creationId="{69FE4160-2488-CFD3-5290-B824D6CC44FE}"/>
          </ac:picMkLst>
        </pc:picChg>
        <pc:picChg chg="del">
          <ac:chgData name="Wilmer Ortega Erazo" userId="19082e28a51afb61" providerId="LiveId" clId="{37358661-0E72-41EC-A063-1B1439718DDA}" dt="2023-11-06T00:40:36.794" v="1255" actId="478"/>
          <ac:picMkLst>
            <pc:docMk/>
            <pc:sldMk cId="3889286629" sldId="305"/>
            <ac:picMk id="5" creationId="{EDB0C80F-D7E8-0AE5-D454-8B76FF2F25D2}"/>
          </ac:picMkLst>
        </pc:picChg>
      </pc:sldChg>
      <pc:sldChg chg="del">
        <pc:chgData name="Wilmer Ortega Erazo" userId="19082e28a51afb61" providerId="LiveId" clId="{37358661-0E72-41EC-A063-1B1439718DDA}" dt="2023-10-30T00:30:53.006" v="0" actId="2696"/>
        <pc:sldMkLst>
          <pc:docMk/>
          <pc:sldMk cId="483477028" sldId="306"/>
        </pc:sldMkLst>
      </pc:sldChg>
      <pc:sldChg chg="modSp add mod">
        <pc:chgData name="Wilmer Ortega Erazo" userId="19082e28a51afb61" providerId="LiveId" clId="{37358661-0E72-41EC-A063-1B1439718DDA}" dt="2023-11-06T00:44:00.532" v="1271" actId="6549"/>
        <pc:sldMkLst>
          <pc:docMk/>
          <pc:sldMk cId="3290689773" sldId="306"/>
        </pc:sldMkLst>
        <pc:spChg chg="mod">
          <ac:chgData name="Wilmer Ortega Erazo" userId="19082e28a51afb61" providerId="LiveId" clId="{37358661-0E72-41EC-A063-1B1439718DDA}" dt="2023-11-06T00:44:00.532" v="1271" actId="6549"/>
          <ac:spMkLst>
            <pc:docMk/>
            <pc:sldMk cId="3290689773" sldId="306"/>
            <ac:spMk id="2" creationId="{91A14A99-37E7-FD86-1156-A753F20D5A3A}"/>
          </ac:spMkLst>
        </pc:spChg>
        <pc:spChg chg="mod">
          <ac:chgData name="Wilmer Ortega Erazo" userId="19082e28a51afb61" providerId="LiveId" clId="{37358661-0E72-41EC-A063-1B1439718DDA}" dt="2023-11-06T00:43:45.914" v="1268" actId="255"/>
          <ac:spMkLst>
            <pc:docMk/>
            <pc:sldMk cId="3290689773" sldId="306"/>
            <ac:spMk id="4" creationId="{A29C0834-3DBC-9FB3-0E0A-F77D599198EB}"/>
          </ac:spMkLst>
        </pc:spChg>
      </pc:sldChg>
      <pc:sldChg chg="modSp add mod">
        <pc:chgData name="Wilmer Ortega Erazo" userId="19082e28a51afb61" providerId="LiveId" clId="{37358661-0E72-41EC-A063-1B1439718DDA}" dt="2023-11-06T00:45:59.947" v="1281" actId="790"/>
        <pc:sldMkLst>
          <pc:docMk/>
          <pc:sldMk cId="2106618839" sldId="307"/>
        </pc:sldMkLst>
        <pc:spChg chg="mod">
          <ac:chgData name="Wilmer Ortega Erazo" userId="19082e28a51afb61" providerId="LiveId" clId="{37358661-0E72-41EC-A063-1B1439718DDA}" dt="2023-11-06T00:45:59.947" v="1281" actId="790"/>
          <ac:spMkLst>
            <pc:docMk/>
            <pc:sldMk cId="2106618839" sldId="307"/>
            <ac:spMk id="2" creationId="{91A14A99-37E7-FD86-1156-A753F20D5A3A}"/>
          </ac:spMkLst>
        </pc:spChg>
        <pc:spChg chg="mod">
          <ac:chgData name="Wilmer Ortega Erazo" userId="19082e28a51afb61" providerId="LiveId" clId="{37358661-0E72-41EC-A063-1B1439718DDA}" dt="2023-11-06T00:44:31.355" v="1276" actId="20577"/>
          <ac:spMkLst>
            <pc:docMk/>
            <pc:sldMk cId="2106618839" sldId="307"/>
            <ac:spMk id="4" creationId="{A29C0834-3DBC-9FB3-0E0A-F77D599198EB}"/>
          </ac:spMkLst>
        </pc:spChg>
      </pc:sldChg>
      <pc:sldChg chg="del">
        <pc:chgData name="Wilmer Ortega Erazo" userId="19082e28a51afb61" providerId="LiveId" clId="{37358661-0E72-41EC-A063-1B1439718DDA}" dt="2023-10-30T00:30:53.006" v="0" actId="2696"/>
        <pc:sldMkLst>
          <pc:docMk/>
          <pc:sldMk cId="3824200280" sldId="307"/>
        </pc:sldMkLst>
      </pc:sldChg>
      <pc:sldChg chg="del">
        <pc:chgData name="Wilmer Ortega Erazo" userId="19082e28a51afb61" providerId="LiveId" clId="{37358661-0E72-41EC-A063-1B1439718DDA}" dt="2023-10-30T00:30:53.006" v="0" actId="2696"/>
        <pc:sldMkLst>
          <pc:docMk/>
          <pc:sldMk cId="3390981850" sldId="308"/>
        </pc:sldMkLst>
      </pc:sldChg>
      <pc:sldChg chg="addSp modSp add mod">
        <pc:chgData name="Wilmer Ortega Erazo" userId="19082e28a51afb61" providerId="LiveId" clId="{37358661-0E72-41EC-A063-1B1439718DDA}" dt="2023-11-06T00:46:59.222" v="1295" actId="20577"/>
        <pc:sldMkLst>
          <pc:docMk/>
          <pc:sldMk cId="4218856161" sldId="308"/>
        </pc:sldMkLst>
        <pc:spChg chg="mod">
          <ac:chgData name="Wilmer Ortega Erazo" userId="19082e28a51afb61" providerId="LiveId" clId="{37358661-0E72-41EC-A063-1B1439718DDA}" dt="2023-11-06T00:46:59.222" v="1295" actId="20577"/>
          <ac:spMkLst>
            <pc:docMk/>
            <pc:sldMk cId="4218856161" sldId="308"/>
            <ac:spMk id="4" creationId="{A29C0834-3DBC-9FB3-0E0A-F77D599198EB}"/>
          </ac:spMkLst>
        </pc:spChg>
        <pc:picChg chg="add mod">
          <ac:chgData name="Wilmer Ortega Erazo" userId="19082e28a51afb61" providerId="LiveId" clId="{37358661-0E72-41EC-A063-1B1439718DDA}" dt="2023-11-06T00:46:34.083" v="1287" actId="1076"/>
          <ac:picMkLst>
            <pc:docMk/>
            <pc:sldMk cId="4218856161" sldId="308"/>
            <ac:picMk id="3" creationId="{F343326B-F664-4C5D-9239-2EFB4EABE6E9}"/>
          </ac:picMkLst>
        </pc:picChg>
      </pc:sldChg>
      <pc:sldChg chg="addSp delSp modSp add mod">
        <pc:chgData name="Wilmer Ortega Erazo" userId="19082e28a51afb61" providerId="LiveId" clId="{37358661-0E72-41EC-A063-1B1439718DDA}" dt="2023-11-06T00:53:46.761" v="1332" actId="20577"/>
        <pc:sldMkLst>
          <pc:docMk/>
          <pc:sldMk cId="2090083842" sldId="309"/>
        </pc:sldMkLst>
        <pc:spChg chg="mod">
          <ac:chgData name="Wilmer Ortega Erazo" userId="19082e28a51afb61" providerId="LiveId" clId="{37358661-0E72-41EC-A063-1B1439718DDA}" dt="2023-11-06T00:53:46.761" v="1332" actId="20577"/>
          <ac:spMkLst>
            <pc:docMk/>
            <pc:sldMk cId="2090083842" sldId="309"/>
            <ac:spMk id="4" creationId="{A29C0834-3DBC-9FB3-0E0A-F77D599198EB}"/>
          </ac:spMkLst>
        </pc:spChg>
        <pc:spChg chg="add mod">
          <ac:chgData name="Wilmer Ortega Erazo" userId="19082e28a51afb61" providerId="LiveId" clId="{37358661-0E72-41EC-A063-1B1439718DDA}" dt="2023-11-06T00:47:39.723" v="1302" actId="1076"/>
          <ac:spMkLst>
            <pc:docMk/>
            <pc:sldMk cId="2090083842" sldId="309"/>
            <ac:spMk id="5" creationId="{44837F4C-9DBB-AB24-4149-C9E101FD6744}"/>
          </ac:spMkLst>
        </pc:spChg>
        <pc:picChg chg="del">
          <ac:chgData name="Wilmer Ortega Erazo" userId="19082e28a51afb61" providerId="LiveId" clId="{37358661-0E72-41EC-A063-1B1439718DDA}" dt="2023-11-06T00:47:20.409" v="1297" actId="478"/>
          <ac:picMkLst>
            <pc:docMk/>
            <pc:sldMk cId="2090083842" sldId="309"/>
            <ac:picMk id="3" creationId="{F343326B-F664-4C5D-9239-2EFB4EABE6E9}"/>
          </ac:picMkLst>
        </pc:picChg>
        <pc:picChg chg="add mod">
          <ac:chgData name="Wilmer Ortega Erazo" userId="19082e28a51afb61" providerId="LiveId" clId="{37358661-0E72-41EC-A063-1B1439718DDA}" dt="2023-11-06T00:53:37.618" v="1330" actId="1076"/>
          <ac:picMkLst>
            <pc:docMk/>
            <pc:sldMk cId="2090083842" sldId="309"/>
            <ac:picMk id="6" creationId="{A7B9A068-CB1F-AD0D-20D0-0987D01B4313}"/>
          </ac:picMkLst>
        </pc:picChg>
      </pc:sldChg>
      <pc:sldChg chg="del">
        <pc:chgData name="Wilmer Ortega Erazo" userId="19082e28a51afb61" providerId="LiveId" clId="{37358661-0E72-41EC-A063-1B1439718DDA}" dt="2023-10-30T00:30:53.006" v="0" actId="2696"/>
        <pc:sldMkLst>
          <pc:docMk/>
          <pc:sldMk cId="3991830784" sldId="309"/>
        </pc:sldMkLst>
      </pc:sldChg>
      <pc:sldChg chg="del">
        <pc:chgData name="Wilmer Ortega Erazo" userId="19082e28a51afb61" providerId="LiveId" clId="{37358661-0E72-41EC-A063-1B1439718DDA}" dt="2023-10-30T00:30:53.006" v="0" actId="2696"/>
        <pc:sldMkLst>
          <pc:docMk/>
          <pc:sldMk cId="4173136445" sldId="310"/>
        </pc:sldMkLst>
      </pc:sldChg>
      <pc:sldChg chg="delSp modSp add mod">
        <pc:chgData name="Wilmer Ortega Erazo" userId="19082e28a51afb61" providerId="LiveId" clId="{37358661-0E72-41EC-A063-1B1439718DDA}" dt="2023-11-06T00:57:10.889" v="1363" actId="20577"/>
        <pc:sldMkLst>
          <pc:docMk/>
          <pc:sldMk cId="4231000121" sldId="310"/>
        </pc:sldMkLst>
        <pc:spChg chg="mod">
          <ac:chgData name="Wilmer Ortega Erazo" userId="19082e28a51afb61" providerId="LiveId" clId="{37358661-0E72-41EC-A063-1B1439718DDA}" dt="2023-11-06T00:57:10.889" v="1363" actId="20577"/>
          <ac:spMkLst>
            <pc:docMk/>
            <pc:sldMk cId="4231000121" sldId="310"/>
            <ac:spMk id="2" creationId="{91A14A99-37E7-FD86-1156-A753F20D5A3A}"/>
          </ac:spMkLst>
        </pc:spChg>
        <pc:spChg chg="mod">
          <ac:chgData name="Wilmer Ortega Erazo" userId="19082e28a51afb61" providerId="LiveId" clId="{37358661-0E72-41EC-A063-1B1439718DDA}" dt="2023-11-06T00:56:57.898" v="1337" actId="255"/>
          <ac:spMkLst>
            <pc:docMk/>
            <pc:sldMk cId="4231000121" sldId="310"/>
            <ac:spMk id="4" creationId="{A29C0834-3DBC-9FB3-0E0A-F77D599198EB}"/>
          </ac:spMkLst>
        </pc:spChg>
        <pc:spChg chg="del">
          <ac:chgData name="Wilmer Ortega Erazo" userId="19082e28a51afb61" providerId="LiveId" clId="{37358661-0E72-41EC-A063-1B1439718DDA}" dt="2023-11-06T00:56:43.675" v="1334" actId="478"/>
          <ac:spMkLst>
            <pc:docMk/>
            <pc:sldMk cId="4231000121" sldId="310"/>
            <ac:spMk id="5" creationId="{44837F4C-9DBB-AB24-4149-C9E101FD6744}"/>
          </ac:spMkLst>
        </pc:spChg>
        <pc:picChg chg="del">
          <ac:chgData name="Wilmer Ortega Erazo" userId="19082e28a51afb61" providerId="LiveId" clId="{37358661-0E72-41EC-A063-1B1439718DDA}" dt="2023-11-06T00:56:43.675" v="1334" actId="478"/>
          <ac:picMkLst>
            <pc:docMk/>
            <pc:sldMk cId="4231000121" sldId="310"/>
            <ac:picMk id="6" creationId="{A7B9A068-CB1F-AD0D-20D0-0987D01B4313}"/>
          </ac:picMkLst>
        </pc:picChg>
      </pc:sldChg>
      <pc:sldChg chg="del">
        <pc:chgData name="Wilmer Ortega Erazo" userId="19082e28a51afb61" providerId="LiveId" clId="{37358661-0E72-41EC-A063-1B1439718DDA}" dt="2023-10-30T00:30:53.006" v="0" actId="2696"/>
        <pc:sldMkLst>
          <pc:docMk/>
          <pc:sldMk cId="2100035186" sldId="311"/>
        </pc:sldMkLst>
      </pc:sldChg>
      <pc:sldChg chg="modSp add mod">
        <pc:chgData name="Wilmer Ortega Erazo" userId="19082e28a51afb61" providerId="LiveId" clId="{37358661-0E72-41EC-A063-1B1439718DDA}" dt="2023-11-06T00:58:12.707" v="1372" actId="6549"/>
        <pc:sldMkLst>
          <pc:docMk/>
          <pc:sldMk cId="2402282868" sldId="311"/>
        </pc:sldMkLst>
        <pc:spChg chg="mod">
          <ac:chgData name="Wilmer Ortega Erazo" userId="19082e28a51afb61" providerId="LiveId" clId="{37358661-0E72-41EC-A063-1B1439718DDA}" dt="2023-11-06T00:58:12.707" v="1372" actId="6549"/>
          <ac:spMkLst>
            <pc:docMk/>
            <pc:sldMk cId="2402282868" sldId="311"/>
            <ac:spMk id="2" creationId="{91A14A99-37E7-FD86-1156-A753F20D5A3A}"/>
          </ac:spMkLst>
        </pc:spChg>
        <pc:spChg chg="mod">
          <ac:chgData name="Wilmer Ortega Erazo" userId="19082e28a51afb61" providerId="LiveId" clId="{37358661-0E72-41EC-A063-1B1439718DDA}" dt="2023-11-06T00:57:54.538" v="1367" actId="255"/>
          <ac:spMkLst>
            <pc:docMk/>
            <pc:sldMk cId="2402282868" sldId="311"/>
            <ac:spMk id="4" creationId="{A29C0834-3DBC-9FB3-0E0A-F77D599198EB}"/>
          </ac:spMkLst>
        </pc:spChg>
      </pc:sldChg>
      <pc:sldChg chg="del">
        <pc:chgData name="Wilmer Ortega Erazo" userId="19082e28a51afb61" providerId="LiveId" clId="{37358661-0E72-41EC-A063-1B1439718DDA}" dt="2023-10-30T00:30:53.006" v="0" actId="2696"/>
        <pc:sldMkLst>
          <pc:docMk/>
          <pc:sldMk cId="2191080266" sldId="312"/>
        </pc:sldMkLst>
      </pc:sldChg>
      <pc:sldChg chg="modSp add mod">
        <pc:chgData name="Wilmer Ortega Erazo" userId="19082e28a51afb61" providerId="LiveId" clId="{37358661-0E72-41EC-A063-1B1439718DDA}" dt="2023-11-06T00:58:39.723" v="1376" actId="255"/>
        <pc:sldMkLst>
          <pc:docMk/>
          <pc:sldMk cId="2947220556" sldId="312"/>
        </pc:sldMkLst>
        <pc:spChg chg="mod">
          <ac:chgData name="Wilmer Ortega Erazo" userId="19082e28a51afb61" providerId="LiveId" clId="{37358661-0E72-41EC-A063-1B1439718DDA}" dt="2023-11-06T00:58:39.723" v="1376" actId="255"/>
          <ac:spMkLst>
            <pc:docMk/>
            <pc:sldMk cId="2947220556" sldId="312"/>
            <ac:spMk id="4" creationId="{A29C0834-3DBC-9FB3-0E0A-F77D599198EB}"/>
          </ac:spMkLst>
        </pc:spChg>
      </pc:sldChg>
      <pc:sldChg chg="modSp add mod">
        <pc:chgData name="Wilmer Ortega Erazo" userId="19082e28a51afb61" providerId="LiveId" clId="{37358661-0E72-41EC-A063-1B1439718DDA}" dt="2023-11-06T01:00:22.803" v="1406" actId="33524"/>
        <pc:sldMkLst>
          <pc:docMk/>
          <pc:sldMk cId="2471225204" sldId="313"/>
        </pc:sldMkLst>
        <pc:spChg chg="mod">
          <ac:chgData name="Wilmer Ortega Erazo" userId="19082e28a51afb61" providerId="LiveId" clId="{37358661-0E72-41EC-A063-1B1439718DDA}" dt="2023-11-06T00:59:21.523" v="1389" actId="20577"/>
          <ac:spMkLst>
            <pc:docMk/>
            <pc:sldMk cId="2471225204" sldId="313"/>
            <ac:spMk id="2" creationId="{91A14A99-37E7-FD86-1156-A753F20D5A3A}"/>
          </ac:spMkLst>
        </pc:spChg>
        <pc:spChg chg="mod">
          <ac:chgData name="Wilmer Ortega Erazo" userId="19082e28a51afb61" providerId="LiveId" clId="{37358661-0E72-41EC-A063-1B1439718DDA}" dt="2023-11-06T01:00:22.803" v="1406" actId="33524"/>
          <ac:spMkLst>
            <pc:docMk/>
            <pc:sldMk cId="2471225204" sldId="313"/>
            <ac:spMk id="4" creationId="{A29C0834-3DBC-9FB3-0E0A-F77D599198EB}"/>
          </ac:spMkLst>
        </pc:spChg>
      </pc:sldChg>
      <pc:sldChg chg="del">
        <pc:chgData name="Wilmer Ortega Erazo" userId="19082e28a51afb61" providerId="LiveId" clId="{37358661-0E72-41EC-A063-1B1439718DDA}" dt="2023-10-30T00:30:53.006" v="0" actId="2696"/>
        <pc:sldMkLst>
          <pc:docMk/>
          <pc:sldMk cId="3055528431" sldId="313"/>
        </pc:sldMkLst>
      </pc:sldChg>
      <pc:sldChg chg="del">
        <pc:chgData name="Wilmer Ortega Erazo" userId="19082e28a51afb61" providerId="LiveId" clId="{37358661-0E72-41EC-A063-1B1439718DDA}" dt="2023-10-30T00:30:53.006" v="0" actId="2696"/>
        <pc:sldMkLst>
          <pc:docMk/>
          <pc:sldMk cId="1411740308" sldId="314"/>
        </pc:sldMkLst>
      </pc:sldChg>
      <pc:sldChg chg="modSp add mod">
        <pc:chgData name="Wilmer Ortega Erazo" userId="19082e28a51afb61" providerId="LiveId" clId="{37358661-0E72-41EC-A063-1B1439718DDA}" dt="2023-11-06T01:00:03.811" v="1405" actId="6549"/>
        <pc:sldMkLst>
          <pc:docMk/>
          <pc:sldMk cId="2713206301" sldId="314"/>
        </pc:sldMkLst>
        <pc:spChg chg="mod">
          <ac:chgData name="Wilmer Ortega Erazo" userId="19082e28a51afb61" providerId="LiveId" clId="{37358661-0E72-41EC-A063-1B1439718DDA}" dt="2023-11-06T01:00:03.811" v="1405" actId="6549"/>
          <ac:spMkLst>
            <pc:docMk/>
            <pc:sldMk cId="2713206301" sldId="314"/>
            <ac:spMk id="2" creationId="{91A14A99-37E7-FD86-1156-A753F20D5A3A}"/>
          </ac:spMkLst>
        </pc:spChg>
        <pc:spChg chg="mod">
          <ac:chgData name="Wilmer Ortega Erazo" userId="19082e28a51afb61" providerId="LiveId" clId="{37358661-0E72-41EC-A063-1B1439718DDA}" dt="2023-11-06T00:59:49.434" v="1394" actId="20577"/>
          <ac:spMkLst>
            <pc:docMk/>
            <pc:sldMk cId="2713206301" sldId="314"/>
            <ac:spMk id="4" creationId="{A29C0834-3DBC-9FB3-0E0A-F77D599198EB}"/>
          </ac:spMkLst>
        </pc:spChg>
      </pc:sldChg>
      <pc:sldChg chg="del">
        <pc:chgData name="Wilmer Ortega Erazo" userId="19082e28a51afb61" providerId="LiveId" clId="{37358661-0E72-41EC-A063-1B1439718DDA}" dt="2023-10-30T00:30:53.006" v="0" actId="2696"/>
        <pc:sldMkLst>
          <pc:docMk/>
          <pc:sldMk cId="3199982045" sldId="315"/>
        </pc:sldMkLst>
      </pc:sldChg>
      <pc:sldChg chg="del">
        <pc:chgData name="Wilmer Ortega Erazo" userId="19082e28a51afb61" providerId="LiveId" clId="{37358661-0E72-41EC-A063-1B1439718DDA}" dt="2023-10-30T00:30:53.006" v="0" actId="2696"/>
        <pc:sldMkLst>
          <pc:docMk/>
          <pc:sldMk cId="4080923643" sldId="317"/>
        </pc:sldMkLst>
      </pc:sldChg>
      <pc:sldChg chg="del">
        <pc:chgData name="Wilmer Ortega Erazo" userId="19082e28a51afb61" providerId="LiveId" clId="{37358661-0E72-41EC-A063-1B1439718DDA}" dt="2023-10-30T00:30:53.006" v="0" actId="2696"/>
        <pc:sldMkLst>
          <pc:docMk/>
          <pc:sldMk cId="2676643198" sldId="318"/>
        </pc:sldMkLst>
      </pc:sldChg>
      <pc:sldChg chg="del">
        <pc:chgData name="Wilmer Ortega Erazo" userId="19082e28a51afb61" providerId="LiveId" clId="{37358661-0E72-41EC-A063-1B1439718DDA}" dt="2023-10-30T00:30:53.006" v="0" actId="2696"/>
        <pc:sldMkLst>
          <pc:docMk/>
          <pc:sldMk cId="311752650" sldId="319"/>
        </pc:sldMkLst>
      </pc:sldChg>
      <pc:sldChg chg="del">
        <pc:chgData name="Wilmer Ortega Erazo" userId="19082e28a51afb61" providerId="LiveId" clId="{37358661-0E72-41EC-A063-1B1439718DDA}" dt="2023-10-30T00:30:53.006" v="0" actId="2696"/>
        <pc:sldMkLst>
          <pc:docMk/>
          <pc:sldMk cId="3222143272" sldId="320"/>
        </pc:sldMkLst>
      </pc:sldChg>
      <pc:sldChg chg="del">
        <pc:chgData name="Wilmer Ortega Erazo" userId="19082e28a51afb61" providerId="LiveId" clId="{37358661-0E72-41EC-A063-1B1439718DDA}" dt="2023-10-30T00:30:53.006" v="0" actId="2696"/>
        <pc:sldMkLst>
          <pc:docMk/>
          <pc:sldMk cId="100266501" sldId="321"/>
        </pc:sldMkLst>
      </pc:sldChg>
      <pc:sldChg chg="del">
        <pc:chgData name="Wilmer Ortega Erazo" userId="19082e28a51afb61" providerId="LiveId" clId="{37358661-0E72-41EC-A063-1B1439718DDA}" dt="2023-10-30T00:30:53.006" v="0" actId="2696"/>
        <pc:sldMkLst>
          <pc:docMk/>
          <pc:sldMk cId="454617296" sldId="322"/>
        </pc:sldMkLst>
      </pc:sldChg>
      <pc:sldChg chg="del">
        <pc:chgData name="Wilmer Ortega Erazo" userId="19082e28a51afb61" providerId="LiveId" clId="{37358661-0E72-41EC-A063-1B1439718DDA}" dt="2023-10-30T00:30:53.006" v="0" actId="2696"/>
        <pc:sldMkLst>
          <pc:docMk/>
          <pc:sldMk cId="386398042" sldId="323"/>
        </pc:sldMkLst>
      </pc:sldChg>
      <pc:sldChg chg="del">
        <pc:chgData name="Wilmer Ortega Erazo" userId="19082e28a51afb61" providerId="LiveId" clId="{37358661-0E72-41EC-A063-1B1439718DDA}" dt="2023-10-30T00:30:53.006" v="0" actId="2696"/>
        <pc:sldMkLst>
          <pc:docMk/>
          <pc:sldMk cId="3930966444" sldId="324"/>
        </pc:sldMkLst>
      </pc:sldChg>
      <pc:sldChg chg="del">
        <pc:chgData name="Wilmer Ortega Erazo" userId="19082e28a51afb61" providerId="LiveId" clId="{37358661-0E72-41EC-A063-1B1439718DDA}" dt="2023-10-30T00:30:53.006" v="0" actId="2696"/>
        <pc:sldMkLst>
          <pc:docMk/>
          <pc:sldMk cId="3169525786" sldId="325"/>
        </pc:sldMkLst>
      </pc:sldChg>
      <pc:sldChg chg="del">
        <pc:chgData name="Wilmer Ortega Erazo" userId="19082e28a51afb61" providerId="LiveId" clId="{37358661-0E72-41EC-A063-1B1439718DDA}" dt="2023-10-30T00:30:53.006" v="0" actId="2696"/>
        <pc:sldMkLst>
          <pc:docMk/>
          <pc:sldMk cId="3192899345" sldId="326"/>
        </pc:sldMkLst>
      </pc:sldChg>
      <pc:sldChg chg="del">
        <pc:chgData name="Wilmer Ortega Erazo" userId="19082e28a51afb61" providerId="LiveId" clId="{37358661-0E72-41EC-A063-1B1439718DDA}" dt="2023-10-30T00:30:53.006" v="0" actId="2696"/>
        <pc:sldMkLst>
          <pc:docMk/>
          <pc:sldMk cId="489716390" sldId="327"/>
        </pc:sldMkLst>
      </pc:sldChg>
      <pc:sldChg chg="del">
        <pc:chgData name="Wilmer Ortega Erazo" userId="19082e28a51afb61" providerId="LiveId" clId="{37358661-0E72-41EC-A063-1B1439718DDA}" dt="2023-10-30T00:30:53.006" v="0" actId="2696"/>
        <pc:sldMkLst>
          <pc:docMk/>
          <pc:sldMk cId="4151778330" sldId="328"/>
        </pc:sldMkLst>
      </pc:sldChg>
      <pc:sldChg chg="del">
        <pc:chgData name="Wilmer Ortega Erazo" userId="19082e28a51afb61" providerId="LiveId" clId="{37358661-0E72-41EC-A063-1B1439718DDA}" dt="2023-10-30T00:30:53.006" v="0" actId="2696"/>
        <pc:sldMkLst>
          <pc:docMk/>
          <pc:sldMk cId="950599006" sldId="329"/>
        </pc:sldMkLst>
      </pc:sldChg>
      <pc:sldChg chg="del">
        <pc:chgData name="Wilmer Ortega Erazo" userId="19082e28a51afb61" providerId="LiveId" clId="{37358661-0E72-41EC-A063-1B1439718DDA}" dt="2023-10-30T00:30:53.006" v="0" actId="2696"/>
        <pc:sldMkLst>
          <pc:docMk/>
          <pc:sldMk cId="2182126900" sldId="330"/>
        </pc:sldMkLst>
      </pc:sldChg>
      <pc:sldChg chg="del">
        <pc:chgData name="Wilmer Ortega Erazo" userId="19082e28a51afb61" providerId="LiveId" clId="{37358661-0E72-41EC-A063-1B1439718DDA}" dt="2023-10-30T00:30:53.006" v="0" actId="2696"/>
        <pc:sldMkLst>
          <pc:docMk/>
          <pc:sldMk cId="1530406308" sldId="331"/>
        </pc:sldMkLst>
      </pc:sldChg>
      <pc:sldChg chg="del">
        <pc:chgData name="Wilmer Ortega Erazo" userId="19082e28a51afb61" providerId="LiveId" clId="{37358661-0E72-41EC-A063-1B1439718DDA}" dt="2023-10-30T00:30:53.006" v="0" actId="2696"/>
        <pc:sldMkLst>
          <pc:docMk/>
          <pc:sldMk cId="2658430548" sldId="332"/>
        </pc:sldMkLst>
      </pc:sldChg>
      <pc:sldChg chg="del">
        <pc:chgData name="Wilmer Ortega Erazo" userId="19082e28a51afb61" providerId="LiveId" clId="{37358661-0E72-41EC-A063-1B1439718DDA}" dt="2023-10-30T00:30:53.006" v="0" actId="2696"/>
        <pc:sldMkLst>
          <pc:docMk/>
          <pc:sldMk cId="634442229" sldId="333"/>
        </pc:sldMkLst>
      </pc:sldChg>
      <pc:sldChg chg="del">
        <pc:chgData name="Wilmer Ortega Erazo" userId="19082e28a51afb61" providerId="LiveId" clId="{37358661-0E72-41EC-A063-1B1439718DDA}" dt="2023-10-30T00:30:53.006" v="0" actId="2696"/>
        <pc:sldMkLst>
          <pc:docMk/>
          <pc:sldMk cId="1656004892" sldId="334"/>
        </pc:sldMkLst>
      </pc:sldChg>
      <pc:sldChg chg="del">
        <pc:chgData name="Wilmer Ortega Erazo" userId="19082e28a51afb61" providerId="LiveId" clId="{37358661-0E72-41EC-A063-1B1439718DDA}" dt="2023-10-30T00:30:53.006" v="0" actId="2696"/>
        <pc:sldMkLst>
          <pc:docMk/>
          <pc:sldMk cId="2332564257" sldId="335"/>
        </pc:sldMkLst>
      </pc:sldChg>
      <pc:sldChg chg="del">
        <pc:chgData name="Wilmer Ortega Erazo" userId="19082e28a51afb61" providerId="LiveId" clId="{37358661-0E72-41EC-A063-1B1439718DDA}" dt="2023-10-30T00:30:53.006" v="0" actId="2696"/>
        <pc:sldMkLst>
          <pc:docMk/>
          <pc:sldMk cId="1030916952" sldId="336"/>
        </pc:sldMkLst>
      </pc:sldChg>
      <pc:sldChg chg="del">
        <pc:chgData name="Wilmer Ortega Erazo" userId="19082e28a51afb61" providerId="LiveId" clId="{37358661-0E72-41EC-A063-1B1439718DDA}" dt="2023-10-30T00:30:53.006" v="0" actId="2696"/>
        <pc:sldMkLst>
          <pc:docMk/>
          <pc:sldMk cId="1746969026" sldId="337"/>
        </pc:sldMkLst>
      </pc:sldChg>
      <pc:sldChg chg="del">
        <pc:chgData name="Wilmer Ortega Erazo" userId="19082e28a51afb61" providerId="LiveId" clId="{37358661-0E72-41EC-A063-1B1439718DDA}" dt="2023-10-30T00:30:53.006" v="0" actId="2696"/>
        <pc:sldMkLst>
          <pc:docMk/>
          <pc:sldMk cId="347407109" sldId="338"/>
        </pc:sldMkLst>
      </pc:sldChg>
    </pc:docChg>
  </pc:docChgLst>
  <pc:docChgLst>
    <pc:chgData name="Wilmer Ortega Erazo" userId="19082e28a51afb61" providerId="LiveId" clId="{30D428CD-1BB2-4A03-8594-A68FE992CDE1}"/>
    <pc:docChg chg="undo redo custSel addSld delSld modSld sldOrd">
      <pc:chgData name="Wilmer Ortega Erazo" userId="19082e28a51afb61" providerId="LiveId" clId="{30D428CD-1BB2-4A03-8594-A68FE992CDE1}" dt="2023-09-12T01:47:27.099" v="702"/>
      <pc:docMkLst>
        <pc:docMk/>
      </pc:docMkLst>
      <pc:sldChg chg="modSp mod">
        <pc:chgData name="Wilmer Ortega Erazo" userId="19082e28a51afb61" providerId="LiveId" clId="{30D428CD-1BB2-4A03-8594-A68FE992CDE1}" dt="2023-08-30T01:13:15.270" v="17" actId="2711"/>
        <pc:sldMkLst>
          <pc:docMk/>
          <pc:sldMk cId="1583028937" sldId="256"/>
        </pc:sldMkLst>
        <pc:spChg chg="mod">
          <ac:chgData name="Wilmer Ortega Erazo" userId="19082e28a51afb61" providerId="LiveId" clId="{30D428CD-1BB2-4A03-8594-A68FE992CDE1}" dt="2023-08-30T01:13:06.224" v="16" actId="2711"/>
          <ac:spMkLst>
            <pc:docMk/>
            <pc:sldMk cId="1583028937" sldId="256"/>
            <ac:spMk id="2" creationId="{4845F8A7-5B09-2297-049A-F770AF606363}"/>
          </ac:spMkLst>
        </pc:spChg>
        <pc:spChg chg="mod">
          <ac:chgData name="Wilmer Ortega Erazo" userId="19082e28a51afb61" providerId="LiveId" clId="{30D428CD-1BB2-4A03-8594-A68FE992CDE1}" dt="2023-08-30T01:13:15.270" v="17" actId="2711"/>
          <ac:spMkLst>
            <pc:docMk/>
            <pc:sldMk cId="1583028937" sldId="256"/>
            <ac:spMk id="3" creationId="{F8B71A42-09A7-91A0-BE8B-AE0E01E969CD}"/>
          </ac:spMkLst>
        </pc:spChg>
        <pc:spChg chg="mod">
          <ac:chgData name="Wilmer Ortega Erazo" userId="19082e28a51afb61" providerId="LiveId" clId="{30D428CD-1BB2-4A03-8594-A68FE992CDE1}" dt="2023-08-30T01:13:15.270" v="17" actId="2711"/>
          <ac:spMkLst>
            <pc:docMk/>
            <pc:sldMk cId="1583028937" sldId="256"/>
            <ac:spMk id="4" creationId="{DEDFEFCA-5464-FE50-AF10-130E28C56120}"/>
          </ac:spMkLst>
        </pc:spChg>
      </pc:sldChg>
      <pc:sldChg chg="delSp modSp mod">
        <pc:chgData name="Wilmer Ortega Erazo" userId="19082e28a51afb61" providerId="LiveId" clId="{30D428CD-1BB2-4A03-8594-A68FE992CDE1}" dt="2023-09-05T01:44:02.969" v="633" actId="113"/>
        <pc:sldMkLst>
          <pc:docMk/>
          <pc:sldMk cId="1286385962" sldId="257"/>
        </pc:sldMkLst>
        <pc:spChg chg="mod">
          <ac:chgData name="Wilmer Ortega Erazo" userId="19082e28a51afb61" providerId="LiveId" clId="{30D428CD-1BB2-4A03-8594-A68FE992CDE1}" dt="2023-09-05T01:44:02.969" v="633" actId="113"/>
          <ac:spMkLst>
            <pc:docMk/>
            <pc:sldMk cId="1286385962" sldId="257"/>
            <ac:spMk id="2" creationId="{91A14A99-37E7-FD86-1156-A753F20D5A3A}"/>
          </ac:spMkLst>
        </pc:spChg>
        <pc:spChg chg="mod">
          <ac:chgData name="Wilmer Ortega Erazo" userId="19082e28a51afb61" providerId="LiveId" clId="{30D428CD-1BB2-4A03-8594-A68FE992CDE1}" dt="2023-08-30T01:13:57.232" v="21" actId="14100"/>
          <ac:spMkLst>
            <pc:docMk/>
            <pc:sldMk cId="1286385962" sldId="257"/>
            <ac:spMk id="4" creationId="{A29C0834-3DBC-9FB3-0E0A-F77D599198EB}"/>
          </ac:spMkLst>
        </pc:spChg>
        <pc:picChg chg="del">
          <ac:chgData name="Wilmer Ortega Erazo" userId="19082e28a51afb61" providerId="LiveId" clId="{30D428CD-1BB2-4A03-8594-A68FE992CDE1}" dt="2023-08-30T01:09:31.950" v="1" actId="478"/>
          <ac:picMkLst>
            <pc:docMk/>
            <pc:sldMk cId="1286385962" sldId="257"/>
            <ac:picMk id="6" creationId="{6157D0E8-B3D1-2E6E-B2DD-E20727E8F6D1}"/>
          </ac:picMkLst>
        </pc:picChg>
        <pc:picChg chg="del">
          <ac:chgData name="Wilmer Ortega Erazo" userId="19082e28a51afb61" providerId="LiveId" clId="{30D428CD-1BB2-4A03-8594-A68FE992CDE1}" dt="2023-08-30T01:09:31.950" v="1" actId="478"/>
          <ac:picMkLst>
            <pc:docMk/>
            <pc:sldMk cId="1286385962" sldId="257"/>
            <ac:picMk id="8" creationId="{E2B9195A-6AA2-C56D-7E52-FECA58CE4643}"/>
          </ac:picMkLst>
        </pc:picChg>
      </pc:sldChg>
      <pc:sldChg chg="del">
        <pc:chgData name="Wilmer Ortega Erazo" userId="19082e28a51afb61" providerId="LiveId" clId="{30D428CD-1BB2-4A03-8594-A68FE992CDE1}" dt="2023-08-30T00:37:03.942" v="0" actId="2696"/>
        <pc:sldMkLst>
          <pc:docMk/>
          <pc:sldMk cId="69571593" sldId="258"/>
        </pc:sldMkLst>
      </pc:sldChg>
      <pc:sldChg chg="del">
        <pc:chgData name="Wilmer Ortega Erazo" userId="19082e28a51afb61" providerId="LiveId" clId="{30D428CD-1BB2-4A03-8594-A68FE992CDE1}" dt="2023-08-30T00:37:03.942" v="0" actId="2696"/>
        <pc:sldMkLst>
          <pc:docMk/>
          <pc:sldMk cId="631248305" sldId="259"/>
        </pc:sldMkLst>
      </pc:sldChg>
      <pc:sldChg chg="del">
        <pc:chgData name="Wilmer Ortega Erazo" userId="19082e28a51afb61" providerId="LiveId" clId="{30D428CD-1BB2-4A03-8594-A68FE992CDE1}" dt="2023-08-30T00:37:03.942" v="0" actId="2696"/>
        <pc:sldMkLst>
          <pc:docMk/>
          <pc:sldMk cId="600829027" sldId="260"/>
        </pc:sldMkLst>
      </pc:sldChg>
      <pc:sldChg chg="del">
        <pc:chgData name="Wilmer Ortega Erazo" userId="19082e28a51afb61" providerId="LiveId" clId="{30D428CD-1BB2-4A03-8594-A68FE992CDE1}" dt="2023-08-30T00:37:03.942" v="0" actId="2696"/>
        <pc:sldMkLst>
          <pc:docMk/>
          <pc:sldMk cId="1414673962" sldId="261"/>
        </pc:sldMkLst>
      </pc:sldChg>
      <pc:sldChg chg="del">
        <pc:chgData name="Wilmer Ortega Erazo" userId="19082e28a51afb61" providerId="LiveId" clId="{30D428CD-1BB2-4A03-8594-A68FE992CDE1}" dt="2023-08-30T00:37:03.942" v="0" actId="2696"/>
        <pc:sldMkLst>
          <pc:docMk/>
          <pc:sldMk cId="2927838113" sldId="262"/>
        </pc:sldMkLst>
      </pc:sldChg>
      <pc:sldChg chg="del">
        <pc:chgData name="Wilmer Ortega Erazo" userId="19082e28a51afb61" providerId="LiveId" clId="{30D428CD-1BB2-4A03-8594-A68FE992CDE1}" dt="2023-08-30T00:37:03.942" v="0" actId="2696"/>
        <pc:sldMkLst>
          <pc:docMk/>
          <pc:sldMk cId="2948409753" sldId="263"/>
        </pc:sldMkLst>
      </pc:sldChg>
      <pc:sldChg chg="addSp delSp modSp add mod">
        <pc:chgData name="Wilmer Ortega Erazo" userId="19082e28a51afb61" providerId="LiveId" clId="{30D428CD-1BB2-4A03-8594-A68FE992CDE1}" dt="2023-09-05T01:44:02.592" v="632" actId="113"/>
        <pc:sldMkLst>
          <pc:docMk/>
          <pc:sldMk cId="3431946679" sldId="265"/>
        </pc:sldMkLst>
        <pc:spChg chg="mod">
          <ac:chgData name="Wilmer Ortega Erazo" userId="19082e28a51afb61" providerId="LiveId" clId="{30D428CD-1BB2-4A03-8594-A68FE992CDE1}" dt="2023-09-05T01:44:02.592" v="632" actId="113"/>
          <ac:spMkLst>
            <pc:docMk/>
            <pc:sldMk cId="3431946679" sldId="265"/>
            <ac:spMk id="2" creationId="{91A14A99-37E7-FD86-1156-A753F20D5A3A}"/>
          </ac:spMkLst>
        </pc:spChg>
        <pc:spChg chg="add del mod">
          <ac:chgData name="Wilmer Ortega Erazo" userId="19082e28a51afb61" providerId="LiveId" clId="{30D428CD-1BB2-4A03-8594-A68FE992CDE1}" dt="2023-08-30T01:21:25.840" v="66" actId="478"/>
          <ac:spMkLst>
            <pc:docMk/>
            <pc:sldMk cId="3431946679" sldId="265"/>
            <ac:spMk id="3" creationId="{4CA065CB-486D-24AB-C97B-C4B4CECCE64B}"/>
          </ac:spMkLst>
        </pc:spChg>
        <pc:spChg chg="mod">
          <ac:chgData name="Wilmer Ortega Erazo" userId="19082e28a51afb61" providerId="LiveId" clId="{30D428CD-1BB2-4A03-8594-A68FE992CDE1}" dt="2023-08-30T01:33:46.223" v="125" actId="1076"/>
          <ac:spMkLst>
            <pc:docMk/>
            <pc:sldMk cId="3431946679" sldId="265"/>
            <ac:spMk id="4" creationId="{A29C0834-3DBC-9FB3-0E0A-F77D599198EB}"/>
          </ac:spMkLst>
        </pc:spChg>
      </pc:sldChg>
      <pc:sldChg chg="addSp delSp modSp add mod">
        <pc:chgData name="Wilmer Ortega Erazo" userId="19082e28a51afb61" providerId="LiveId" clId="{30D428CD-1BB2-4A03-8594-A68FE992CDE1}" dt="2023-09-05T02:04:52.111" v="694" actId="20577"/>
        <pc:sldMkLst>
          <pc:docMk/>
          <pc:sldMk cId="1781570308" sldId="266"/>
        </pc:sldMkLst>
        <pc:spChg chg="del">
          <ac:chgData name="Wilmer Ortega Erazo" userId="19082e28a51afb61" providerId="LiveId" clId="{30D428CD-1BB2-4A03-8594-A68FE992CDE1}" dt="2023-08-30T01:28:39.768" v="96" actId="478"/>
          <ac:spMkLst>
            <pc:docMk/>
            <pc:sldMk cId="1781570308" sldId="266"/>
            <ac:spMk id="2" creationId="{91A14A99-37E7-FD86-1156-A753F20D5A3A}"/>
          </ac:spMkLst>
        </pc:spChg>
        <pc:spChg chg="mod">
          <ac:chgData name="Wilmer Ortega Erazo" userId="19082e28a51afb61" providerId="LiveId" clId="{30D428CD-1BB2-4A03-8594-A68FE992CDE1}" dt="2023-09-05T02:04:52.111" v="694" actId="20577"/>
          <ac:spMkLst>
            <pc:docMk/>
            <pc:sldMk cId="1781570308" sldId="266"/>
            <ac:spMk id="4" creationId="{A29C0834-3DBC-9FB3-0E0A-F77D599198EB}"/>
          </ac:spMkLst>
        </pc:spChg>
        <pc:spChg chg="add del mod">
          <ac:chgData name="Wilmer Ortega Erazo" userId="19082e28a51afb61" providerId="LiveId" clId="{30D428CD-1BB2-4A03-8594-A68FE992CDE1}" dt="2023-08-30T01:28:44.383" v="98" actId="478"/>
          <ac:spMkLst>
            <pc:docMk/>
            <pc:sldMk cId="1781570308" sldId="266"/>
            <ac:spMk id="5" creationId="{50FB1015-6069-55D4-338A-0972B1DEF288}"/>
          </ac:spMkLst>
        </pc:spChg>
        <pc:spChg chg="add del mod">
          <ac:chgData name="Wilmer Ortega Erazo" userId="19082e28a51afb61" providerId="LiveId" clId="{30D428CD-1BB2-4A03-8594-A68FE992CDE1}" dt="2023-08-30T01:33:54.798" v="126" actId="478"/>
          <ac:spMkLst>
            <pc:docMk/>
            <pc:sldMk cId="1781570308" sldId="266"/>
            <ac:spMk id="6" creationId="{DD0F9099-57DF-F52F-E664-C7438C0CCB84}"/>
          </ac:spMkLst>
        </pc:spChg>
        <pc:spChg chg="add mod">
          <ac:chgData name="Wilmer Ortega Erazo" userId="19082e28a51afb61" providerId="LiveId" clId="{30D428CD-1BB2-4A03-8594-A68FE992CDE1}" dt="2023-08-30T02:16:59.703" v="235" actId="242"/>
          <ac:spMkLst>
            <pc:docMk/>
            <pc:sldMk cId="1781570308" sldId="266"/>
            <ac:spMk id="7" creationId="{AE1A045B-F7ED-1CBB-FDFC-CF630E86BBC9}"/>
          </ac:spMkLst>
        </pc:spChg>
      </pc:sldChg>
      <pc:sldChg chg="addSp delSp modSp add mod">
        <pc:chgData name="Wilmer Ortega Erazo" userId="19082e28a51afb61" providerId="LiveId" clId="{30D428CD-1BB2-4A03-8594-A68FE992CDE1}" dt="2023-08-30T02:17:05.782" v="236" actId="242"/>
        <pc:sldMkLst>
          <pc:docMk/>
          <pc:sldMk cId="40043588" sldId="267"/>
        </pc:sldMkLst>
        <pc:spChg chg="add mod">
          <ac:chgData name="Wilmer Ortega Erazo" userId="19082e28a51afb61" providerId="LiveId" clId="{30D428CD-1BB2-4A03-8594-A68FE992CDE1}" dt="2023-08-30T02:17:05.782" v="236" actId="242"/>
          <ac:spMkLst>
            <pc:docMk/>
            <pc:sldMk cId="40043588" sldId="267"/>
            <ac:spMk id="2" creationId="{C4B3BC51-1413-F46C-B9D5-F37ECB40D137}"/>
          </ac:spMkLst>
        </pc:spChg>
        <pc:spChg chg="mod">
          <ac:chgData name="Wilmer Ortega Erazo" userId="19082e28a51afb61" providerId="LiveId" clId="{30D428CD-1BB2-4A03-8594-A68FE992CDE1}" dt="2023-08-30T01:34:26.882" v="132" actId="207"/>
          <ac:spMkLst>
            <pc:docMk/>
            <pc:sldMk cId="40043588" sldId="267"/>
            <ac:spMk id="4" creationId="{A29C0834-3DBC-9FB3-0E0A-F77D599198EB}"/>
          </ac:spMkLst>
        </pc:spChg>
        <pc:spChg chg="del">
          <ac:chgData name="Wilmer Ortega Erazo" userId="19082e28a51afb61" providerId="LiveId" clId="{30D428CD-1BB2-4A03-8594-A68FE992CDE1}" dt="2023-08-30T01:34:06.367" v="129" actId="478"/>
          <ac:spMkLst>
            <pc:docMk/>
            <pc:sldMk cId="40043588" sldId="267"/>
            <ac:spMk id="6" creationId="{DD0F9099-57DF-F52F-E664-C7438C0CCB84}"/>
          </ac:spMkLst>
        </pc:spChg>
      </pc:sldChg>
      <pc:sldChg chg="addSp modSp add mod">
        <pc:chgData name="Wilmer Ortega Erazo" userId="19082e28a51afb61" providerId="LiveId" clId="{30D428CD-1BB2-4A03-8594-A68FE992CDE1}" dt="2023-08-30T02:19:58.845" v="285" actId="790"/>
        <pc:sldMkLst>
          <pc:docMk/>
          <pc:sldMk cId="3547522046" sldId="268"/>
        </pc:sldMkLst>
        <pc:spChg chg="mod">
          <ac:chgData name="Wilmer Ortega Erazo" userId="19082e28a51afb61" providerId="LiveId" clId="{30D428CD-1BB2-4A03-8594-A68FE992CDE1}" dt="2023-08-30T02:17:42.656" v="237" actId="242"/>
          <ac:spMkLst>
            <pc:docMk/>
            <pc:sldMk cId="3547522046" sldId="268"/>
            <ac:spMk id="2" creationId="{C4B3BC51-1413-F46C-B9D5-F37ECB40D137}"/>
          </ac:spMkLst>
        </pc:spChg>
        <pc:spChg chg="mod">
          <ac:chgData name="Wilmer Ortega Erazo" userId="19082e28a51afb61" providerId="LiveId" clId="{30D428CD-1BB2-4A03-8594-A68FE992CDE1}" dt="2023-08-30T01:42:04.197" v="174" actId="255"/>
          <ac:spMkLst>
            <pc:docMk/>
            <pc:sldMk cId="3547522046" sldId="268"/>
            <ac:spMk id="4" creationId="{A29C0834-3DBC-9FB3-0E0A-F77D599198EB}"/>
          </ac:spMkLst>
        </pc:spChg>
        <pc:spChg chg="mod">
          <ac:chgData name="Wilmer Ortega Erazo" userId="19082e28a51afb61" providerId="LiveId" clId="{30D428CD-1BB2-4A03-8594-A68FE992CDE1}" dt="2023-08-30T01:36:56.705" v="137" actId="1076"/>
          <ac:spMkLst>
            <pc:docMk/>
            <pc:sldMk cId="3547522046" sldId="268"/>
            <ac:spMk id="5" creationId="{F430A86F-31DE-18B3-1772-77FE149E80BB}"/>
          </ac:spMkLst>
        </pc:spChg>
        <pc:spChg chg="mod">
          <ac:chgData name="Wilmer Ortega Erazo" userId="19082e28a51afb61" providerId="LiveId" clId="{30D428CD-1BB2-4A03-8594-A68FE992CDE1}" dt="2023-08-30T01:36:56.705" v="137" actId="1076"/>
          <ac:spMkLst>
            <pc:docMk/>
            <pc:sldMk cId="3547522046" sldId="268"/>
            <ac:spMk id="6" creationId="{2D4B0DF3-EB40-24AE-6DD9-4EC3A9ECCDF0}"/>
          </ac:spMkLst>
        </pc:spChg>
        <pc:spChg chg="add mod">
          <ac:chgData name="Wilmer Ortega Erazo" userId="19082e28a51afb61" providerId="LiveId" clId="{30D428CD-1BB2-4A03-8594-A68FE992CDE1}" dt="2023-08-30T01:36:56.705" v="137" actId="1076"/>
          <ac:spMkLst>
            <pc:docMk/>
            <pc:sldMk cId="3547522046" sldId="268"/>
            <ac:spMk id="7" creationId="{16971214-8190-C591-FD74-20DCC9CD1F5A}"/>
          </ac:spMkLst>
        </pc:spChg>
        <pc:spChg chg="add mod">
          <ac:chgData name="Wilmer Ortega Erazo" userId="19082e28a51afb61" providerId="LiveId" clId="{30D428CD-1BB2-4A03-8594-A68FE992CDE1}" dt="2023-08-30T01:36:56.705" v="137" actId="1076"/>
          <ac:spMkLst>
            <pc:docMk/>
            <pc:sldMk cId="3547522046" sldId="268"/>
            <ac:spMk id="8" creationId="{0FF574A7-5AAA-1BCF-59A9-6B8FD5FFAFB9}"/>
          </ac:spMkLst>
        </pc:spChg>
        <pc:spChg chg="add mod">
          <ac:chgData name="Wilmer Ortega Erazo" userId="19082e28a51afb61" providerId="LiveId" clId="{30D428CD-1BB2-4A03-8594-A68FE992CDE1}" dt="2023-08-30T01:36:56.705" v="137" actId="1076"/>
          <ac:spMkLst>
            <pc:docMk/>
            <pc:sldMk cId="3547522046" sldId="268"/>
            <ac:spMk id="9" creationId="{34F723BD-3D6F-122A-8A23-8172292CA02C}"/>
          </ac:spMkLst>
        </pc:spChg>
        <pc:spChg chg="add mod">
          <ac:chgData name="Wilmer Ortega Erazo" userId="19082e28a51afb61" providerId="LiveId" clId="{30D428CD-1BB2-4A03-8594-A68FE992CDE1}" dt="2023-08-30T01:36:56.705" v="137" actId="1076"/>
          <ac:spMkLst>
            <pc:docMk/>
            <pc:sldMk cId="3547522046" sldId="268"/>
            <ac:spMk id="10" creationId="{A101D3D9-F115-A5DD-A735-26C4475C3D0C}"/>
          </ac:spMkLst>
        </pc:spChg>
        <pc:spChg chg="add mod">
          <ac:chgData name="Wilmer Ortega Erazo" userId="19082e28a51afb61" providerId="LiveId" clId="{30D428CD-1BB2-4A03-8594-A68FE992CDE1}" dt="2023-08-30T01:36:56.705" v="137" actId="1076"/>
          <ac:spMkLst>
            <pc:docMk/>
            <pc:sldMk cId="3547522046" sldId="268"/>
            <ac:spMk id="11" creationId="{1AD2AC14-CE93-288B-0D1D-8C695B607CA8}"/>
          </ac:spMkLst>
        </pc:spChg>
        <pc:spChg chg="add mod">
          <ac:chgData name="Wilmer Ortega Erazo" userId="19082e28a51afb61" providerId="LiveId" clId="{30D428CD-1BB2-4A03-8594-A68FE992CDE1}" dt="2023-08-30T01:36:56.705" v="137" actId="1076"/>
          <ac:spMkLst>
            <pc:docMk/>
            <pc:sldMk cId="3547522046" sldId="268"/>
            <ac:spMk id="12" creationId="{5ECD63F7-4AE6-DA87-F21D-61A67A159C2B}"/>
          </ac:spMkLst>
        </pc:spChg>
        <pc:spChg chg="add mod">
          <ac:chgData name="Wilmer Ortega Erazo" userId="19082e28a51afb61" providerId="LiveId" clId="{30D428CD-1BB2-4A03-8594-A68FE992CDE1}" dt="2023-08-30T01:36:56.705" v="137" actId="1076"/>
          <ac:spMkLst>
            <pc:docMk/>
            <pc:sldMk cId="3547522046" sldId="268"/>
            <ac:spMk id="13" creationId="{F853FB6A-36DD-AF92-93F1-08CD4F77DFE4}"/>
          </ac:spMkLst>
        </pc:spChg>
        <pc:spChg chg="add mod">
          <ac:chgData name="Wilmer Ortega Erazo" userId="19082e28a51afb61" providerId="LiveId" clId="{30D428CD-1BB2-4A03-8594-A68FE992CDE1}" dt="2023-08-30T01:36:56.705" v="137" actId="1076"/>
          <ac:spMkLst>
            <pc:docMk/>
            <pc:sldMk cId="3547522046" sldId="268"/>
            <ac:spMk id="14" creationId="{BC9D68CA-E55E-73D1-B31C-8B96EA0767A3}"/>
          </ac:spMkLst>
        </pc:spChg>
        <pc:spChg chg="add mod">
          <ac:chgData name="Wilmer Ortega Erazo" userId="19082e28a51afb61" providerId="LiveId" clId="{30D428CD-1BB2-4A03-8594-A68FE992CDE1}" dt="2023-08-30T01:36:56.705" v="137" actId="1076"/>
          <ac:spMkLst>
            <pc:docMk/>
            <pc:sldMk cId="3547522046" sldId="268"/>
            <ac:spMk id="15" creationId="{C7876893-9B83-C5F7-4F47-038F34A27DAC}"/>
          </ac:spMkLst>
        </pc:spChg>
        <pc:spChg chg="add mod">
          <ac:chgData name="Wilmer Ortega Erazo" userId="19082e28a51afb61" providerId="LiveId" clId="{30D428CD-1BB2-4A03-8594-A68FE992CDE1}" dt="2023-08-30T01:36:56.705" v="137" actId="1076"/>
          <ac:spMkLst>
            <pc:docMk/>
            <pc:sldMk cId="3547522046" sldId="268"/>
            <ac:spMk id="16" creationId="{E025CBA2-67D9-FFF2-5B77-582078C40471}"/>
          </ac:spMkLst>
        </pc:spChg>
        <pc:spChg chg="add mod">
          <ac:chgData name="Wilmer Ortega Erazo" userId="19082e28a51afb61" providerId="LiveId" clId="{30D428CD-1BB2-4A03-8594-A68FE992CDE1}" dt="2023-08-30T01:36:56.705" v="137" actId="1076"/>
          <ac:spMkLst>
            <pc:docMk/>
            <pc:sldMk cId="3547522046" sldId="268"/>
            <ac:spMk id="17" creationId="{EE2F3EAA-0AD2-04DA-CA22-CE41D7F19FC4}"/>
          </ac:spMkLst>
        </pc:spChg>
        <pc:spChg chg="add mod">
          <ac:chgData name="Wilmer Ortega Erazo" userId="19082e28a51afb61" providerId="LiveId" clId="{30D428CD-1BB2-4A03-8594-A68FE992CDE1}" dt="2023-08-30T01:36:56.705" v="137" actId="1076"/>
          <ac:spMkLst>
            <pc:docMk/>
            <pc:sldMk cId="3547522046" sldId="268"/>
            <ac:spMk id="18" creationId="{F5453AF9-F421-9CB0-1C8A-29E6A6774290}"/>
          </ac:spMkLst>
        </pc:spChg>
        <pc:spChg chg="mod">
          <ac:chgData name="Wilmer Ortega Erazo" userId="19082e28a51afb61" providerId="LiveId" clId="{30D428CD-1BB2-4A03-8594-A68FE992CDE1}" dt="2023-08-30T01:36:56.705" v="137" actId="1076"/>
          <ac:spMkLst>
            <pc:docMk/>
            <pc:sldMk cId="3547522046" sldId="268"/>
            <ac:spMk id="20" creationId="{C0AD3CC3-5749-178C-95D5-545043D17E4A}"/>
          </ac:spMkLst>
        </pc:spChg>
        <pc:spChg chg="mod">
          <ac:chgData name="Wilmer Ortega Erazo" userId="19082e28a51afb61" providerId="LiveId" clId="{30D428CD-1BB2-4A03-8594-A68FE992CDE1}" dt="2023-08-30T01:36:56.705" v="137" actId="1076"/>
          <ac:spMkLst>
            <pc:docMk/>
            <pc:sldMk cId="3547522046" sldId="268"/>
            <ac:spMk id="21" creationId="{AC018AF0-4EF5-C780-8F02-AE0A7B30ED69}"/>
          </ac:spMkLst>
        </pc:spChg>
        <pc:spChg chg="mod">
          <ac:chgData name="Wilmer Ortega Erazo" userId="19082e28a51afb61" providerId="LiveId" clId="{30D428CD-1BB2-4A03-8594-A68FE992CDE1}" dt="2023-08-30T01:36:56.705" v="137" actId="1076"/>
          <ac:spMkLst>
            <pc:docMk/>
            <pc:sldMk cId="3547522046" sldId="268"/>
            <ac:spMk id="23" creationId="{1EF37F7B-8B65-3051-DEB9-E765A2125E79}"/>
          </ac:spMkLst>
        </pc:spChg>
        <pc:spChg chg="mod">
          <ac:chgData name="Wilmer Ortega Erazo" userId="19082e28a51afb61" providerId="LiveId" clId="{30D428CD-1BB2-4A03-8594-A68FE992CDE1}" dt="2023-08-30T01:36:56.705" v="137" actId="1076"/>
          <ac:spMkLst>
            <pc:docMk/>
            <pc:sldMk cId="3547522046" sldId="268"/>
            <ac:spMk id="24" creationId="{52E483CF-CB49-BE36-793B-6372B69B1637}"/>
          </ac:spMkLst>
        </pc:spChg>
        <pc:spChg chg="mod">
          <ac:chgData name="Wilmer Ortega Erazo" userId="19082e28a51afb61" providerId="LiveId" clId="{30D428CD-1BB2-4A03-8594-A68FE992CDE1}" dt="2023-08-30T01:36:56.705" v="137" actId="1076"/>
          <ac:spMkLst>
            <pc:docMk/>
            <pc:sldMk cId="3547522046" sldId="268"/>
            <ac:spMk id="26" creationId="{DEDAB36C-9BB2-9275-A8FE-1A20C1D724D9}"/>
          </ac:spMkLst>
        </pc:spChg>
        <pc:spChg chg="mod">
          <ac:chgData name="Wilmer Ortega Erazo" userId="19082e28a51afb61" providerId="LiveId" clId="{30D428CD-1BB2-4A03-8594-A68FE992CDE1}" dt="2023-08-30T02:19:46.053" v="284" actId="790"/>
          <ac:spMkLst>
            <pc:docMk/>
            <pc:sldMk cId="3547522046" sldId="268"/>
            <ac:spMk id="27" creationId="{B2703787-9B39-2433-A866-A67E6713FCFB}"/>
          </ac:spMkLst>
        </pc:spChg>
        <pc:spChg chg="mod">
          <ac:chgData name="Wilmer Ortega Erazo" userId="19082e28a51afb61" providerId="LiveId" clId="{30D428CD-1BB2-4A03-8594-A68FE992CDE1}" dt="2023-08-30T01:36:56.705" v="137" actId="1076"/>
          <ac:spMkLst>
            <pc:docMk/>
            <pc:sldMk cId="3547522046" sldId="268"/>
            <ac:spMk id="29" creationId="{8E466CB7-BFCA-55F5-AAEC-BB6F6152D913}"/>
          </ac:spMkLst>
        </pc:spChg>
        <pc:spChg chg="mod">
          <ac:chgData name="Wilmer Ortega Erazo" userId="19082e28a51afb61" providerId="LiveId" clId="{30D428CD-1BB2-4A03-8594-A68FE992CDE1}" dt="2023-08-30T01:36:56.705" v="137" actId="1076"/>
          <ac:spMkLst>
            <pc:docMk/>
            <pc:sldMk cId="3547522046" sldId="268"/>
            <ac:spMk id="30" creationId="{1ADAE563-3BD5-F759-3EFD-DDB57EB90544}"/>
          </ac:spMkLst>
        </pc:spChg>
        <pc:spChg chg="mod">
          <ac:chgData name="Wilmer Ortega Erazo" userId="19082e28a51afb61" providerId="LiveId" clId="{30D428CD-1BB2-4A03-8594-A68FE992CDE1}" dt="2023-08-30T01:36:56.705" v="137" actId="1076"/>
          <ac:spMkLst>
            <pc:docMk/>
            <pc:sldMk cId="3547522046" sldId="268"/>
            <ac:spMk id="32" creationId="{84C33488-96B0-0942-4820-A12E840E0667}"/>
          </ac:spMkLst>
        </pc:spChg>
        <pc:spChg chg="mod">
          <ac:chgData name="Wilmer Ortega Erazo" userId="19082e28a51afb61" providerId="LiveId" clId="{30D428CD-1BB2-4A03-8594-A68FE992CDE1}" dt="2023-08-30T01:36:56.705" v="137" actId="1076"/>
          <ac:spMkLst>
            <pc:docMk/>
            <pc:sldMk cId="3547522046" sldId="268"/>
            <ac:spMk id="33" creationId="{3A288F42-36C7-2868-AFB8-6FCE1F8DFA34}"/>
          </ac:spMkLst>
        </pc:spChg>
        <pc:spChg chg="mod">
          <ac:chgData name="Wilmer Ortega Erazo" userId="19082e28a51afb61" providerId="LiveId" clId="{30D428CD-1BB2-4A03-8594-A68FE992CDE1}" dt="2023-08-30T01:36:56.705" v="137" actId="1076"/>
          <ac:spMkLst>
            <pc:docMk/>
            <pc:sldMk cId="3547522046" sldId="268"/>
            <ac:spMk id="35" creationId="{38C63973-A980-16D6-CD2B-94DF5DB19CDC}"/>
          </ac:spMkLst>
        </pc:spChg>
        <pc:spChg chg="mod">
          <ac:chgData name="Wilmer Ortega Erazo" userId="19082e28a51afb61" providerId="LiveId" clId="{30D428CD-1BB2-4A03-8594-A68FE992CDE1}" dt="2023-08-30T02:19:58.845" v="285" actId="790"/>
          <ac:spMkLst>
            <pc:docMk/>
            <pc:sldMk cId="3547522046" sldId="268"/>
            <ac:spMk id="36" creationId="{A69410BA-15D5-16F0-48DD-BCAB09B55368}"/>
          </ac:spMkLst>
        </pc:spChg>
        <pc:spChg chg="add mod">
          <ac:chgData name="Wilmer Ortega Erazo" userId="19082e28a51afb61" providerId="LiveId" clId="{30D428CD-1BB2-4A03-8594-A68FE992CDE1}" dt="2023-08-30T01:36:56.705" v="137" actId="1076"/>
          <ac:spMkLst>
            <pc:docMk/>
            <pc:sldMk cId="3547522046" sldId="268"/>
            <ac:spMk id="37" creationId="{EE641286-721F-B541-B316-0FF07F751847}"/>
          </ac:spMkLst>
        </pc:spChg>
        <pc:spChg chg="add mod">
          <ac:chgData name="Wilmer Ortega Erazo" userId="19082e28a51afb61" providerId="LiveId" clId="{30D428CD-1BB2-4A03-8594-A68FE992CDE1}" dt="2023-08-30T01:36:56.705" v="137" actId="1076"/>
          <ac:spMkLst>
            <pc:docMk/>
            <pc:sldMk cId="3547522046" sldId="268"/>
            <ac:spMk id="38" creationId="{523C44FB-0045-DBEB-CBE8-223D0B0DEC28}"/>
          </ac:spMkLst>
        </pc:spChg>
        <pc:spChg chg="add mod">
          <ac:chgData name="Wilmer Ortega Erazo" userId="19082e28a51afb61" providerId="LiveId" clId="{30D428CD-1BB2-4A03-8594-A68FE992CDE1}" dt="2023-08-30T01:36:56.705" v="137" actId="1076"/>
          <ac:spMkLst>
            <pc:docMk/>
            <pc:sldMk cId="3547522046" sldId="268"/>
            <ac:spMk id="39" creationId="{D233C9D3-C519-E849-8DEF-868C3653C257}"/>
          </ac:spMkLst>
        </pc:spChg>
        <pc:spChg chg="add mod">
          <ac:chgData name="Wilmer Ortega Erazo" userId="19082e28a51afb61" providerId="LiveId" clId="{30D428CD-1BB2-4A03-8594-A68FE992CDE1}" dt="2023-08-30T01:36:56.705" v="137" actId="1076"/>
          <ac:spMkLst>
            <pc:docMk/>
            <pc:sldMk cId="3547522046" sldId="268"/>
            <ac:spMk id="40" creationId="{01E98595-AB29-7970-E9A7-25B8DA83465D}"/>
          </ac:spMkLst>
        </pc:spChg>
        <pc:spChg chg="add mod">
          <ac:chgData name="Wilmer Ortega Erazo" userId="19082e28a51afb61" providerId="LiveId" clId="{30D428CD-1BB2-4A03-8594-A68FE992CDE1}" dt="2023-08-30T01:36:56.705" v="137" actId="1076"/>
          <ac:spMkLst>
            <pc:docMk/>
            <pc:sldMk cId="3547522046" sldId="268"/>
            <ac:spMk id="41" creationId="{77B789E1-7FA6-ADF0-632C-F97FDEC0146F}"/>
          </ac:spMkLst>
        </pc:spChg>
        <pc:spChg chg="add mod">
          <ac:chgData name="Wilmer Ortega Erazo" userId="19082e28a51afb61" providerId="LiveId" clId="{30D428CD-1BB2-4A03-8594-A68FE992CDE1}" dt="2023-08-30T01:36:56.705" v="137" actId="1076"/>
          <ac:spMkLst>
            <pc:docMk/>
            <pc:sldMk cId="3547522046" sldId="268"/>
            <ac:spMk id="42" creationId="{1CB38F18-95D9-DB89-3294-3B08B4767333}"/>
          </ac:spMkLst>
        </pc:spChg>
        <pc:grpChg chg="add mod">
          <ac:chgData name="Wilmer Ortega Erazo" userId="19082e28a51afb61" providerId="LiveId" clId="{30D428CD-1BB2-4A03-8594-A68FE992CDE1}" dt="2023-08-30T01:36:56.705" v="137" actId="1076"/>
          <ac:grpSpMkLst>
            <pc:docMk/>
            <pc:sldMk cId="3547522046" sldId="268"/>
            <ac:grpSpMk id="3" creationId="{F6D97674-9390-2384-6DEC-AC29203F315B}"/>
          </ac:grpSpMkLst>
        </pc:grpChg>
        <pc:grpChg chg="add mod">
          <ac:chgData name="Wilmer Ortega Erazo" userId="19082e28a51afb61" providerId="LiveId" clId="{30D428CD-1BB2-4A03-8594-A68FE992CDE1}" dt="2023-08-30T01:36:56.705" v="137" actId="1076"/>
          <ac:grpSpMkLst>
            <pc:docMk/>
            <pc:sldMk cId="3547522046" sldId="268"/>
            <ac:grpSpMk id="19" creationId="{3D6E6DEA-C17D-AE8A-B193-1EB2FFD7A4AB}"/>
          </ac:grpSpMkLst>
        </pc:grpChg>
        <pc:grpChg chg="add mod">
          <ac:chgData name="Wilmer Ortega Erazo" userId="19082e28a51afb61" providerId="LiveId" clId="{30D428CD-1BB2-4A03-8594-A68FE992CDE1}" dt="2023-08-30T01:36:56.705" v="137" actId="1076"/>
          <ac:grpSpMkLst>
            <pc:docMk/>
            <pc:sldMk cId="3547522046" sldId="268"/>
            <ac:grpSpMk id="22" creationId="{AA91D284-49B6-5ABD-8A44-2B56FDC5C9DD}"/>
          </ac:grpSpMkLst>
        </pc:grpChg>
        <pc:grpChg chg="add mod">
          <ac:chgData name="Wilmer Ortega Erazo" userId="19082e28a51afb61" providerId="LiveId" clId="{30D428CD-1BB2-4A03-8594-A68FE992CDE1}" dt="2023-08-30T01:36:56.705" v="137" actId="1076"/>
          <ac:grpSpMkLst>
            <pc:docMk/>
            <pc:sldMk cId="3547522046" sldId="268"/>
            <ac:grpSpMk id="25" creationId="{C01C7CE5-B2D2-57B7-4446-8CF5BA5D2C15}"/>
          </ac:grpSpMkLst>
        </pc:grpChg>
        <pc:grpChg chg="add mod">
          <ac:chgData name="Wilmer Ortega Erazo" userId="19082e28a51afb61" providerId="LiveId" clId="{30D428CD-1BB2-4A03-8594-A68FE992CDE1}" dt="2023-08-30T01:36:56.705" v="137" actId="1076"/>
          <ac:grpSpMkLst>
            <pc:docMk/>
            <pc:sldMk cId="3547522046" sldId="268"/>
            <ac:grpSpMk id="28" creationId="{6435942A-DD65-2927-CBAA-302064328973}"/>
          </ac:grpSpMkLst>
        </pc:grpChg>
        <pc:grpChg chg="add mod">
          <ac:chgData name="Wilmer Ortega Erazo" userId="19082e28a51afb61" providerId="LiveId" clId="{30D428CD-1BB2-4A03-8594-A68FE992CDE1}" dt="2023-08-30T01:36:56.705" v="137" actId="1076"/>
          <ac:grpSpMkLst>
            <pc:docMk/>
            <pc:sldMk cId="3547522046" sldId="268"/>
            <ac:grpSpMk id="31" creationId="{3F702547-F101-1110-6A87-394F88913A26}"/>
          </ac:grpSpMkLst>
        </pc:grpChg>
        <pc:grpChg chg="add mod">
          <ac:chgData name="Wilmer Ortega Erazo" userId="19082e28a51afb61" providerId="LiveId" clId="{30D428CD-1BB2-4A03-8594-A68FE992CDE1}" dt="2023-08-30T01:36:56.705" v="137" actId="1076"/>
          <ac:grpSpMkLst>
            <pc:docMk/>
            <pc:sldMk cId="3547522046" sldId="268"/>
            <ac:grpSpMk id="34" creationId="{0459EC49-5318-9A44-627D-B5F0657C7B62}"/>
          </ac:grpSpMkLst>
        </pc:grpChg>
      </pc:sldChg>
      <pc:sldChg chg="addSp delSp modSp add mod">
        <pc:chgData name="Wilmer Ortega Erazo" userId="19082e28a51afb61" providerId="LiveId" clId="{30D428CD-1BB2-4A03-8594-A68FE992CDE1}" dt="2023-08-30T02:20:07.502" v="287" actId="1076"/>
        <pc:sldMkLst>
          <pc:docMk/>
          <pc:sldMk cId="839485298" sldId="269"/>
        </pc:sldMkLst>
        <pc:spChg chg="mod">
          <ac:chgData name="Wilmer Ortega Erazo" userId="19082e28a51afb61" providerId="LiveId" clId="{30D428CD-1BB2-4A03-8594-A68FE992CDE1}" dt="2023-08-30T02:17:49.445" v="238" actId="242"/>
          <ac:spMkLst>
            <pc:docMk/>
            <pc:sldMk cId="839485298" sldId="269"/>
            <ac:spMk id="2" creationId="{C4B3BC51-1413-F46C-B9D5-F37ECB40D137}"/>
          </ac:spMkLst>
        </pc:spChg>
        <pc:spChg chg="mod">
          <ac:chgData name="Wilmer Ortega Erazo" userId="19082e28a51afb61" providerId="LiveId" clId="{30D428CD-1BB2-4A03-8594-A68FE992CDE1}" dt="2023-08-30T02:20:07.502" v="287" actId="1076"/>
          <ac:spMkLst>
            <pc:docMk/>
            <pc:sldMk cId="839485298" sldId="269"/>
            <ac:spMk id="4" creationId="{A29C0834-3DBC-9FB3-0E0A-F77D599198EB}"/>
          </ac:spMkLst>
        </pc:spChg>
        <pc:spChg chg="del">
          <ac:chgData name="Wilmer Ortega Erazo" userId="19082e28a51afb61" providerId="LiveId" clId="{30D428CD-1BB2-4A03-8594-A68FE992CDE1}" dt="2023-08-30T01:37:34.934" v="142" actId="478"/>
          <ac:spMkLst>
            <pc:docMk/>
            <pc:sldMk cId="839485298" sldId="269"/>
            <ac:spMk id="7" creationId="{16971214-8190-C591-FD74-20DCC9CD1F5A}"/>
          </ac:spMkLst>
        </pc:spChg>
        <pc:spChg chg="del">
          <ac:chgData name="Wilmer Ortega Erazo" userId="19082e28a51afb61" providerId="LiveId" clId="{30D428CD-1BB2-4A03-8594-A68FE992CDE1}" dt="2023-08-30T01:37:34.934" v="142" actId="478"/>
          <ac:spMkLst>
            <pc:docMk/>
            <pc:sldMk cId="839485298" sldId="269"/>
            <ac:spMk id="8" creationId="{0FF574A7-5AAA-1BCF-59A9-6B8FD5FFAFB9}"/>
          </ac:spMkLst>
        </pc:spChg>
        <pc:spChg chg="del">
          <ac:chgData name="Wilmer Ortega Erazo" userId="19082e28a51afb61" providerId="LiveId" clId="{30D428CD-1BB2-4A03-8594-A68FE992CDE1}" dt="2023-08-30T01:37:34.934" v="142" actId="478"/>
          <ac:spMkLst>
            <pc:docMk/>
            <pc:sldMk cId="839485298" sldId="269"/>
            <ac:spMk id="9" creationId="{34F723BD-3D6F-122A-8A23-8172292CA02C}"/>
          </ac:spMkLst>
        </pc:spChg>
        <pc:spChg chg="del">
          <ac:chgData name="Wilmer Ortega Erazo" userId="19082e28a51afb61" providerId="LiveId" clId="{30D428CD-1BB2-4A03-8594-A68FE992CDE1}" dt="2023-08-30T01:37:34.934" v="142" actId="478"/>
          <ac:spMkLst>
            <pc:docMk/>
            <pc:sldMk cId="839485298" sldId="269"/>
            <ac:spMk id="10" creationId="{A101D3D9-F115-A5DD-A735-26C4475C3D0C}"/>
          </ac:spMkLst>
        </pc:spChg>
        <pc:spChg chg="del">
          <ac:chgData name="Wilmer Ortega Erazo" userId="19082e28a51afb61" providerId="LiveId" clId="{30D428CD-1BB2-4A03-8594-A68FE992CDE1}" dt="2023-08-30T01:37:34.934" v="142" actId="478"/>
          <ac:spMkLst>
            <pc:docMk/>
            <pc:sldMk cId="839485298" sldId="269"/>
            <ac:spMk id="11" creationId="{1AD2AC14-CE93-288B-0D1D-8C695B607CA8}"/>
          </ac:spMkLst>
        </pc:spChg>
        <pc:spChg chg="del">
          <ac:chgData name="Wilmer Ortega Erazo" userId="19082e28a51afb61" providerId="LiveId" clId="{30D428CD-1BB2-4A03-8594-A68FE992CDE1}" dt="2023-08-30T01:37:34.934" v="142" actId="478"/>
          <ac:spMkLst>
            <pc:docMk/>
            <pc:sldMk cId="839485298" sldId="269"/>
            <ac:spMk id="12" creationId="{5ECD63F7-4AE6-DA87-F21D-61A67A159C2B}"/>
          </ac:spMkLst>
        </pc:spChg>
        <pc:spChg chg="del">
          <ac:chgData name="Wilmer Ortega Erazo" userId="19082e28a51afb61" providerId="LiveId" clId="{30D428CD-1BB2-4A03-8594-A68FE992CDE1}" dt="2023-08-30T01:37:34.934" v="142" actId="478"/>
          <ac:spMkLst>
            <pc:docMk/>
            <pc:sldMk cId="839485298" sldId="269"/>
            <ac:spMk id="13" creationId="{F853FB6A-36DD-AF92-93F1-08CD4F77DFE4}"/>
          </ac:spMkLst>
        </pc:spChg>
        <pc:spChg chg="del">
          <ac:chgData name="Wilmer Ortega Erazo" userId="19082e28a51afb61" providerId="LiveId" clId="{30D428CD-1BB2-4A03-8594-A68FE992CDE1}" dt="2023-08-30T01:37:34.934" v="142" actId="478"/>
          <ac:spMkLst>
            <pc:docMk/>
            <pc:sldMk cId="839485298" sldId="269"/>
            <ac:spMk id="14" creationId="{BC9D68CA-E55E-73D1-B31C-8B96EA0767A3}"/>
          </ac:spMkLst>
        </pc:spChg>
        <pc:spChg chg="del">
          <ac:chgData name="Wilmer Ortega Erazo" userId="19082e28a51afb61" providerId="LiveId" clId="{30D428CD-1BB2-4A03-8594-A68FE992CDE1}" dt="2023-08-30T01:37:34.934" v="142" actId="478"/>
          <ac:spMkLst>
            <pc:docMk/>
            <pc:sldMk cId="839485298" sldId="269"/>
            <ac:spMk id="15" creationId="{C7876893-9B83-C5F7-4F47-038F34A27DAC}"/>
          </ac:spMkLst>
        </pc:spChg>
        <pc:spChg chg="del">
          <ac:chgData name="Wilmer Ortega Erazo" userId="19082e28a51afb61" providerId="LiveId" clId="{30D428CD-1BB2-4A03-8594-A68FE992CDE1}" dt="2023-08-30T01:37:34.934" v="142" actId="478"/>
          <ac:spMkLst>
            <pc:docMk/>
            <pc:sldMk cId="839485298" sldId="269"/>
            <ac:spMk id="16" creationId="{E025CBA2-67D9-FFF2-5B77-582078C40471}"/>
          </ac:spMkLst>
        </pc:spChg>
        <pc:spChg chg="del">
          <ac:chgData name="Wilmer Ortega Erazo" userId="19082e28a51afb61" providerId="LiveId" clId="{30D428CD-1BB2-4A03-8594-A68FE992CDE1}" dt="2023-08-30T01:37:34.934" v="142" actId="478"/>
          <ac:spMkLst>
            <pc:docMk/>
            <pc:sldMk cId="839485298" sldId="269"/>
            <ac:spMk id="17" creationId="{EE2F3EAA-0AD2-04DA-CA22-CE41D7F19FC4}"/>
          </ac:spMkLst>
        </pc:spChg>
        <pc:spChg chg="del">
          <ac:chgData name="Wilmer Ortega Erazo" userId="19082e28a51afb61" providerId="LiveId" clId="{30D428CD-1BB2-4A03-8594-A68FE992CDE1}" dt="2023-08-30T01:37:34.934" v="142" actId="478"/>
          <ac:spMkLst>
            <pc:docMk/>
            <pc:sldMk cId="839485298" sldId="269"/>
            <ac:spMk id="18" creationId="{F5453AF9-F421-9CB0-1C8A-29E6A6774290}"/>
          </ac:spMkLst>
        </pc:spChg>
        <pc:spChg chg="del">
          <ac:chgData name="Wilmer Ortega Erazo" userId="19082e28a51afb61" providerId="LiveId" clId="{30D428CD-1BB2-4A03-8594-A68FE992CDE1}" dt="2023-08-30T01:37:34.934" v="142" actId="478"/>
          <ac:spMkLst>
            <pc:docMk/>
            <pc:sldMk cId="839485298" sldId="269"/>
            <ac:spMk id="37" creationId="{EE641286-721F-B541-B316-0FF07F751847}"/>
          </ac:spMkLst>
        </pc:spChg>
        <pc:spChg chg="del">
          <ac:chgData name="Wilmer Ortega Erazo" userId="19082e28a51afb61" providerId="LiveId" clId="{30D428CD-1BB2-4A03-8594-A68FE992CDE1}" dt="2023-08-30T01:37:34.934" v="142" actId="478"/>
          <ac:spMkLst>
            <pc:docMk/>
            <pc:sldMk cId="839485298" sldId="269"/>
            <ac:spMk id="38" creationId="{523C44FB-0045-DBEB-CBE8-223D0B0DEC28}"/>
          </ac:spMkLst>
        </pc:spChg>
        <pc:spChg chg="del">
          <ac:chgData name="Wilmer Ortega Erazo" userId="19082e28a51afb61" providerId="LiveId" clId="{30D428CD-1BB2-4A03-8594-A68FE992CDE1}" dt="2023-08-30T01:37:34.934" v="142" actId="478"/>
          <ac:spMkLst>
            <pc:docMk/>
            <pc:sldMk cId="839485298" sldId="269"/>
            <ac:spMk id="39" creationId="{D233C9D3-C519-E849-8DEF-868C3653C257}"/>
          </ac:spMkLst>
        </pc:spChg>
        <pc:spChg chg="del">
          <ac:chgData name="Wilmer Ortega Erazo" userId="19082e28a51afb61" providerId="LiveId" clId="{30D428CD-1BB2-4A03-8594-A68FE992CDE1}" dt="2023-08-30T01:37:34.934" v="142" actId="478"/>
          <ac:spMkLst>
            <pc:docMk/>
            <pc:sldMk cId="839485298" sldId="269"/>
            <ac:spMk id="40" creationId="{01E98595-AB29-7970-E9A7-25B8DA83465D}"/>
          </ac:spMkLst>
        </pc:spChg>
        <pc:spChg chg="del">
          <ac:chgData name="Wilmer Ortega Erazo" userId="19082e28a51afb61" providerId="LiveId" clId="{30D428CD-1BB2-4A03-8594-A68FE992CDE1}" dt="2023-08-30T01:37:34.934" v="142" actId="478"/>
          <ac:spMkLst>
            <pc:docMk/>
            <pc:sldMk cId="839485298" sldId="269"/>
            <ac:spMk id="41" creationId="{77B789E1-7FA6-ADF0-632C-F97FDEC0146F}"/>
          </ac:spMkLst>
        </pc:spChg>
        <pc:spChg chg="del">
          <ac:chgData name="Wilmer Ortega Erazo" userId="19082e28a51afb61" providerId="LiveId" clId="{30D428CD-1BB2-4A03-8594-A68FE992CDE1}" dt="2023-08-30T01:37:34.934" v="142" actId="478"/>
          <ac:spMkLst>
            <pc:docMk/>
            <pc:sldMk cId="839485298" sldId="269"/>
            <ac:spMk id="42" creationId="{1CB38F18-95D9-DB89-3294-3B08B4767333}"/>
          </ac:spMkLst>
        </pc:spChg>
        <pc:spChg chg="mod">
          <ac:chgData name="Wilmer Ortega Erazo" userId="19082e28a51afb61" providerId="LiveId" clId="{30D428CD-1BB2-4A03-8594-A68FE992CDE1}" dt="2023-08-30T01:37:41.366" v="144" actId="1076"/>
          <ac:spMkLst>
            <pc:docMk/>
            <pc:sldMk cId="839485298" sldId="269"/>
            <ac:spMk id="44" creationId="{51DF85D0-5D58-1948-EC55-E3FF3A063FDD}"/>
          </ac:spMkLst>
        </pc:spChg>
        <pc:spChg chg="mod">
          <ac:chgData name="Wilmer Ortega Erazo" userId="19082e28a51afb61" providerId="LiveId" clId="{30D428CD-1BB2-4A03-8594-A68FE992CDE1}" dt="2023-08-30T01:37:41.366" v="144" actId="1076"/>
          <ac:spMkLst>
            <pc:docMk/>
            <pc:sldMk cId="839485298" sldId="269"/>
            <ac:spMk id="45" creationId="{6C73C57D-0872-B115-1D70-6FFD237B41D4}"/>
          </ac:spMkLst>
        </pc:spChg>
        <pc:spChg chg="mod">
          <ac:chgData name="Wilmer Ortega Erazo" userId="19082e28a51afb61" providerId="LiveId" clId="{30D428CD-1BB2-4A03-8594-A68FE992CDE1}" dt="2023-08-30T01:37:41.366" v="144" actId="1076"/>
          <ac:spMkLst>
            <pc:docMk/>
            <pc:sldMk cId="839485298" sldId="269"/>
            <ac:spMk id="47" creationId="{A9A89E4C-EC71-701C-BA80-F1D65408CB16}"/>
          </ac:spMkLst>
        </pc:spChg>
        <pc:spChg chg="mod">
          <ac:chgData name="Wilmer Ortega Erazo" userId="19082e28a51afb61" providerId="LiveId" clId="{30D428CD-1BB2-4A03-8594-A68FE992CDE1}" dt="2023-08-30T01:37:41.366" v="144" actId="1076"/>
          <ac:spMkLst>
            <pc:docMk/>
            <pc:sldMk cId="839485298" sldId="269"/>
            <ac:spMk id="48" creationId="{5CA7C03D-B78A-63EC-E910-255727EFC884}"/>
          </ac:spMkLst>
        </pc:spChg>
        <pc:spChg chg="mod">
          <ac:chgData name="Wilmer Ortega Erazo" userId="19082e28a51afb61" providerId="LiveId" clId="{30D428CD-1BB2-4A03-8594-A68FE992CDE1}" dt="2023-08-30T01:37:41.366" v="144" actId="1076"/>
          <ac:spMkLst>
            <pc:docMk/>
            <pc:sldMk cId="839485298" sldId="269"/>
            <ac:spMk id="50" creationId="{A78287FA-DCE1-9AFD-47FF-9BA1F8CE6378}"/>
          </ac:spMkLst>
        </pc:spChg>
        <pc:spChg chg="mod">
          <ac:chgData name="Wilmer Ortega Erazo" userId="19082e28a51afb61" providerId="LiveId" clId="{30D428CD-1BB2-4A03-8594-A68FE992CDE1}" dt="2023-08-30T01:37:41.366" v="144" actId="1076"/>
          <ac:spMkLst>
            <pc:docMk/>
            <pc:sldMk cId="839485298" sldId="269"/>
            <ac:spMk id="51" creationId="{1D94576A-B954-16EE-2F8C-15ED99FC9DD9}"/>
          </ac:spMkLst>
        </pc:spChg>
        <pc:spChg chg="mod">
          <ac:chgData name="Wilmer Ortega Erazo" userId="19082e28a51afb61" providerId="LiveId" clId="{30D428CD-1BB2-4A03-8594-A68FE992CDE1}" dt="2023-08-30T01:37:41.366" v="144" actId="1076"/>
          <ac:spMkLst>
            <pc:docMk/>
            <pc:sldMk cId="839485298" sldId="269"/>
            <ac:spMk id="53" creationId="{C9719B13-CA88-891F-E712-3A6093870C1E}"/>
          </ac:spMkLst>
        </pc:spChg>
        <pc:spChg chg="mod">
          <ac:chgData name="Wilmer Ortega Erazo" userId="19082e28a51afb61" providerId="LiveId" clId="{30D428CD-1BB2-4A03-8594-A68FE992CDE1}" dt="2023-08-30T01:37:41.366" v="144" actId="1076"/>
          <ac:spMkLst>
            <pc:docMk/>
            <pc:sldMk cId="839485298" sldId="269"/>
            <ac:spMk id="54" creationId="{5861CFF0-CE96-71F7-7C4C-7B91440B1CDF}"/>
          </ac:spMkLst>
        </pc:spChg>
        <pc:spChg chg="mod">
          <ac:chgData name="Wilmer Ortega Erazo" userId="19082e28a51afb61" providerId="LiveId" clId="{30D428CD-1BB2-4A03-8594-A68FE992CDE1}" dt="2023-08-30T01:37:41.366" v="144" actId="1076"/>
          <ac:spMkLst>
            <pc:docMk/>
            <pc:sldMk cId="839485298" sldId="269"/>
            <ac:spMk id="56" creationId="{BFE8CB38-366B-1313-B080-79A219BBA03E}"/>
          </ac:spMkLst>
        </pc:spChg>
        <pc:spChg chg="mod">
          <ac:chgData name="Wilmer Ortega Erazo" userId="19082e28a51afb61" providerId="LiveId" clId="{30D428CD-1BB2-4A03-8594-A68FE992CDE1}" dt="2023-08-30T01:37:41.366" v="144" actId="1076"/>
          <ac:spMkLst>
            <pc:docMk/>
            <pc:sldMk cId="839485298" sldId="269"/>
            <ac:spMk id="57" creationId="{B2B7ABCC-73F0-6972-9DA8-23B2865DCDE7}"/>
          </ac:spMkLst>
        </pc:spChg>
        <pc:spChg chg="add mod">
          <ac:chgData name="Wilmer Ortega Erazo" userId="19082e28a51afb61" providerId="LiveId" clId="{30D428CD-1BB2-4A03-8594-A68FE992CDE1}" dt="2023-08-30T01:37:41.366" v="144" actId="1076"/>
          <ac:spMkLst>
            <pc:docMk/>
            <pc:sldMk cId="839485298" sldId="269"/>
            <ac:spMk id="58" creationId="{BCCB5813-1E2A-CAF3-2012-21DAED0D639B}"/>
          </ac:spMkLst>
        </pc:spChg>
        <pc:spChg chg="add mod">
          <ac:chgData name="Wilmer Ortega Erazo" userId="19082e28a51afb61" providerId="LiveId" clId="{30D428CD-1BB2-4A03-8594-A68FE992CDE1}" dt="2023-08-30T01:37:41.366" v="144" actId="1076"/>
          <ac:spMkLst>
            <pc:docMk/>
            <pc:sldMk cId="839485298" sldId="269"/>
            <ac:spMk id="59" creationId="{1E51F2C6-1B13-C91B-CA3F-EA76F19D9014}"/>
          </ac:spMkLst>
        </pc:spChg>
        <pc:spChg chg="add mod">
          <ac:chgData name="Wilmer Ortega Erazo" userId="19082e28a51afb61" providerId="LiveId" clId="{30D428CD-1BB2-4A03-8594-A68FE992CDE1}" dt="2023-08-30T01:37:41.366" v="144" actId="1076"/>
          <ac:spMkLst>
            <pc:docMk/>
            <pc:sldMk cId="839485298" sldId="269"/>
            <ac:spMk id="60" creationId="{2178684F-BCC4-FCBB-ECCE-EB58C56107B4}"/>
          </ac:spMkLst>
        </pc:spChg>
        <pc:spChg chg="add mod">
          <ac:chgData name="Wilmer Ortega Erazo" userId="19082e28a51afb61" providerId="LiveId" clId="{30D428CD-1BB2-4A03-8594-A68FE992CDE1}" dt="2023-08-30T01:37:41.366" v="144" actId="1076"/>
          <ac:spMkLst>
            <pc:docMk/>
            <pc:sldMk cId="839485298" sldId="269"/>
            <ac:spMk id="61" creationId="{E693EE79-425A-F252-C84C-F0B832511583}"/>
          </ac:spMkLst>
        </pc:spChg>
        <pc:spChg chg="add mod">
          <ac:chgData name="Wilmer Ortega Erazo" userId="19082e28a51afb61" providerId="LiveId" clId="{30D428CD-1BB2-4A03-8594-A68FE992CDE1}" dt="2023-08-30T01:37:41.366" v="144" actId="1076"/>
          <ac:spMkLst>
            <pc:docMk/>
            <pc:sldMk cId="839485298" sldId="269"/>
            <ac:spMk id="62" creationId="{D8DA47EB-37D4-D46E-E79D-F76EAF409D80}"/>
          </ac:spMkLst>
        </pc:spChg>
        <pc:spChg chg="add mod">
          <ac:chgData name="Wilmer Ortega Erazo" userId="19082e28a51afb61" providerId="LiveId" clId="{30D428CD-1BB2-4A03-8594-A68FE992CDE1}" dt="2023-08-30T01:37:41.366" v="144" actId="1076"/>
          <ac:spMkLst>
            <pc:docMk/>
            <pc:sldMk cId="839485298" sldId="269"/>
            <ac:spMk id="63" creationId="{32F4AD66-8B01-BAD7-5273-8E13AD7F6050}"/>
          </ac:spMkLst>
        </pc:spChg>
        <pc:spChg chg="add mod">
          <ac:chgData name="Wilmer Ortega Erazo" userId="19082e28a51afb61" providerId="LiveId" clId="{30D428CD-1BB2-4A03-8594-A68FE992CDE1}" dt="2023-08-30T01:37:41.366" v="144" actId="1076"/>
          <ac:spMkLst>
            <pc:docMk/>
            <pc:sldMk cId="839485298" sldId="269"/>
            <ac:spMk id="64" creationId="{DF68190F-1405-B64E-5955-253F044D2E56}"/>
          </ac:spMkLst>
        </pc:spChg>
        <pc:spChg chg="add mod">
          <ac:chgData name="Wilmer Ortega Erazo" userId="19082e28a51afb61" providerId="LiveId" clId="{30D428CD-1BB2-4A03-8594-A68FE992CDE1}" dt="2023-08-30T01:37:41.366" v="144" actId="1076"/>
          <ac:spMkLst>
            <pc:docMk/>
            <pc:sldMk cId="839485298" sldId="269"/>
            <ac:spMk id="65" creationId="{2814691A-BF7A-F44A-FAF7-77B745298E28}"/>
          </ac:spMkLst>
        </pc:spChg>
        <pc:spChg chg="add mod">
          <ac:chgData name="Wilmer Ortega Erazo" userId="19082e28a51afb61" providerId="LiveId" clId="{30D428CD-1BB2-4A03-8594-A68FE992CDE1}" dt="2023-08-30T01:37:41.366" v="144" actId="1076"/>
          <ac:spMkLst>
            <pc:docMk/>
            <pc:sldMk cId="839485298" sldId="269"/>
            <ac:spMk id="66" creationId="{E9B13FF3-AC46-7C82-4CAF-CA90EA43109D}"/>
          </ac:spMkLst>
        </pc:spChg>
        <pc:grpChg chg="del">
          <ac:chgData name="Wilmer Ortega Erazo" userId="19082e28a51afb61" providerId="LiveId" clId="{30D428CD-1BB2-4A03-8594-A68FE992CDE1}" dt="2023-08-30T01:37:34.934" v="142" actId="478"/>
          <ac:grpSpMkLst>
            <pc:docMk/>
            <pc:sldMk cId="839485298" sldId="269"/>
            <ac:grpSpMk id="3" creationId="{F6D97674-9390-2384-6DEC-AC29203F315B}"/>
          </ac:grpSpMkLst>
        </pc:grpChg>
        <pc:grpChg chg="del">
          <ac:chgData name="Wilmer Ortega Erazo" userId="19082e28a51afb61" providerId="LiveId" clId="{30D428CD-1BB2-4A03-8594-A68FE992CDE1}" dt="2023-08-30T01:37:34.934" v="142" actId="478"/>
          <ac:grpSpMkLst>
            <pc:docMk/>
            <pc:sldMk cId="839485298" sldId="269"/>
            <ac:grpSpMk id="19" creationId="{3D6E6DEA-C17D-AE8A-B193-1EB2FFD7A4AB}"/>
          </ac:grpSpMkLst>
        </pc:grpChg>
        <pc:grpChg chg="del">
          <ac:chgData name="Wilmer Ortega Erazo" userId="19082e28a51afb61" providerId="LiveId" clId="{30D428CD-1BB2-4A03-8594-A68FE992CDE1}" dt="2023-08-30T01:37:34.934" v="142" actId="478"/>
          <ac:grpSpMkLst>
            <pc:docMk/>
            <pc:sldMk cId="839485298" sldId="269"/>
            <ac:grpSpMk id="22" creationId="{AA91D284-49B6-5ABD-8A44-2B56FDC5C9DD}"/>
          </ac:grpSpMkLst>
        </pc:grpChg>
        <pc:grpChg chg="del">
          <ac:chgData name="Wilmer Ortega Erazo" userId="19082e28a51afb61" providerId="LiveId" clId="{30D428CD-1BB2-4A03-8594-A68FE992CDE1}" dt="2023-08-30T01:37:34.934" v="142" actId="478"/>
          <ac:grpSpMkLst>
            <pc:docMk/>
            <pc:sldMk cId="839485298" sldId="269"/>
            <ac:grpSpMk id="25" creationId="{C01C7CE5-B2D2-57B7-4446-8CF5BA5D2C15}"/>
          </ac:grpSpMkLst>
        </pc:grpChg>
        <pc:grpChg chg="del">
          <ac:chgData name="Wilmer Ortega Erazo" userId="19082e28a51afb61" providerId="LiveId" clId="{30D428CD-1BB2-4A03-8594-A68FE992CDE1}" dt="2023-08-30T01:37:34.934" v="142" actId="478"/>
          <ac:grpSpMkLst>
            <pc:docMk/>
            <pc:sldMk cId="839485298" sldId="269"/>
            <ac:grpSpMk id="28" creationId="{6435942A-DD65-2927-CBAA-302064328973}"/>
          </ac:grpSpMkLst>
        </pc:grpChg>
        <pc:grpChg chg="del">
          <ac:chgData name="Wilmer Ortega Erazo" userId="19082e28a51afb61" providerId="LiveId" clId="{30D428CD-1BB2-4A03-8594-A68FE992CDE1}" dt="2023-08-30T01:37:34.934" v="142" actId="478"/>
          <ac:grpSpMkLst>
            <pc:docMk/>
            <pc:sldMk cId="839485298" sldId="269"/>
            <ac:grpSpMk id="31" creationId="{3F702547-F101-1110-6A87-394F88913A26}"/>
          </ac:grpSpMkLst>
        </pc:grpChg>
        <pc:grpChg chg="del">
          <ac:chgData name="Wilmer Ortega Erazo" userId="19082e28a51afb61" providerId="LiveId" clId="{30D428CD-1BB2-4A03-8594-A68FE992CDE1}" dt="2023-08-30T01:37:34.934" v="142" actId="478"/>
          <ac:grpSpMkLst>
            <pc:docMk/>
            <pc:sldMk cId="839485298" sldId="269"/>
            <ac:grpSpMk id="34" creationId="{0459EC49-5318-9A44-627D-B5F0657C7B62}"/>
          </ac:grpSpMkLst>
        </pc:grpChg>
        <pc:grpChg chg="add mod">
          <ac:chgData name="Wilmer Ortega Erazo" userId="19082e28a51afb61" providerId="LiveId" clId="{30D428CD-1BB2-4A03-8594-A68FE992CDE1}" dt="2023-08-30T01:37:41.366" v="144" actId="1076"/>
          <ac:grpSpMkLst>
            <pc:docMk/>
            <pc:sldMk cId="839485298" sldId="269"/>
            <ac:grpSpMk id="43" creationId="{305F44DF-5294-FAD9-AACF-81575D445C5C}"/>
          </ac:grpSpMkLst>
        </pc:grpChg>
        <pc:grpChg chg="add mod">
          <ac:chgData name="Wilmer Ortega Erazo" userId="19082e28a51afb61" providerId="LiveId" clId="{30D428CD-1BB2-4A03-8594-A68FE992CDE1}" dt="2023-08-30T01:37:41.366" v="144" actId="1076"/>
          <ac:grpSpMkLst>
            <pc:docMk/>
            <pc:sldMk cId="839485298" sldId="269"/>
            <ac:grpSpMk id="46" creationId="{49671E13-ED6B-D292-0670-CA50CC1C3D93}"/>
          </ac:grpSpMkLst>
        </pc:grpChg>
        <pc:grpChg chg="add mod">
          <ac:chgData name="Wilmer Ortega Erazo" userId="19082e28a51afb61" providerId="LiveId" clId="{30D428CD-1BB2-4A03-8594-A68FE992CDE1}" dt="2023-08-30T01:37:41.366" v="144" actId="1076"/>
          <ac:grpSpMkLst>
            <pc:docMk/>
            <pc:sldMk cId="839485298" sldId="269"/>
            <ac:grpSpMk id="49" creationId="{D57A6289-ACA1-FAB4-7247-8DE978E7A806}"/>
          </ac:grpSpMkLst>
        </pc:grpChg>
        <pc:grpChg chg="add mod">
          <ac:chgData name="Wilmer Ortega Erazo" userId="19082e28a51afb61" providerId="LiveId" clId="{30D428CD-1BB2-4A03-8594-A68FE992CDE1}" dt="2023-08-30T01:37:41.366" v="144" actId="1076"/>
          <ac:grpSpMkLst>
            <pc:docMk/>
            <pc:sldMk cId="839485298" sldId="269"/>
            <ac:grpSpMk id="52" creationId="{493A5DA4-9F2C-1F15-470E-AD7843F724CA}"/>
          </ac:grpSpMkLst>
        </pc:grpChg>
        <pc:grpChg chg="add mod">
          <ac:chgData name="Wilmer Ortega Erazo" userId="19082e28a51afb61" providerId="LiveId" clId="{30D428CD-1BB2-4A03-8594-A68FE992CDE1}" dt="2023-08-30T01:37:41.366" v="144" actId="1076"/>
          <ac:grpSpMkLst>
            <pc:docMk/>
            <pc:sldMk cId="839485298" sldId="269"/>
            <ac:grpSpMk id="55" creationId="{0A102D71-1FCB-B883-30F5-85489278D76B}"/>
          </ac:grpSpMkLst>
        </pc:grpChg>
      </pc:sldChg>
      <pc:sldChg chg="addSp delSp modSp add mod">
        <pc:chgData name="Wilmer Ortega Erazo" userId="19082e28a51afb61" providerId="LiveId" clId="{30D428CD-1BB2-4A03-8594-A68FE992CDE1}" dt="2023-08-30T02:17:53.831" v="239" actId="242"/>
        <pc:sldMkLst>
          <pc:docMk/>
          <pc:sldMk cId="1107773906" sldId="270"/>
        </pc:sldMkLst>
        <pc:spChg chg="mod">
          <ac:chgData name="Wilmer Ortega Erazo" userId="19082e28a51afb61" providerId="LiveId" clId="{30D428CD-1BB2-4A03-8594-A68FE992CDE1}" dt="2023-08-30T02:17:53.831" v="239" actId="242"/>
          <ac:spMkLst>
            <pc:docMk/>
            <pc:sldMk cId="1107773906" sldId="270"/>
            <ac:spMk id="2" creationId="{C4B3BC51-1413-F46C-B9D5-F37ECB40D137}"/>
          </ac:spMkLst>
        </pc:spChg>
        <pc:spChg chg="mod">
          <ac:chgData name="Wilmer Ortega Erazo" userId="19082e28a51afb61" providerId="LiveId" clId="{30D428CD-1BB2-4A03-8594-A68FE992CDE1}" dt="2023-08-30T01:41:50.754" v="173" actId="113"/>
          <ac:spMkLst>
            <pc:docMk/>
            <pc:sldMk cId="1107773906" sldId="270"/>
            <ac:spMk id="4" creationId="{A29C0834-3DBC-9FB3-0E0A-F77D599198EB}"/>
          </ac:spMkLst>
        </pc:spChg>
        <pc:spChg chg="add del">
          <ac:chgData name="Wilmer Ortega Erazo" userId="19082e28a51afb61" providerId="LiveId" clId="{30D428CD-1BB2-4A03-8594-A68FE992CDE1}" dt="2023-08-30T01:38:46.844" v="150" actId="22"/>
          <ac:spMkLst>
            <pc:docMk/>
            <pc:sldMk cId="1107773906" sldId="270"/>
            <ac:spMk id="5" creationId="{6CDBDBAA-FF3E-3841-F501-E51FDA8A5D3E}"/>
          </ac:spMkLst>
        </pc:spChg>
        <pc:spChg chg="mod">
          <ac:chgData name="Wilmer Ortega Erazo" userId="19082e28a51afb61" providerId="LiveId" clId="{30D428CD-1BB2-4A03-8594-A68FE992CDE1}" dt="2023-08-30T01:44:15.010" v="191" actId="255"/>
          <ac:spMkLst>
            <pc:docMk/>
            <pc:sldMk cId="1107773906" sldId="270"/>
            <ac:spMk id="7" creationId="{98430C44-6CAC-59FF-DD58-1C21B6A99254}"/>
          </ac:spMkLst>
        </pc:spChg>
        <pc:spChg chg="mod">
          <ac:chgData name="Wilmer Ortega Erazo" userId="19082e28a51afb61" providerId="LiveId" clId="{30D428CD-1BB2-4A03-8594-A68FE992CDE1}" dt="2023-08-30T01:44:15.010" v="191" actId="255"/>
          <ac:spMkLst>
            <pc:docMk/>
            <pc:sldMk cId="1107773906" sldId="270"/>
            <ac:spMk id="9" creationId="{86C4ECE6-AB12-D682-B203-6885CD939324}"/>
          </ac:spMkLst>
        </pc:spChg>
        <pc:spChg chg="mod">
          <ac:chgData name="Wilmer Ortega Erazo" userId="19082e28a51afb61" providerId="LiveId" clId="{30D428CD-1BB2-4A03-8594-A68FE992CDE1}" dt="2023-08-30T01:44:15.010" v="191" actId="255"/>
          <ac:spMkLst>
            <pc:docMk/>
            <pc:sldMk cId="1107773906" sldId="270"/>
            <ac:spMk id="10" creationId="{1C5AE57B-A207-403E-B531-BF084B9280CB}"/>
          </ac:spMkLst>
        </pc:spChg>
        <pc:spChg chg="mod">
          <ac:chgData name="Wilmer Ortega Erazo" userId="19082e28a51afb61" providerId="LiveId" clId="{30D428CD-1BB2-4A03-8594-A68FE992CDE1}" dt="2023-08-30T01:39:32.662" v="159" actId="14100"/>
          <ac:spMkLst>
            <pc:docMk/>
            <pc:sldMk cId="1107773906" sldId="270"/>
            <ac:spMk id="12" creationId="{9024A755-2AA3-F3BF-D3D3-CA64F5411D7D}"/>
          </ac:spMkLst>
        </pc:spChg>
        <pc:spChg chg="mod">
          <ac:chgData name="Wilmer Ortega Erazo" userId="19082e28a51afb61" providerId="LiveId" clId="{30D428CD-1BB2-4A03-8594-A68FE992CDE1}" dt="2023-08-30T01:39:32.662" v="159" actId="14100"/>
          <ac:spMkLst>
            <pc:docMk/>
            <pc:sldMk cId="1107773906" sldId="270"/>
            <ac:spMk id="14" creationId="{84F7AADE-DE3E-96B3-9129-0CC7B50CF738}"/>
          </ac:spMkLst>
        </pc:spChg>
        <pc:spChg chg="mod">
          <ac:chgData name="Wilmer Ortega Erazo" userId="19082e28a51afb61" providerId="LiveId" clId="{30D428CD-1BB2-4A03-8594-A68FE992CDE1}" dt="2023-08-30T01:43:41.334" v="182" actId="20577"/>
          <ac:spMkLst>
            <pc:docMk/>
            <pc:sldMk cId="1107773906" sldId="270"/>
            <ac:spMk id="15" creationId="{04FB61CC-7D7C-7323-A2BC-D3F4985635E5}"/>
          </ac:spMkLst>
        </pc:spChg>
        <pc:spChg chg="mod">
          <ac:chgData name="Wilmer Ortega Erazo" userId="19082e28a51afb61" providerId="LiveId" clId="{30D428CD-1BB2-4A03-8594-A68FE992CDE1}" dt="2023-08-30T01:43:31.106" v="178" actId="2711"/>
          <ac:spMkLst>
            <pc:docMk/>
            <pc:sldMk cId="1107773906" sldId="270"/>
            <ac:spMk id="17" creationId="{F40A0425-865C-53C1-D58C-81B602285807}"/>
          </ac:spMkLst>
        </pc:spChg>
        <pc:spChg chg="mod">
          <ac:chgData name="Wilmer Ortega Erazo" userId="19082e28a51afb61" providerId="LiveId" clId="{30D428CD-1BB2-4A03-8594-A68FE992CDE1}" dt="2023-08-30T01:43:31.106" v="178" actId="2711"/>
          <ac:spMkLst>
            <pc:docMk/>
            <pc:sldMk cId="1107773906" sldId="270"/>
            <ac:spMk id="19" creationId="{5732CC89-77D9-415D-6749-D2C345E9CF7F}"/>
          </ac:spMkLst>
        </pc:spChg>
        <pc:spChg chg="mod">
          <ac:chgData name="Wilmer Ortega Erazo" userId="19082e28a51afb61" providerId="LiveId" clId="{30D428CD-1BB2-4A03-8594-A68FE992CDE1}" dt="2023-08-30T01:44:29.531" v="193" actId="12"/>
          <ac:spMkLst>
            <pc:docMk/>
            <pc:sldMk cId="1107773906" sldId="270"/>
            <ac:spMk id="20" creationId="{BEA227CB-3878-9E2D-F5F6-7D21F6797642}"/>
          </ac:spMkLst>
        </pc:spChg>
        <pc:spChg chg="del">
          <ac:chgData name="Wilmer Ortega Erazo" userId="19082e28a51afb61" providerId="LiveId" clId="{30D428CD-1BB2-4A03-8594-A68FE992CDE1}" dt="2023-08-30T01:38:37.318" v="148" actId="478"/>
          <ac:spMkLst>
            <pc:docMk/>
            <pc:sldMk cId="1107773906" sldId="270"/>
            <ac:spMk id="58" creationId="{BCCB5813-1E2A-CAF3-2012-21DAED0D639B}"/>
          </ac:spMkLst>
        </pc:spChg>
        <pc:spChg chg="del">
          <ac:chgData name="Wilmer Ortega Erazo" userId="19082e28a51afb61" providerId="LiveId" clId="{30D428CD-1BB2-4A03-8594-A68FE992CDE1}" dt="2023-08-30T01:38:37.318" v="148" actId="478"/>
          <ac:spMkLst>
            <pc:docMk/>
            <pc:sldMk cId="1107773906" sldId="270"/>
            <ac:spMk id="59" creationId="{1E51F2C6-1B13-C91B-CA3F-EA76F19D9014}"/>
          </ac:spMkLst>
        </pc:spChg>
        <pc:spChg chg="del">
          <ac:chgData name="Wilmer Ortega Erazo" userId="19082e28a51afb61" providerId="LiveId" clId="{30D428CD-1BB2-4A03-8594-A68FE992CDE1}" dt="2023-08-30T01:38:37.318" v="148" actId="478"/>
          <ac:spMkLst>
            <pc:docMk/>
            <pc:sldMk cId="1107773906" sldId="270"/>
            <ac:spMk id="60" creationId="{2178684F-BCC4-FCBB-ECCE-EB58C56107B4}"/>
          </ac:spMkLst>
        </pc:spChg>
        <pc:spChg chg="del">
          <ac:chgData name="Wilmer Ortega Erazo" userId="19082e28a51afb61" providerId="LiveId" clId="{30D428CD-1BB2-4A03-8594-A68FE992CDE1}" dt="2023-08-30T01:38:37.318" v="148" actId="478"/>
          <ac:spMkLst>
            <pc:docMk/>
            <pc:sldMk cId="1107773906" sldId="270"/>
            <ac:spMk id="61" creationId="{E693EE79-425A-F252-C84C-F0B832511583}"/>
          </ac:spMkLst>
        </pc:spChg>
        <pc:spChg chg="del">
          <ac:chgData name="Wilmer Ortega Erazo" userId="19082e28a51afb61" providerId="LiveId" clId="{30D428CD-1BB2-4A03-8594-A68FE992CDE1}" dt="2023-08-30T01:38:37.318" v="148" actId="478"/>
          <ac:spMkLst>
            <pc:docMk/>
            <pc:sldMk cId="1107773906" sldId="270"/>
            <ac:spMk id="62" creationId="{D8DA47EB-37D4-D46E-E79D-F76EAF409D80}"/>
          </ac:spMkLst>
        </pc:spChg>
        <pc:spChg chg="del">
          <ac:chgData name="Wilmer Ortega Erazo" userId="19082e28a51afb61" providerId="LiveId" clId="{30D428CD-1BB2-4A03-8594-A68FE992CDE1}" dt="2023-08-30T01:38:37.318" v="148" actId="478"/>
          <ac:spMkLst>
            <pc:docMk/>
            <pc:sldMk cId="1107773906" sldId="270"/>
            <ac:spMk id="63" creationId="{32F4AD66-8B01-BAD7-5273-8E13AD7F6050}"/>
          </ac:spMkLst>
        </pc:spChg>
        <pc:spChg chg="del">
          <ac:chgData name="Wilmer Ortega Erazo" userId="19082e28a51afb61" providerId="LiveId" clId="{30D428CD-1BB2-4A03-8594-A68FE992CDE1}" dt="2023-08-30T01:38:37.318" v="148" actId="478"/>
          <ac:spMkLst>
            <pc:docMk/>
            <pc:sldMk cId="1107773906" sldId="270"/>
            <ac:spMk id="64" creationId="{DF68190F-1405-B64E-5955-253F044D2E56}"/>
          </ac:spMkLst>
        </pc:spChg>
        <pc:spChg chg="del">
          <ac:chgData name="Wilmer Ortega Erazo" userId="19082e28a51afb61" providerId="LiveId" clId="{30D428CD-1BB2-4A03-8594-A68FE992CDE1}" dt="2023-08-30T01:38:37.318" v="148" actId="478"/>
          <ac:spMkLst>
            <pc:docMk/>
            <pc:sldMk cId="1107773906" sldId="270"/>
            <ac:spMk id="65" creationId="{2814691A-BF7A-F44A-FAF7-77B745298E28}"/>
          </ac:spMkLst>
        </pc:spChg>
        <pc:spChg chg="del">
          <ac:chgData name="Wilmer Ortega Erazo" userId="19082e28a51afb61" providerId="LiveId" clId="{30D428CD-1BB2-4A03-8594-A68FE992CDE1}" dt="2023-08-30T01:38:37.318" v="148" actId="478"/>
          <ac:spMkLst>
            <pc:docMk/>
            <pc:sldMk cId="1107773906" sldId="270"/>
            <ac:spMk id="66" creationId="{E9B13FF3-AC46-7C82-4CAF-CA90EA43109D}"/>
          </ac:spMkLst>
        </pc:spChg>
        <pc:grpChg chg="add mod">
          <ac:chgData name="Wilmer Ortega Erazo" userId="19082e28a51afb61" providerId="LiveId" clId="{30D428CD-1BB2-4A03-8594-A68FE992CDE1}" dt="2023-08-30T01:44:15.010" v="191" actId="255"/>
          <ac:grpSpMkLst>
            <pc:docMk/>
            <pc:sldMk cId="1107773906" sldId="270"/>
            <ac:grpSpMk id="6" creationId="{E21A471A-E852-A06E-902E-E4415F9A56C7}"/>
          </ac:grpSpMkLst>
        </pc:grpChg>
        <pc:grpChg chg="mod">
          <ac:chgData name="Wilmer Ortega Erazo" userId="19082e28a51afb61" providerId="LiveId" clId="{30D428CD-1BB2-4A03-8594-A68FE992CDE1}" dt="2023-08-30T01:44:15.010" v="191" actId="255"/>
          <ac:grpSpMkLst>
            <pc:docMk/>
            <pc:sldMk cId="1107773906" sldId="270"/>
            <ac:grpSpMk id="8" creationId="{62D48DBF-37E8-35E2-F0E7-80FDA081DFBE}"/>
          </ac:grpSpMkLst>
        </pc:grpChg>
        <pc:grpChg chg="add del mod">
          <ac:chgData name="Wilmer Ortega Erazo" userId="19082e28a51afb61" providerId="LiveId" clId="{30D428CD-1BB2-4A03-8594-A68FE992CDE1}" dt="2023-08-30T01:43:13.612" v="177" actId="2711"/>
          <ac:grpSpMkLst>
            <pc:docMk/>
            <pc:sldMk cId="1107773906" sldId="270"/>
            <ac:grpSpMk id="11" creationId="{9909AC02-3AB4-F963-DD23-D0C7E734334B}"/>
          </ac:grpSpMkLst>
        </pc:grpChg>
        <pc:grpChg chg="mod">
          <ac:chgData name="Wilmer Ortega Erazo" userId="19082e28a51afb61" providerId="LiveId" clId="{30D428CD-1BB2-4A03-8594-A68FE992CDE1}" dt="2023-08-30T01:39:32.662" v="159" actId="14100"/>
          <ac:grpSpMkLst>
            <pc:docMk/>
            <pc:sldMk cId="1107773906" sldId="270"/>
            <ac:grpSpMk id="13" creationId="{763ACDB3-8F3C-8C5D-2A10-E5C1295D6CD8}"/>
          </ac:grpSpMkLst>
        </pc:grpChg>
        <pc:grpChg chg="add mod">
          <ac:chgData name="Wilmer Ortega Erazo" userId="19082e28a51afb61" providerId="LiveId" clId="{30D428CD-1BB2-4A03-8594-A68FE992CDE1}" dt="2023-08-30T01:43:31.106" v="178" actId="2711"/>
          <ac:grpSpMkLst>
            <pc:docMk/>
            <pc:sldMk cId="1107773906" sldId="270"/>
            <ac:grpSpMk id="16" creationId="{B782C77D-9524-7A9C-0179-E77FA2F67868}"/>
          </ac:grpSpMkLst>
        </pc:grpChg>
        <pc:grpChg chg="mod">
          <ac:chgData name="Wilmer Ortega Erazo" userId="19082e28a51afb61" providerId="LiveId" clId="{30D428CD-1BB2-4A03-8594-A68FE992CDE1}" dt="2023-08-30T01:43:31.106" v="178" actId="2711"/>
          <ac:grpSpMkLst>
            <pc:docMk/>
            <pc:sldMk cId="1107773906" sldId="270"/>
            <ac:grpSpMk id="18" creationId="{510B6F9B-95BB-226B-335A-F42637B9770F}"/>
          </ac:grpSpMkLst>
        </pc:grpChg>
        <pc:grpChg chg="del">
          <ac:chgData name="Wilmer Ortega Erazo" userId="19082e28a51afb61" providerId="LiveId" clId="{30D428CD-1BB2-4A03-8594-A68FE992CDE1}" dt="2023-08-30T01:38:37.318" v="148" actId="478"/>
          <ac:grpSpMkLst>
            <pc:docMk/>
            <pc:sldMk cId="1107773906" sldId="270"/>
            <ac:grpSpMk id="43" creationId="{305F44DF-5294-FAD9-AACF-81575D445C5C}"/>
          </ac:grpSpMkLst>
        </pc:grpChg>
        <pc:grpChg chg="del">
          <ac:chgData name="Wilmer Ortega Erazo" userId="19082e28a51afb61" providerId="LiveId" clId="{30D428CD-1BB2-4A03-8594-A68FE992CDE1}" dt="2023-08-30T01:38:37.318" v="148" actId="478"/>
          <ac:grpSpMkLst>
            <pc:docMk/>
            <pc:sldMk cId="1107773906" sldId="270"/>
            <ac:grpSpMk id="46" creationId="{49671E13-ED6B-D292-0670-CA50CC1C3D93}"/>
          </ac:grpSpMkLst>
        </pc:grpChg>
        <pc:grpChg chg="del">
          <ac:chgData name="Wilmer Ortega Erazo" userId="19082e28a51afb61" providerId="LiveId" clId="{30D428CD-1BB2-4A03-8594-A68FE992CDE1}" dt="2023-08-30T01:38:37.318" v="148" actId="478"/>
          <ac:grpSpMkLst>
            <pc:docMk/>
            <pc:sldMk cId="1107773906" sldId="270"/>
            <ac:grpSpMk id="49" creationId="{D57A6289-ACA1-FAB4-7247-8DE978E7A806}"/>
          </ac:grpSpMkLst>
        </pc:grpChg>
        <pc:grpChg chg="del">
          <ac:chgData name="Wilmer Ortega Erazo" userId="19082e28a51afb61" providerId="LiveId" clId="{30D428CD-1BB2-4A03-8594-A68FE992CDE1}" dt="2023-08-30T01:38:37.318" v="148" actId="478"/>
          <ac:grpSpMkLst>
            <pc:docMk/>
            <pc:sldMk cId="1107773906" sldId="270"/>
            <ac:grpSpMk id="52" creationId="{493A5DA4-9F2C-1F15-470E-AD7843F724CA}"/>
          </ac:grpSpMkLst>
        </pc:grpChg>
        <pc:grpChg chg="del">
          <ac:chgData name="Wilmer Ortega Erazo" userId="19082e28a51afb61" providerId="LiveId" clId="{30D428CD-1BB2-4A03-8594-A68FE992CDE1}" dt="2023-08-30T01:38:37.318" v="148" actId="478"/>
          <ac:grpSpMkLst>
            <pc:docMk/>
            <pc:sldMk cId="1107773906" sldId="270"/>
            <ac:grpSpMk id="55" creationId="{0A102D71-1FCB-B883-30F5-85489278D76B}"/>
          </ac:grpSpMkLst>
        </pc:grpChg>
      </pc:sldChg>
      <pc:sldChg chg="addSp delSp modSp add mod">
        <pc:chgData name="Wilmer Ortega Erazo" userId="19082e28a51afb61" providerId="LiveId" clId="{30D428CD-1BB2-4A03-8594-A68FE992CDE1}" dt="2023-08-30T02:18:09.766" v="240" actId="242"/>
        <pc:sldMkLst>
          <pc:docMk/>
          <pc:sldMk cId="4161581513" sldId="271"/>
        </pc:sldMkLst>
        <pc:spChg chg="mod">
          <ac:chgData name="Wilmer Ortega Erazo" userId="19082e28a51afb61" providerId="LiveId" clId="{30D428CD-1BB2-4A03-8594-A68FE992CDE1}" dt="2023-08-30T02:18:09.766" v="240" actId="242"/>
          <ac:spMkLst>
            <pc:docMk/>
            <pc:sldMk cId="4161581513" sldId="271"/>
            <ac:spMk id="2" creationId="{C4B3BC51-1413-F46C-B9D5-F37ECB40D137}"/>
          </ac:spMkLst>
        </pc:spChg>
        <pc:spChg chg="mod">
          <ac:chgData name="Wilmer Ortega Erazo" userId="19082e28a51afb61" providerId="LiveId" clId="{30D428CD-1BB2-4A03-8594-A68FE992CDE1}" dt="2023-08-30T01:46:08.693" v="200" actId="255"/>
          <ac:spMkLst>
            <pc:docMk/>
            <pc:sldMk cId="4161581513" sldId="271"/>
            <ac:spMk id="4" creationId="{A29C0834-3DBC-9FB3-0E0A-F77D599198EB}"/>
          </ac:spMkLst>
        </pc:spChg>
        <pc:grpChg chg="del">
          <ac:chgData name="Wilmer Ortega Erazo" userId="19082e28a51afb61" providerId="LiveId" clId="{30D428CD-1BB2-4A03-8594-A68FE992CDE1}" dt="2023-08-30T01:45:54.998" v="197" actId="478"/>
          <ac:grpSpMkLst>
            <pc:docMk/>
            <pc:sldMk cId="4161581513" sldId="271"/>
            <ac:grpSpMk id="6" creationId="{E21A471A-E852-A06E-902E-E4415F9A56C7}"/>
          </ac:grpSpMkLst>
        </pc:grpChg>
        <pc:grpChg chg="del">
          <ac:chgData name="Wilmer Ortega Erazo" userId="19082e28a51afb61" providerId="LiveId" clId="{30D428CD-1BB2-4A03-8594-A68FE992CDE1}" dt="2023-08-30T01:45:54.998" v="197" actId="478"/>
          <ac:grpSpMkLst>
            <pc:docMk/>
            <pc:sldMk cId="4161581513" sldId="271"/>
            <ac:grpSpMk id="11" creationId="{9909AC02-3AB4-F963-DD23-D0C7E734334B}"/>
          </ac:grpSpMkLst>
        </pc:grpChg>
        <pc:grpChg chg="del">
          <ac:chgData name="Wilmer Ortega Erazo" userId="19082e28a51afb61" providerId="LiveId" clId="{30D428CD-1BB2-4A03-8594-A68FE992CDE1}" dt="2023-08-30T01:45:54.998" v="197" actId="478"/>
          <ac:grpSpMkLst>
            <pc:docMk/>
            <pc:sldMk cId="4161581513" sldId="271"/>
            <ac:grpSpMk id="16" creationId="{B782C77D-9524-7A9C-0179-E77FA2F67868}"/>
          </ac:grpSpMkLst>
        </pc:grpChg>
        <pc:graphicFrameChg chg="add mod">
          <ac:chgData name="Wilmer Ortega Erazo" userId="19082e28a51afb61" providerId="LiveId" clId="{30D428CD-1BB2-4A03-8594-A68FE992CDE1}" dt="2023-08-30T01:50:44.400" v="232" actId="108"/>
          <ac:graphicFrameMkLst>
            <pc:docMk/>
            <pc:sldMk cId="4161581513" sldId="271"/>
            <ac:graphicFrameMk id="3" creationId="{DC05F2CE-FC89-014D-AC71-B930B5A0114B}"/>
          </ac:graphicFrameMkLst>
        </pc:graphicFrameChg>
      </pc:sldChg>
      <pc:sldChg chg="addSp delSp modSp add mod">
        <pc:chgData name="Wilmer Ortega Erazo" userId="19082e28a51afb61" providerId="LiveId" clId="{30D428CD-1BB2-4A03-8594-A68FE992CDE1}" dt="2023-08-30T02:18:55.941" v="242" actId="242"/>
        <pc:sldMkLst>
          <pc:docMk/>
          <pc:sldMk cId="2563264062" sldId="272"/>
        </pc:sldMkLst>
        <pc:spChg chg="mod">
          <ac:chgData name="Wilmer Ortega Erazo" userId="19082e28a51afb61" providerId="LiveId" clId="{30D428CD-1BB2-4A03-8594-A68FE992CDE1}" dt="2023-08-30T02:18:55.941" v="242" actId="242"/>
          <ac:spMkLst>
            <pc:docMk/>
            <pc:sldMk cId="2563264062" sldId="272"/>
            <ac:spMk id="2" creationId="{C4B3BC51-1413-F46C-B9D5-F37ECB40D137}"/>
          </ac:spMkLst>
        </pc:spChg>
        <pc:spChg chg="mod">
          <ac:chgData name="Wilmer Ortega Erazo" userId="19082e28a51afb61" providerId="LiveId" clId="{30D428CD-1BB2-4A03-8594-A68FE992CDE1}" dt="2023-08-30T01:48:34.273" v="213" actId="790"/>
          <ac:spMkLst>
            <pc:docMk/>
            <pc:sldMk cId="2563264062" sldId="272"/>
            <ac:spMk id="4" creationId="{A29C0834-3DBC-9FB3-0E0A-F77D599198EB}"/>
          </ac:spMkLst>
        </pc:spChg>
        <pc:graphicFrameChg chg="del">
          <ac:chgData name="Wilmer Ortega Erazo" userId="19082e28a51afb61" providerId="LiveId" clId="{30D428CD-1BB2-4A03-8594-A68FE992CDE1}" dt="2023-08-30T01:47:40.225" v="209" actId="478"/>
          <ac:graphicFrameMkLst>
            <pc:docMk/>
            <pc:sldMk cId="2563264062" sldId="272"/>
            <ac:graphicFrameMk id="3" creationId="{DC05F2CE-FC89-014D-AC71-B930B5A0114B}"/>
          </ac:graphicFrameMkLst>
        </pc:graphicFrameChg>
        <pc:graphicFrameChg chg="add mod">
          <ac:chgData name="Wilmer Ortega Erazo" userId="19082e28a51afb61" providerId="LiveId" clId="{30D428CD-1BB2-4A03-8594-A68FE992CDE1}" dt="2023-08-30T01:50:12.769" v="223"/>
          <ac:graphicFrameMkLst>
            <pc:docMk/>
            <pc:sldMk cId="2563264062" sldId="272"/>
            <ac:graphicFrameMk id="5" creationId="{5D6EE936-8CCD-6CDB-B0F6-724298684CBF}"/>
          </ac:graphicFrameMkLst>
        </pc:graphicFrameChg>
      </pc:sldChg>
      <pc:sldChg chg="addSp delSp modSp add mod">
        <pc:chgData name="Wilmer Ortega Erazo" userId="19082e28a51afb61" providerId="LiveId" clId="{30D428CD-1BB2-4A03-8594-A68FE992CDE1}" dt="2023-08-30T02:24:27.775" v="304" actId="1440"/>
        <pc:sldMkLst>
          <pc:docMk/>
          <pc:sldMk cId="1346196386" sldId="273"/>
        </pc:sldMkLst>
        <pc:spChg chg="mod">
          <ac:chgData name="Wilmer Ortega Erazo" userId="19082e28a51afb61" providerId="LiveId" clId="{30D428CD-1BB2-4A03-8594-A68FE992CDE1}" dt="2023-08-30T02:19:32.256" v="283" actId="20577"/>
          <ac:spMkLst>
            <pc:docMk/>
            <pc:sldMk cId="1346196386" sldId="273"/>
            <ac:spMk id="2" creationId="{C4B3BC51-1413-F46C-B9D5-F37ECB40D137}"/>
          </ac:spMkLst>
        </pc:spChg>
        <pc:spChg chg="add del">
          <ac:chgData name="Wilmer Ortega Erazo" userId="19082e28a51afb61" providerId="LiveId" clId="{30D428CD-1BB2-4A03-8594-A68FE992CDE1}" dt="2023-08-30T02:23:34.863" v="299"/>
          <ac:spMkLst>
            <pc:docMk/>
            <pc:sldMk cId="1346196386" sldId="273"/>
            <ac:spMk id="3" creationId="{B6F6821C-60BD-6903-7ED7-20EB70BC8CC8}"/>
          </ac:spMkLst>
        </pc:spChg>
        <pc:spChg chg="mod">
          <ac:chgData name="Wilmer Ortega Erazo" userId="19082e28a51afb61" providerId="LiveId" clId="{30D428CD-1BB2-4A03-8594-A68FE992CDE1}" dt="2023-08-30T02:20:35.318" v="288"/>
          <ac:spMkLst>
            <pc:docMk/>
            <pc:sldMk cId="1346196386" sldId="273"/>
            <ac:spMk id="4" creationId="{A29C0834-3DBC-9FB3-0E0A-F77D599198EB}"/>
          </ac:spMkLst>
        </pc:spChg>
        <pc:spChg chg="add mod">
          <ac:chgData name="Wilmer Ortega Erazo" userId="19082e28a51afb61" providerId="LiveId" clId="{30D428CD-1BB2-4A03-8594-A68FE992CDE1}" dt="2023-08-30T02:23:39.862" v="301" actId="14100"/>
          <ac:spMkLst>
            <pc:docMk/>
            <pc:sldMk cId="1346196386" sldId="273"/>
            <ac:spMk id="6" creationId="{609D67D3-827B-686D-F8C3-BCC27C36F2C4}"/>
          </ac:spMkLst>
        </pc:spChg>
        <pc:graphicFrameChg chg="del mod">
          <ac:chgData name="Wilmer Ortega Erazo" userId="19082e28a51afb61" providerId="LiveId" clId="{30D428CD-1BB2-4A03-8594-A68FE992CDE1}" dt="2023-08-30T02:20:43.208" v="291" actId="478"/>
          <ac:graphicFrameMkLst>
            <pc:docMk/>
            <pc:sldMk cId="1346196386" sldId="273"/>
            <ac:graphicFrameMk id="5" creationId="{5D6EE936-8CCD-6CDB-B0F6-724298684CBF}"/>
          </ac:graphicFrameMkLst>
        </pc:graphicFrameChg>
        <pc:picChg chg="add mod">
          <ac:chgData name="Wilmer Ortega Erazo" userId="19082e28a51afb61" providerId="LiveId" clId="{30D428CD-1BB2-4A03-8594-A68FE992CDE1}" dt="2023-08-30T02:24:27.775" v="304" actId="1440"/>
          <ac:picMkLst>
            <pc:docMk/>
            <pc:sldMk cId="1346196386" sldId="273"/>
            <ac:picMk id="8" creationId="{390BBC2B-AB26-3E21-C848-8F40FCD107A6}"/>
          </ac:picMkLst>
        </pc:picChg>
        <pc:picChg chg="add del mod">
          <ac:chgData name="Wilmer Ortega Erazo" userId="19082e28a51afb61" providerId="LiveId" clId="{30D428CD-1BB2-4A03-8594-A68FE992CDE1}" dt="2023-08-30T02:23:31.472" v="297" actId="478"/>
          <ac:picMkLst>
            <pc:docMk/>
            <pc:sldMk cId="1346196386" sldId="273"/>
            <ac:picMk id="1026" creationId="{DF0D4439-95DA-E653-A9BA-89CB65FFE9BE}"/>
          </ac:picMkLst>
        </pc:picChg>
      </pc:sldChg>
      <pc:sldChg chg="delSp modSp add mod">
        <pc:chgData name="Wilmer Ortega Erazo" userId="19082e28a51afb61" providerId="LiveId" clId="{30D428CD-1BB2-4A03-8594-A68FE992CDE1}" dt="2023-08-30T02:26:10.052" v="319" actId="114"/>
        <pc:sldMkLst>
          <pc:docMk/>
          <pc:sldMk cId="2729497186" sldId="274"/>
        </pc:sldMkLst>
        <pc:spChg chg="mod">
          <ac:chgData name="Wilmer Ortega Erazo" userId="19082e28a51afb61" providerId="LiveId" clId="{30D428CD-1BB2-4A03-8594-A68FE992CDE1}" dt="2023-08-30T02:26:10.052" v="319" actId="114"/>
          <ac:spMkLst>
            <pc:docMk/>
            <pc:sldMk cId="2729497186" sldId="274"/>
            <ac:spMk id="4" creationId="{A29C0834-3DBC-9FB3-0E0A-F77D599198EB}"/>
          </ac:spMkLst>
        </pc:spChg>
        <pc:picChg chg="del">
          <ac:chgData name="Wilmer Ortega Erazo" userId="19082e28a51afb61" providerId="LiveId" clId="{30D428CD-1BB2-4A03-8594-A68FE992CDE1}" dt="2023-08-30T02:24:42.544" v="306" actId="478"/>
          <ac:picMkLst>
            <pc:docMk/>
            <pc:sldMk cId="2729497186" sldId="274"/>
            <ac:picMk id="8" creationId="{390BBC2B-AB26-3E21-C848-8F40FCD107A6}"/>
          </ac:picMkLst>
        </pc:picChg>
      </pc:sldChg>
      <pc:sldChg chg="modSp add mod">
        <pc:chgData name="Wilmer Ortega Erazo" userId="19082e28a51afb61" providerId="LiveId" clId="{30D428CD-1BB2-4A03-8594-A68FE992CDE1}" dt="2023-09-05T02:11:29.222" v="695" actId="790"/>
        <pc:sldMkLst>
          <pc:docMk/>
          <pc:sldMk cId="1051404774" sldId="275"/>
        </pc:sldMkLst>
        <pc:spChg chg="mod">
          <ac:chgData name="Wilmer Ortega Erazo" userId="19082e28a51afb61" providerId="LiveId" clId="{30D428CD-1BB2-4A03-8594-A68FE992CDE1}" dt="2023-09-05T02:11:29.222" v="695" actId="790"/>
          <ac:spMkLst>
            <pc:docMk/>
            <pc:sldMk cId="1051404774" sldId="275"/>
            <ac:spMk id="4" creationId="{A29C0834-3DBC-9FB3-0E0A-F77D599198EB}"/>
          </ac:spMkLst>
        </pc:spChg>
      </pc:sldChg>
      <pc:sldChg chg="addSp delSp modSp add mod">
        <pc:chgData name="Wilmer Ortega Erazo" userId="19082e28a51afb61" providerId="LiveId" clId="{30D428CD-1BB2-4A03-8594-A68FE992CDE1}" dt="2023-08-30T02:31:02.623" v="360" actId="20577"/>
        <pc:sldMkLst>
          <pc:docMk/>
          <pc:sldMk cId="3143063018" sldId="276"/>
        </pc:sldMkLst>
        <pc:spChg chg="add mod">
          <ac:chgData name="Wilmer Ortega Erazo" userId="19082e28a51afb61" providerId="LiveId" clId="{30D428CD-1BB2-4A03-8594-A68FE992CDE1}" dt="2023-08-30T02:30:45.169" v="355" actId="1076"/>
          <ac:spMkLst>
            <pc:docMk/>
            <pc:sldMk cId="3143063018" sldId="276"/>
            <ac:spMk id="3" creationId="{A48310E0-070F-FDE7-D102-3E94EF571FB0}"/>
          </ac:spMkLst>
        </pc:spChg>
        <pc:spChg chg="del">
          <ac:chgData name="Wilmer Ortega Erazo" userId="19082e28a51afb61" providerId="LiveId" clId="{30D428CD-1BB2-4A03-8594-A68FE992CDE1}" dt="2023-08-30T02:30:38.671" v="353" actId="478"/>
          <ac:spMkLst>
            <pc:docMk/>
            <pc:sldMk cId="3143063018" sldId="276"/>
            <ac:spMk id="4" creationId="{A29C0834-3DBC-9FB3-0E0A-F77D599198EB}"/>
          </ac:spMkLst>
        </pc:spChg>
        <pc:spChg chg="add mod">
          <ac:chgData name="Wilmer Ortega Erazo" userId="19082e28a51afb61" providerId="LiveId" clId="{30D428CD-1BB2-4A03-8594-A68FE992CDE1}" dt="2023-08-30T02:30:45.169" v="355" actId="1076"/>
          <ac:spMkLst>
            <pc:docMk/>
            <pc:sldMk cId="3143063018" sldId="276"/>
            <ac:spMk id="5" creationId="{1DFEED20-DFA8-0D5E-670B-D3F0D91F783B}"/>
          </ac:spMkLst>
        </pc:spChg>
        <pc:spChg chg="add mod">
          <ac:chgData name="Wilmer Ortega Erazo" userId="19082e28a51afb61" providerId="LiveId" clId="{30D428CD-1BB2-4A03-8594-A68FE992CDE1}" dt="2023-08-30T02:30:45.169" v="355" actId="1076"/>
          <ac:spMkLst>
            <pc:docMk/>
            <pc:sldMk cId="3143063018" sldId="276"/>
            <ac:spMk id="7" creationId="{D6350C54-803C-FB69-64DF-90C9AA40A55F}"/>
          </ac:spMkLst>
        </pc:spChg>
        <pc:spChg chg="add mod">
          <ac:chgData name="Wilmer Ortega Erazo" userId="19082e28a51afb61" providerId="LiveId" clId="{30D428CD-1BB2-4A03-8594-A68FE992CDE1}" dt="2023-08-30T02:30:45.169" v="355" actId="1076"/>
          <ac:spMkLst>
            <pc:docMk/>
            <pc:sldMk cId="3143063018" sldId="276"/>
            <ac:spMk id="8" creationId="{8E0055C6-7EEA-0ECC-8AAB-5CA0F29BF8B4}"/>
          </ac:spMkLst>
        </pc:spChg>
        <pc:spChg chg="add mod">
          <ac:chgData name="Wilmer Ortega Erazo" userId="19082e28a51afb61" providerId="LiveId" clId="{30D428CD-1BB2-4A03-8594-A68FE992CDE1}" dt="2023-08-30T02:30:45.169" v="355" actId="1076"/>
          <ac:spMkLst>
            <pc:docMk/>
            <pc:sldMk cId="3143063018" sldId="276"/>
            <ac:spMk id="9" creationId="{E16EFFB0-99B4-140E-5D1C-4A44A081CA49}"/>
          </ac:spMkLst>
        </pc:spChg>
        <pc:spChg chg="add mod">
          <ac:chgData name="Wilmer Ortega Erazo" userId="19082e28a51afb61" providerId="LiveId" clId="{30D428CD-1BB2-4A03-8594-A68FE992CDE1}" dt="2023-08-30T02:30:45.169" v="355" actId="1076"/>
          <ac:spMkLst>
            <pc:docMk/>
            <pc:sldMk cId="3143063018" sldId="276"/>
            <ac:spMk id="10" creationId="{1B05C6A3-3226-7DB8-1378-A2A8179843E0}"/>
          </ac:spMkLst>
        </pc:spChg>
        <pc:spChg chg="add mod">
          <ac:chgData name="Wilmer Ortega Erazo" userId="19082e28a51afb61" providerId="LiveId" clId="{30D428CD-1BB2-4A03-8594-A68FE992CDE1}" dt="2023-08-30T02:30:45.169" v="355" actId="1076"/>
          <ac:spMkLst>
            <pc:docMk/>
            <pc:sldMk cId="3143063018" sldId="276"/>
            <ac:spMk id="11" creationId="{68E0DC83-628B-9078-FAA3-1DBC75D5E467}"/>
          </ac:spMkLst>
        </pc:spChg>
        <pc:spChg chg="add mod">
          <ac:chgData name="Wilmer Ortega Erazo" userId="19082e28a51afb61" providerId="LiveId" clId="{30D428CD-1BB2-4A03-8594-A68FE992CDE1}" dt="2023-08-30T02:31:02.623" v="360" actId="20577"/>
          <ac:spMkLst>
            <pc:docMk/>
            <pc:sldMk cId="3143063018" sldId="276"/>
            <ac:spMk id="12" creationId="{FC0CE479-292B-2F11-0AD6-C7BEFE1D2028}"/>
          </ac:spMkLst>
        </pc:spChg>
        <pc:spChg chg="add mod">
          <ac:chgData name="Wilmer Ortega Erazo" userId="19082e28a51afb61" providerId="LiveId" clId="{30D428CD-1BB2-4A03-8594-A68FE992CDE1}" dt="2023-08-30T02:30:45.169" v="355" actId="1076"/>
          <ac:spMkLst>
            <pc:docMk/>
            <pc:sldMk cId="3143063018" sldId="276"/>
            <ac:spMk id="13" creationId="{02C44C35-2B0D-4F70-9566-E5C0A65C1A94}"/>
          </ac:spMkLst>
        </pc:spChg>
        <pc:spChg chg="add mod">
          <ac:chgData name="Wilmer Ortega Erazo" userId="19082e28a51afb61" providerId="LiveId" clId="{30D428CD-1BB2-4A03-8594-A68FE992CDE1}" dt="2023-08-30T02:30:45.169" v="355" actId="1076"/>
          <ac:spMkLst>
            <pc:docMk/>
            <pc:sldMk cId="3143063018" sldId="276"/>
            <ac:spMk id="14" creationId="{EDBD7E1F-7D97-4CC8-E20A-46F56039D31E}"/>
          </ac:spMkLst>
        </pc:spChg>
        <pc:spChg chg="add mod">
          <ac:chgData name="Wilmer Ortega Erazo" userId="19082e28a51afb61" providerId="LiveId" clId="{30D428CD-1BB2-4A03-8594-A68FE992CDE1}" dt="2023-08-30T02:30:45.169" v="355" actId="1076"/>
          <ac:spMkLst>
            <pc:docMk/>
            <pc:sldMk cId="3143063018" sldId="276"/>
            <ac:spMk id="15" creationId="{C281DD3E-C06C-93BE-0B94-FD708E22C614}"/>
          </ac:spMkLst>
        </pc:spChg>
        <pc:spChg chg="add mod">
          <ac:chgData name="Wilmer Ortega Erazo" userId="19082e28a51afb61" providerId="LiveId" clId="{30D428CD-1BB2-4A03-8594-A68FE992CDE1}" dt="2023-08-30T02:30:45.169" v="355" actId="1076"/>
          <ac:spMkLst>
            <pc:docMk/>
            <pc:sldMk cId="3143063018" sldId="276"/>
            <ac:spMk id="16" creationId="{12DF29F8-0681-6BA2-70B5-8D8F1255E34F}"/>
          </ac:spMkLst>
        </pc:spChg>
        <pc:spChg chg="add mod">
          <ac:chgData name="Wilmer Ortega Erazo" userId="19082e28a51afb61" providerId="LiveId" clId="{30D428CD-1BB2-4A03-8594-A68FE992CDE1}" dt="2023-08-30T02:30:45.169" v="355" actId="1076"/>
          <ac:spMkLst>
            <pc:docMk/>
            <pc:sldMk cId="3143063018" sldId="276"/>
            <ac:spMk id="17" creationId="{328EB524-648A-F138-B93D-F59162AC27BE}"/>
          </ac:spMkLst>
        </pc:spChg>
        <pc:spChg chg="add mod">
          <ac:chgData name="Wilmer Ortega Erazo" userId="19082e28a51afb61" providerId="LiveId" clId="{30D428CD-1BB2-4A03-8594-A68FE992CDE1}" dt="2023-08-30T02:30:45.169" v="355" actId="1076"/>
          <ac:spMkLst>
            <pc:docMk/>
            <pc:sldMk cId="3143063018" sldId="276"/>
            <ac:spMk id="18" creationId="{BD52FE8B-C0A2-49ED-E10D-CBCC159E625A}"/>
          </ac:spMkLst>
        </pc:spChg>
        <pc:spChg chg="add mod">
          <ac:chgData name="Wilmer Ortega Erazo" userId="19082e28a51afb61" providerId="LiveId" clId="{30D428CD-1BB2-4A03-8594-A68FE992CDE1}" dt="2023-08-30T02:30:45.169" v="355" actId="1076"/>
          <ac:spMkLst>
            <pc:docMk/>
            <pc:sldMk cId="3143063018" sldId="276"/>
            <ac:spMk id="19" creationId="{75E3B0C0-49AE-F36A-C708-9A1D24DDF75F}"/>
          </ac:spMkLst>
        </pc:spChg>
        <pc:spChg chg="add mod">
          <ac:chgData name="Wilmer Ortega Erazo" userId="19082e28a51afb61" providerId="LiveId" clId="{30D428CD-1BB2-4A03-8594-A68FE992CDE1}" dt="2023-08-30T02:30:45.169" v="355" actId="1076"/>
          <ac:spMkLst>
            <pc:docMk/>
            <pc:sldMk cId="3143063018" sldId="276"/>
            <ac:spMk id="20" creationId="{E949BFCF-67CD-C518-40C5-A715AFA958E0}"/>
          </ac:spMkLst>
        </pc:spChg>
        <pc:spChg chg="add mod">
          <ac:chgData name="Wilmer Ortega Erazo" userId="19082e28a51afb61" providerId="LiveId" clId="{30D428CD-1BB2-4A03-8594-A68FE992CDE1}" dt="2023-08-30T02:30:45.169" v="355" actId="1076"/>
          <ac:spMkLst>
            <pc:docMk/>
            <pc:sldMk cId="3143063018" sldId="276"/>
            <ac:spMk id="21" creationId="{370F2EBB-D257-857E-334B-1644C654CBEE}"/>
          </ac:spMkLst>
        </pc:spChg>
        <pc:spChg chg="add mod">
          <ac:chgData name="Wilmer Ortega Erazo" userId="19082e28a51afb61" providerId="LiveId" clId="{30D428CD-1BB2-4A03-8594-A68FE992CDE1}" dt="2023-08-30T02:30:45.169" v="355" actId="1076"/>
          <ac:spMkLst>
            <pc:docMk/>
            <pc:sldMk cId="3143063018" sldId="276"/>
            <ac:spMk id="22" creationId="{F66164BB-6FC4-DB6E-7999-24E62353E9B9}"/>
          </ac:spMkLst>
        </pc:spChg>
        <pc:spChg chg="add mod">
          <ac:chgData name="Wilmer Ortega Erazo" userId="19082e28a51afb61" providerId="LiveId" clId="{30D428CD-1BB2-4A03-8594-A68FE992CDE1}" dt="2023-08-30T02:30:45.169" v="355" actId="1076"/>
          <ac:spMkLst>
            <pc:docMk/>
            <pc:sldMk cId="3143063018" sldId="276"/>
            <ac:spMk id="23" creationId="{51C1C0AC-C01E-6393-53AF-4B26E593073F}"/>
          </ac:spMkLst>
        </pc:spChg>
        <pc:spChg chg="add mod">
          <ac:chgData name="Wilmer Ortega Erazo" userId="19082e28a51afb61" providerId="LiveId" clId="{30D428CD-1BB2-4A03-8594-A68FE992CDE1}" dt="2023-08-30T02:30:45.169" v="355" actId="1076"/>
          <ac:spMkLst>
            <pc:docMk/>
            <pc:sldMk cId="3143063018" sldId="276"/>
            <ac:spMk id="24" creationId="{153815BA-0405-CDA5-C1D3-9D64EE2F21CB}"/>
          </ac:spMkLst>
        </pc:spChg>
        <pc:spChg chg="add mod">
          <ac:chgData name="Wilmer Ortega Erazo" userId="19082e28a51afb61" providerId="LiveId" clId="{30D428CD-1BB2-4A03-8594-A68FE992CDE1}" dt="2023-08-30T02:30:45.169" v="355" actId="1076"/>
          <ac:spMkLst>
            <pc:docMk/>
            <pc:sldMk cId="3143063018" sldId="276"/>
            <ac:spMk id="25" creationId="{BE9A42E9-02B0-859A-E6F1-0B1BD148A64A}"/>
          </ac:spMkLst>
        </pc:spChg>
        <pc:spChg chg="add mod">
          <ac:chgData name="Wilmer Ortega Erazo" userId="19082e28a51afb61" providerId="LiveId" clId="{30D428CD-1BB2-4A03-8594-A68FE992CDE1}" dt="2023-08-30T02:30:45.169" v="355" actId="1076"/>
          <ac:spMkLst>
            <pc:docMk/>
            <pc:sldMk cId="3143063018" sldId="276"/>
            <ac:spMk id="26" creationId="{37F29A18-4550-EC72-E963-43EEDF91339D}"/>
          </ac:spMkLst>
        </pc:spChg>
        <pc:spChg chg="add mod">
          <ac:chgData name="Wilmer Ortega Erazo" userId="19082e28a51afb61" providerId="LiveId" clId="{30D428CD-1BB2-4A03-8594-A68FE992CDE1}" dt="2023-08-30T02:30:45.169" v="355" actId="1076"/>
          <ac:spMkLst>
            <pc:docMk/>
            <pc:sldMk cId="3143063018" sldId="276"/>
            <ac:spMk id="27" creationId="{0614613F-0E8D-C7AC-35C9-A345AD62F8A4}"/>
          </ac:spMkLst>
        </pc:spChg>
        <pc:spChg chg="add mod">
          <ac:chgData name="Wilmer Ortega Erazo" userId="19082e28a51afb61" providerId="LiveId" clId="{30D428CD-1BB2-4A03-8594-A68FE992CDE1}" dt="2023-08-30T02:30:45.169" v="355" actId="1076"/>
          <ac:spMkLst>
            <pc:docMk/>
            <pc:sldMk cId="3143063018" sldId="276"/>
            <ac:spMk id="28" creationId="{140260BA-4ABB-7DA7-EDE0-9044476F1D46}"/>
          </ac:spMkLst>
        </pc:spChg>
        <pc:spChg chg="add mod">
          <ac:chgData name="Wilmer Ortega Erazo" userId="19082e28a51afb61" providerId="LiveId" clId="{30D428CD-1BB2-4A03-8594-A68FE992CDE1}" dt="2023-08-30T02:30:45.169" v="355" actId="1076"/>
          <ac:spMkLst>
            <pc:docMk/>
            <pc:sldMk cId="3143063018" sldId="276"/>
            <ac:spMk id="29" creationId="{51DC0DB2-C39E-593E-166F-D6D3F51DEF86}"/>
          </ac:spMkLst>
        </pc:spChg>
        <pc:spChg chg="add mod">
          <ac:chgData name="Wilmer Ortega Erazo" userId="19082e28a51afb61" providerId="LiveId" clId="{30D428CD-1BB2-4A03-8594-A68FE992CDE1}" dt="2023-08-30T02:30:45.169" v="355" actId="1076"/>
          <ac:spMkLst>
            <pc:docMk/>
            <pc:sldMk cId="3143063018" sldId="276"/>
            <ac:spMk id="30" creationId="{5E3F12E8-A8C0-9C31-E866-D7F0EDC00D6F}"/>
          </ac:spMkLst>
        </pc:spChg>
        <pc:spChg chg="add mod">
          <ac:chgData name="Wilmer Ortega Erazo" userId="19082e28a51afb61" providerId="LiveId" clId="{30D428CD-1BB2-4A03-8594-A68FE992CDE1}" dt="2023-08-30T02:30:45.169" v="355" actId="1076"/>
          <ac:spMkLst>
            <pc:docMk/>
            <pc:sldMk cId="3143063018" sldId="276"/>
            <ac:spMk id="31" creationId="{ABBB6B9D-EE51-E66A-B2AD-B36E1388CB05}"/>
          </ac:spMkLst>
        </pc:spChg>
        <pc:spChg chg="add mod">
          <ac:chgData name="Wilmer Ortega Erazo" userId="19082e28a51afb61" providerId="LiveId" clId="{30D428CD-1BB2-4A03-8594-A68FE992CDE1}" dt="2023-08-30T02:30:45.169" v="355" actId="1076"/>
          <ac:spMkLst>
            <pc:docMk/>
            <pc:sldMk cId="3143063018" sldId="276"/>
            <ac:spMk id="32" creationId="{7AD8BAFC-4961-9DA8-C58E-34DE1C183812}"/>
          </ac:spMkLst>
        </pc:spChg>
        <pc:spChg chg="add mod">
          <ac:chgData name="Wilmer Ortega Erazo" userId="19082e28a51afb61" providerId="LiveId" clId="{30D428CD-1BB2-4A03-8594-A68FE992CDE1}" dt="2023-08-30T02:30:45.169" v="355" actId="1076"/>
          <ac:spMkLst>
            <pc:docMk/>
            <pc:sldMk cId="3143063018" sldId="276"/>
            <ac:spMk id="33" creationId="{3652374E-7C51-BE5A-F4D7-628A87415903}"/>
          </ac:spMkLst>
        </pc:spChg>
        <pc:spChg chg="add mod">
          <ac:chgData name="Wilmer Ortega Erazo" userId="19082e28a51afb61" providerId="LiveId" clId="{30D428CD-1BB2-4A03-8594-A68FE992CDE1}" dt="2023-08-30T02:30:45.169" v="355" actId="1076"/>
          <ac:spMkLst>
            <pc:docMk/>
            <pc:sldMk cId="3143063018" sldId="276"/>
            <ac:spMk id="34" creationId="{28756737-DFDE-05BA-B4DB-250492A219E0}"/>
          </ac:spMkLst>
        </pc:spChg>
        <pc:spChg chg="add mod">
          <ac:chgData name="Wilmer Ortega Erazo" userId="19082e28a51afb61" providerId="LiveId" clId="{30D428CD-1BB2-4A03-8594-A68FE992CDE1}" dt="2023-08-30T02:30:45.169" v="355" actId="1076"/>
          <ac:spMkLst>
            <pc:docMk/>
            <pc:sldMk cId="3143063018" sldId="276"/>
            <ac:spMk id="35" creationId="{5F474C62-E503-BCCB-545E-C2B8DA7486C6}"/>
          </ac:spMkLst>
        </pc:spChg>
        <pc:spChg chg="add mod">
          <ac:chgData name="Wilmer Ortega Erazo" userId="19082e28a51afb61" providerId="LiveId" clId="{30D428CD-1BB2-4A03-8594-A68FE992CDE1}" dt="2023-08-30T02:30:45.169" v="355" actId="1076"/>
          <ac:spMkLst>
            <pc:docMk/>
            <pc:sldMk cId="3143063018" sldId="276"/>
            <ac:spMk id="36" creationId="{B7179A1E-8CF3-C158-927F-EA1169CE70E8}"/>
          </ac:spMkLst>
        </pc:spChg>
        <pc:spChg chg="add mod">
          <ac:chgData name="Wilmer Ortega Erazo" userId="19082e28a51afb61" providerId="LiveId" clId="{30D428CD-1BB2-4A03-8594-A68FE992CDE1}" dt="2023-08-30T02:30:45.169" v="355" actId="1076"/>
          <ac:spMkLst>
            <pc:docMk/>
            <pc:sldMk cId="3143063018" sldId="276"/>
            <ac:spMk id="37" creationId="{55310E06-B6CE-6F0E-9B57-C2BE3245FB04}"/>
          </ac:spMkLst>
        </pc:spChg>
        <pc:spChg chg="add mod">
          <ac:chgData name="Wilmer Ortega Erazo" userId="19082e28a51afb61" providerId="LiveId" clId="{30D428CD-1BB2-4A03-8594-A68FE992CDE1}" dt="2023-08-30T02:30:45.169" v="355" actId="1076"/>
          <ac:spMkLst>
            <pc:docMk/>
            <pc:sldMk cId="3143063018" sldId="276"/>
            <ac:spMk id="38" creationId="{A51C51EC-1BAD-4ECD-3572-181A5B360EFD}"/>
          </ac:spMkLst>
        </pc:spChg>
        <pc:spChg chg="add mod">
          <ac:chgData name="Wilmer Ortega Erazo" userId="19082e28a51afb61" providerId="LiveId" clId="{30D428CD-1BB2-4A03-8594-A68FE992CDE1}" dt="2023-08-30T02:30:45.169" v="355" actId="1076"/>
          <ac:spMkLst>
            <pc:docMk/>
            <pc:sldMk cId="3143063018" sldId="276"/>
            <ac:spMk id="39" creationId="{F13E0641-09C6-1CC3-8CFB-383B72BFCB65}"/>
          </ac:spMkLst>
        </pc:spChg>
      </pc:sldChg>
      <pc:sldChg chg="modSp add mod ord">
        <pc:chgData name="Wilmer Ortega Erazo" userId="19082e28a51afb61" providerId="LiveId" clId="{30D428CD-1BB2-4A03-8594-A68FE992CDE1}" dt="2023-08-30T02:32:13.547" v="367" actId="790"/>
        <pc:sldMkLst>
          <pc:docMk/>
          <pc:sldMk cId="2808660477" sldId="277"/>
        </pc:sldMkLst>
        <pc:spChg chg="mod">
          <ac:chgData name="Wilmer Ortega Erazo" userId="19082e28a51afb61" providerId="LiveId" clId="{30D428CD-1BB2-4A03-8594-A68FE992CDE1}" dt="2023-08-30T02:32:13.547" v="367" actId="790"/>
          <ac:spMkLst>
            <pc:docMk/>
            <pc:sldMk cId="2808660477" sldId="277"/>
            <ac:spMk id="4" creationId="{A29C0834-3DBC-9FB3-0E0A-F77D599198EB}"/>
          </ac:spMkLst>
        </pc:spChg>
      </pc:sldChg>
      <pc:sldChg chg="addSp modSp add mod">
        <pc:chgData name="Wilmer Ortega Erazo" userId="19082e28a51afb61" providerId="LiveId" clId="{30D428CD-1BB2-4A03-8594-A68FE992CDE1}" dt="2023-08-30T02:44:01.662" v="390" actId="114"/>
        <pc:sldMkLst>
          <pc:docMk/>
          <pc:sldMk cId="801650345" sldId="278"/>
        </pc:sldMkLst>
        <pc:spChg chg="mod">
          <ac:chgData name="Wilmer Ortega Erazo" userId="19082e28a51afb61" providerId="LiveId" clId="{30D428CD-1BB2-4A03-8594-A68FE992CDE1}" dt="2023-08-30T02:44:01.662" v="390" actId="114"/>
          <ac:spMkLst>
            <pc:docMk/>
            <pc:sldMk cId="801650345" sldId="278"/>
            <ac:spMk id="4" creationId="{A29C0834-3DBC-9FB3-0E0A-F77D599198EB}"/>
          </ac:spMkLst>
        </pc:spChg>
        <pc:spChg chg="mod">
          <ac:chgData name="Wilmer Ortega Erazo" userId="19082e28a51afb61" providerId="LiveId" clId="{30D428CD-1BB2-4A03-8594-A68FE992CDE1}" dt="2023-08-30T02:42:12.411" v="373" actId="1076"/>
          <ac:spMkLst>
            <pc:docMk/>
            <pc:sldMk cId="801650345" sldId="278"/>
            <ac:spMk id="5" creationId="{E34FA4EA-3539-7052-4177-0E40BDD7A157}"/>
          </ac:spMkLst>
        </pc:spChg>
        <pc:spChg chg="mod">
          <ac:chgData name="Wilmer Ortega Erazo" userId="19082e28a51afb61" providerId="LiveId" clId="{30D428CD-1BB2-4A03-8594-A68FE992CDE1}" dt="2023-08-30T02:42:12.411" v="373" actId="1076"/>
          <ac:spMkLst>
            <pc:docMk/>
            <pc:sldMk cId="801650345" sldId="278"/>
            <ac:spMk id="8" creationId="{2544B555-513A-9C09-25E9-D4339B2DAEBB}"/>
          </ac:spMkLst>
        </pc:spChg>
        <pc:spChg chg="mod">
          <ac:chgData name="Wilmer Ortega Erazo" userId="19082e28a51afb61" providerId="LiveId" clId="{30D428CD-1BB2-4A03-8594-A68FE992CDE1}" dt="2023-08-30T02:42:12.411" v="373" actId="1076"/>
          <ac:spMkLst>
            <pc:docMk/>
            <pc:sldMk cId="801650345" sldId="278"/>
            <ac:spMk id="9" creationId="{CDF14961-044F-65B6-0E33-2EB9BF18BDD1}"/>
          </ac:spMkLst>
        </pc:spChg>
        <pc:spChg chg="mod">
          <ac:chgData name="Wilmer Ortega Erazo" userId="19082e28a51afb61" providerId="LiveId" clId="{30D428CD-1BB2-4A03-8594-A68FE992CDE1}" dt="2023-08-30T02:42:12.411" v="373" actId="1076"/>
          <ac:spMkLst>
            <pc:docMk/>
            <pc:sldMk cId="801650345" sldId="278"/>
            <ac:spMk id="11" creationId="{31C4BFF3-DE38-E766-8B63-2381559013FC}"/>
          </ac:spMkLst>
        </pc:spChg>
        <pc:spChg chg="mod">
          <ac:chgData name="Wilmer Ortega Erazo" userId="19082e28a51afb61" providerId="LiveId" clId="{30D428CD-1BB2-4A03-8594-A68FE992CDE1}" dt="2023-08-30T02:42:12.411" v="373" actId="1076"/>
          <ac:spMkLst>
            <pc:docMk/>
            <pc:sldMk cId="801650345" sldId="278"/>
            <ac:spMk id="13" creationId="{0C2F157B-1C09-CA10-280C-09615D4ED98A}"/>
          </ac:spMkLst>
        </pc:spChg>
        <pc:spChg chg="mod">
          <ac:chgData name="Wilmer Ortega Erazo" userId="19082e28a51afb61" providerId="LiveId" clId="{30D428CD-1BB2-4A03-8594-A68FE992CDE1}" dt="2023-08-30T02:42:12.411" v="373" actId="1076"/>
          <ac:spMkLst>
            <pc:docMk/>
            <pc:sldMk cId="801650345" sldId="278"/>
            <ac:spMk id="14" creationId="{FBD2E630-79BF-3AB8-762B-74C4627E8406}"/>
          </ac:spMkLst>
        </pc:spChg>
        <pc:spChg chg="add mod">
          <ac:chgData name="Wilmer Ortega Erazo" userId="19082e28a51afb61" providerId="LiveId" clId="{30D428CD-1BB2-4A03-8594-A68FE992CDE1}" dt="2023-08-30T02:42:12.411" v="373" actId="1076"/>
          <ac:spMkLst>
            <pc:docMk/>
            <pc:sldMk cId="801650345" sldId="278"/>
            <ac:spMk id="15" creationId="{1761C9A0-F6F5-ECA5-DEA3-D2DA302C5DF2}"/>
          </ac:spMkLst>
        </pc:spChg>
        <pc:spChg chg="mod">
          <ac:chgData name="Wilmer Ortega Erazo" userId="19082e28a51afb61" providerId="LiveId" clId="{30D428CD-1BB2-4A03-8594-A68FE992CDE1}" dt="2023-08-30T02:42:12.411" v="373" actId="1076"/>
          <ac:spMkLst>
            <pc:docMk/>
            <pc:sldMk cId="801650345" sldId="278"/>
            <ac:spMk id="17" creationId="{DAB205B3-485C-F7BB-4E4A-BACF98F6B127}"/>
          </ac:spMkLst>
        </pc:spChg>
        <pc:spChg chg="mod">
          <ac:chgData name="Wilmer Ortega Erazo" userId="19082e28a51afb61" providerId="LiveId" clId="{30D428CD-1BB2-4A03-8594-A68FE992CDE1}" dt="2023-08-30T02:42:12.411" v="373" actId="1076"/>
          <ac:spMkLst>
            <pc:docMk/>
            <pc:sldMk cId="801650345" sldId="278"/>
            <ac:spMk id="18" creationId="{C67238B9-AAE5-F28A-9863-60AEEBBEADC5}"/>
          </ac:spMkLst>
        </pc:spChg>
        <pc:spChg chg="add mod">
          <ac:chgData name="Wilmer Ortega Erazo" userId="19082e28a51afb61" providerId="LiveId" clId="{30D428CD-1BB2-4A03-8594-A68FE992CDE1}" dt="2023-08-30T02:42:12.411" v="373" actId="1076"/>
          <ac:spMkLst>
            <pc:docMk/>
            <pc:sldMk cId="801650345" sldId="278"/>
            <ac:spMk id="19" creationId="{4201172F-BB2C-250C-9296-18930568A55B}"/>
          </ac:spMkLst>
        </pc:spChg>
        <pc:spChg chg="add mod">
          <ac:chgData name="Wilmer Ortega Erazo" userId="19082e28a51afb61" providerId="LiveId" clId="{30D428CD-1BB2-4A03-8594-A68FE992CDE1}" dt="2023-08-30T02:42:12.411" v="373" actId="1076"/>
          <ac:spMkLst>
            <pc:docMk/>
            <pc:sldMk cId="801650345" sldId="278"/>
            <ac:spMk id="20" creationId="{67B9817D-3094-0631-111C-1DC57B17FF01}"/>
          </ac:spMkLst>
        </pc:spChg>
        <pc:grpChg chg="add mod">
          <ac:chgData name="Wilmer Ortega Erazo" userId="19082e28a51afb61" providerId="LiveId" clId="{30D428CD-1BB2-4A03-8594-A68FE992CDE1}" dt="2023-08-30T02:42:12.411" v="373" actId="1076"/>
          <ac:grpSpMkLst>
            <pc:docMk/>
            <pc:sldMk cId="801650345" sldId="278"/>
            <ac:grpSpMk id="3" creationId="{9F2D67CB-2E8C-158E-6C00-08BB245E20D1}"/>
          </ac:grpSpMkLst>
        </pc:grpChg>
        <pc:grpChg chg="mod">
          <ac:chgData name="Wilmer Ortega Erazo" userId="19082e28a51afb61" providerId="LiveId" clId="{30D428CD-1BB2-4A03-8594-A68FE992CDE1}" dt="2023-08-30T02:42:12.411" v="373" actId="1076"/>
          <ac:grpSpMkLst>
            <pc:docMk/>
            <pc:sldMk cId="801650345" sldId="278"/>
            <ac:grpSpMk id="7" creationId="{C373929B-F896-BEF2-43D5-17896D53D018}"/>
          </ac:grpSpMkLst>
        </pc:grpChg>
        <pc:grpChg chg="add mod">
          <ac:chgData name="Wilmer Ortega Erazo" userId="19082e28a51afb61" providerId="LiveId" clId="{30D428CD-1BB2-4A03-8594-A68FE992CDE1}" dt="2023-08-30T02:42:12.411" v="373" actId="1076"/>
          <ac:grpSpMkLst>
            <pc:docMk/>
            <pc:sldMk cId="801650345" sldId="278"/>
            <ac:grpSpMk id="10" creationId="{A62E4D75-72C7-A926-0FC1-B42B912D4987}"/>
          </ac:grpSpMkLst>
        </pc:grpChg>
        <pc:grpChg chg="mod">
          <ac:chgData name="Wilmer Ortega Erazo" userId="19082e28a51afb61" providerId="LiveId" clId="{30D428CD-1BB2-4A03-8594-A68FE992CDE1}" dt="2023-08-30T02:42:12.411" v="373" actId="1076"/>
          <ac:grpSpMkLst>
            <pc:docMk/>
            <pc:sldMk cId="801650345" sldId="278"/>
            <ac:grpSpMk id="12" creationId="{DF3B8EE7-85AC-096B-99BA-3154F0C4D2D8}"/>
          </ac:grpSpMkLst>
        </pc:grpChg>
        <pc:grpChg chg="add mod">
          <ac:chgData name="Wilmer Ortega Erazo" userId="19082e28a51afb61" providerId="LiveId" clId="{30D428CD-1BB2-4A03-8594-A68FE992CDE1}" dt="2023-08-30T02:42:12.411" v="373" actId="1076"/>
          <ac:grpSpMkLst>
            <pc:docMk/>
            <pc:sldMk cId="801650345" sldId="278"/>
            <ac:grpSpMk id="16" creationId="{D953A121-4D17-28CD-AEC6-548FE5A52AD8}"/>
          </ac:grpSpMkLst>
        </pc:grpChg>
      </pc:sldChg>
      <pc:sldChg chg="delSp modSp add mod">
        <pc:chgData name="Wilmer Ortega Erazo" userId="19082e28a51afb61" providerId="LiveId" clId="{30D428CD-1BB2-4A03-8594-A68FE992CDE1}" dt="2023-08-30T02:50:45.544" v="414" actId="33524"/>
        <pc:sldMkLst>
          <pc:docMk/>
          <pc:sldMk cId="2377595682" sldId="279"/>
        </pc:sldMkLst>
        <pc:spChg chg="mod">
          <ac:chgData name="Wilmer Ortega Erazo" userId="19082e28a51afb61" providerId="LiveId" clId="{30D428CD-1BB2-4A03-8594-A68FE992CDE1}" dt="2023-08-30T02:50:45.544" v="414" actId="33524"/>
          <ac:spMkLst>
            <pc:docMk/>
            <pc:sldMk cId="2377595682" sldId="279"/>
            <ac:spMk id="4" creationId="{A29C0834-3DBC-9FB3-0E0A-F77D599198EB}"/>
          </ac:spMkLst>
        </pc:spChg>
        <pc:spChg chg="del">
          <ac:chgData name="Wilmer Ortega Erazo" userId="19082e28a51afb61" providerId="LiveId" clId="{30D428CD-1BB2-4A03-8594-A68FE992CDE1}" dt="2023-08-30T02:48:09.333" v="393" actId="478"/>
          <ac:spMkLst>
            <pc:docMk/>
            <pc:sldMk cId="2377595682" sldId="279"/>
            <ac:spMk id="15" creationId="{1761C9A0-F6F5-ECA5-DEA3-D2DA302C5DF2}"/>
          </ac:spMkLst>
        </pc:spChg>
        <pc:spChg chg="del">
          <ac:chgData name="Wilmer Ortega Erazo" userId="19082e28a51afb61" providerId="LiveId" clId="{30D428CD-1BB2-4A03-8594-A68FE992CDE1}" dt="2023-08-30T02:48:07.525" v="392" actId="478"/>
          <ac:spMkLst>
            <pc:docMk/>
            <pc:sldMk cId="2377595682" sldId="279"/>
            <ac:spMk id="19" creationId="{4201172F-BB2C-250C-9296-18930568A55B}"/>
          </ac:spMkLst>
        </pc:spChg>
        <pc:spChg chg="del">
          <ac:chgData name="Wilmer Ortega Erazo" userId="19082e28a51afb61" providerId="LiveId" clId="{30D428CD-1BB2-4A03-8594-A68FE992CDE1}" dt="2023-08-30T02:48:07.525" v="392" actId="478"/>
          <ac:spMkLst>
            <pc:docMk/>
            <pc:sldMk cId="2377595682" sldId="279"/>
            <ac:spMk id="20" creationId="{67B9817D-3094-0631-111C-1DC57B17FF01}"/>
          </ac:spMkLst>
        </pc:spChg>
        <pc:grpChg chg="del">
          <ac:chgData name="Wilmer Ortega Erazo" userId="19082e28a51afb61" providerId="LiveId" clId="{30D428CD-1BB2-4A03-8594-A68FE992CDE1}" dt="2023-08-30T02:48:07.525" v="392" actId="478"/>
          <ac:grpSpMkLst>
            <pc:docMk/>
            <pc:sldMk cId="2377595682" sldId="279"/>
            <ac:grpSpMk id="3" creationId="{9F2D67CB-2E8C-158E-6C00-08BB245E20D1}"/>
          </ac:grpSpMkLst>
        </pc:grpChg>
        <pc:grpChg chg="del">
          <ac:chgData name="Wilmer Ortega Erazo" userId="19082e28a51afb61" providerId="LiveId" clId="{30D428CD-1BB2-4A03-8594-A68FE992CDE1}" dt="2023-08-30T02:48:07.525" v="392" actId="478"/>
          <ac:grpSpMkLst>
            <pc:docMk/>
            <pc:sldMk cId="2377595682" sldId="279"/>
            <ac:grpSpMk id="10" creationId="{A62E4D75-72C7-A926-0FC1-B42B912D4987}"/>
          </ac:grpSpMkLst>
        </pc:grpChg>
        <pc:grpChg chg="del">
          <ac:chgData name="Wilmer Ortega Erazo" userId="19082e28a51afb61" providerId="LiveId" clId="{30D428CD-1BB2-4A03-8594-A68FE992CDE1}" dt="2023-08-30T02:48:07.525" v="392" actId="478"/>
          <ac:grpSpMkLst>
            <pc:docMk/>
            <pc:sldMk cId="2377595682" sldId="279"/>
            <ac:grpSpMk id="16" creationId="{D953A121-4D17-28CD-AEC6-548FE5A52AD8}"/>
          </ac:grpSpMkLst>
        </pc:grpChg>
      </pc:sldChg>
      <pc:sldChg chg="addSp modSp add mod">
        <pc:chgData name="Wilmer Ortega Erazo" userId="19082e28a51afb61" providerId="LiveId" clId="{30D428CD-1BB2-4A03-8594-A68FE992CDE1}" dt="2023-09-07T23:33:45.485" v="697" actId="20577"/>
        <pc:sldMkLst>
          <pc:docMk/>
          <pc:sldMk cId="4216447524" sldId="280"/>
        </pc:sldMkLst>
        <pc:spChg chg="add mod">
          <ac:chgData name="Wilmer Ortega Erazo" userId="19082e28a51afb61" providerId="LiveId" clId="{30D428CD-1BB2-4A03-8594-A68FE992CDE1}" dt="2023-08-30T02:56:25.150" v="421" actId="1076"/>
          <ac:spMkLst>
            <pc:docMk/>
            <pc:sldMk cId="4216447524" sldId="280"/>
            <ac:spMk id="3" creationId="{7E9EC638-89E7-9AA8-D3CC-0B6ADBF17A48}"/>
          </ac:spMkLst>
        </pc:spChg>
        <pc:spChg chg="mod">
          <ac:chgData name="Wilmer Ortega Erazo" userId="19082e28a51afb61" providerId="LiveId" clId="{30D428CD-1BB2-4A03-8594-A68FE992CDE1}" dt="2023-08-30T02:56:04.841" v="419" actId="790"/>
          <ac:spMkLst>
            <pc:docMk/>
            <pc:sldMk cId="4216447524" sldId="280"/>
            <ac:spMk id="4" creationId="{A29C0834-3DBC-9FB3-0E0A-F77D599198EB}"/>
          </ac:spMkLst>
        </pc:spChg>
        <pc:spChg chg="add mod">
          <ac:chgData name="Wilmer Ortega Erazo" userId="19082e28a51afb61" providerId="LiveId" clId="{30D428CD-1BB2-4A03-8594-A68FE992CDE1}" dt="2023-08-30T02:56:25.150" v="421" actId="1076"/>
          <ac:spMkLst>
            <pc:docMk/>
            <pc:sldMk cId="4216447524" sldId="280"/>
            <ac:spMk id="5" creationId="{7977FE0A-08D5-1EE4-44D1-B3E1A6BB45D2}"/>
          </ac:spMkLst>
        </pc:spChg>
        <pc:spChg chg="add mod">
          <ac:chgData name="Wilmer Ortega Erazo" userId="19082e28a51afb61" providerId="LiveId" clId="{30D428CD-1BB2-4A03-8594-A68FE992CDE1}" dt="2023-08-30T02:56:25.150" v="421" actId="1076"/>
          <ac:spMkLst>
            <pc:docMk/>
            <pc:sldMk cId="4216447524" sldId="280"/>
            <ac:spMk id="7" creationId="{F91948AE-519A-93E3-090B-377BA71E5DCF}"/>
          </ac:spMkLst>
        </pc:spChg>
        <pc:spChg chg="add mod">
          <ac:chgData name="Wilmer Ortega Erazo" userId="19082e28a51afb61" providerId="LiveId" clId="{30D428CD-1BB2-4A03-8594-A68FE992CDE1}" dt="2023-08-30T02:56:25.150" v="421" actId="1076"/>
          <ac:spMkLst>
            <pc:docMk/>
            <pc:sldMk cId="4216447524" sldId="280"/>
            <ac:spMk id="8" creationId="{97AC88AC-EA27-E77A-E9DD-69ECB6E90EF0}"/>
          </ac:spMkLst>
        </pc:spChg>
        <pc:spChg chg="add mod">
          <ac:chgData name="Wilmer Ortega Erazo" userId="19082e28a51afb61" providerId="LiveId" clId="{30D428CD-1BB2-4A03-8594-A68FE992CDE1}" dt="2023-08-30T02:56:25.150" v="421" actId="1076"/>
          <ac:spMkLst>
            <pc:docMk/>
            <pc:sldMk cId="4216447524" sldId="280"/>
            <ac:spMk id="9" creationId="{4524E4C0-4ACD-97A2-3A3A-AA02583E0E07}"/>
          </ac:spMkLst>
        </pc:spChg>
        <pc:spChg chg="add mod">
          <ac:chgData name="Wilmer Ortega Erazo" userId="19082e28a51afb61" providerId="LiveId" clId="{30D428CD-1BB2-4A03-8594-A68FE992CDE1}" dt="2023-08-30T02:56:25.150" v="421" actId="1076"/>
          <ac:spMkLst>
            <pc:docMk/>
            <pc:sldMk cId="4216447524" sldId="280"/>
            <ac:spMk id="10" creationId="{A453910B-D09D-E227-5678-D6FABDE9EDB0}"/>
          </ac:spMkLst>
        </pc:spChg>
        <pc:spChg chg="mod">
          <ac:chgData name="Wilmer Ortega Erazo" userId="19082e28a51afb61" providerId="LiveId" clId="{30D428CD-1BB2-4A03-8594-A68FE992CDE1}" dt="2023-08-30T02:56:25.150" v="421" actId="1076"/>
          <ac:spMkLst>
            <pc:docMk/>
            <pc:sldMk cId="4216447524" sldId="280"/>
            <ac:spMk id="12" creationId="{F5DED50E-1BC1-ECDA-0EF8-A6A00A88EE3C}"/>
          </ac:spMkLst>
        </pc:spChg>
        <pc:spChg chg="mod">
          <ac:chgData name="Wilmer Ortega Erazo" userId="19082e28a51afb61" providerId="LiveId" clId="{30D428CD-1BB2-4A03-8594-A68FE992CDE1}" dt="2023-09-07T23:33:45.485" v="697" actId="20577"/>
          <ac:spMkLst>
            <pc:docMk/>
            <pc:sldMk cId="4216447524" sldId="280"/>
            <ac:spMk id="13" creationId="{378E8405-51D1-3839-61E4-DD820050EB87}"/>
          </ac:spMkLst>
        </pc:spChg>
        <pc:spChg chg="add mod">
          <ac:chgData name="Wilmer Ortega Erazo" userId="19082e28a51afb61" providerId="LiveId" clId="{30D428CD-1BB2-4A03-8594-A68FE992CDE1}" dt="2023-08-30T02:56:25.150" v="421" actId="1076"/>
          <ac:spMkLst>
            <pc:docMk/>
            <pc:sldMk cId="4216447524" sldId="280"/>
            <ac:spMk id="14" creationId="{AEFA860E-1C67-7CDE-1229-538343A6C3D1}"/>
          </ac:spMkLst>
        </pc:spChg>
        <pc:spChg chg="add mod">
          <ac:chgData name="Wilmer Ortega Erazo" userId="19082e28a51afb61" providerId="LiveId" clId="{30D428CD-1BB2-4A03-8594-A68FE992CDE1}" dt="2023-08-30T02:56:25.150" v="421" actId="1076"/>
          <ac:spMkLst>
            <pc:docMk/>
            <pc:sldMk cId="4216447524" sldId="280"/>
            <ac:spMk id="15" creationId="{9BAA1051-1297-C42A-DCFC-A4C82C4B0D05}"/>
          </ac:spMkLst>
        </pc:spChg>
        <pc:spChg chg="add mod">
          <ac:chgData name="Wilmer Ortega Erazo" userId="19082e28a51afb61" providerId="LiveId" clId="{30D428CD-1BB2-4A03-8594-A68FE992CDE1}" dt="2023-08-30T02:56:25.150" v="421" actId="1076"/>
          <ac:spMkLst>
            <pc:docMk/>
            <pc:sldMk cId="4216447524" sldId="280"/>
            <ac:spMk id="16" creationId="{628F92FB-87D2-5E06-C4E2-1BC8E3D5ABBB}"/>
          </ac:spMkLst>
        </pc:spChg>
        <pc:spChg chg="add mod">
          <ac:chgData name="Wilmer Ortega Erazo" userId="19082e28a51afb61" providerId="LiveId" clId="{30D428CD-1BB2-4A03-8594-A68FE992CDE1}" dt="2023-08-30T02:56:25.150" v="421" actId="1076"/>
          <ac:spMkLst>
            <pc:docMk/>
            <pc:sldMk cId="4216447524" sldId="280"/>
            <ac:spMk id="17" creationId="{E12620FF-4947-267F-495E-7C2B681598DD}"/>
          </ac:spMkLst>
        </pc:spChg>
        <pc:spChg chg="add mod">
          <ac:chgData name="Wilmer Ortega Erazo" userId="19082e28a51afb61" providerId="LiveId" clId="{30D428CD-1BB2-4A03-8594-A68FE992CDE1}" dt="2023-08-30T02:56:25.150" v="421" actId="1076"/>
          <ac:spMkLst>
            <pc:docMk/>
            <pc:sldMk cId="4216447524" sldId="280"/>
            <ac:spMk id="18" creationId="{84A325AC-504B-B113-1003-059A5082FDB5}"/>
          </ac:spMkLst>
        </pc:spChg>
        <pc:spChg chg="add mod">
          <ac:chgData name="Wilmer Ortega Erazo" userId="19082e28a51afb61" providerId="LiveId" clId="{30D428CD-1BB2-4A03-8594-A68FE992CDE1}" dt="2023-08-30T02:56:25.150" v="421" actId="1076"/>
          <ac:spMkLst>
            <pc:docMk/>
            <pc:sldMk cId="4216447524" sldId="280"/>
            <ac:spMk id="19" creationId="{ECD3083E-8099-72AD-5FBD-CC0C794BDE59}"/>
          </ac:spMkLst>
        </pc:spChg>
        <pc:spChg chg="add mod">
          <ac:chgData name="Wilmer Ortega Erazo" userId="19082e28a51afb61" providerId="LiveId" clId="{30D428CD-1BB2-4A03-8594-A68FE992CDE1}" dt="2023-08-30T02:56:25.150" v="421" actId="1076"/>
          <ac:spMkLst>
            <pc:docMk/>
            <pc:sldMk cId="4216447524" sldId="280"/>
            <ac:spMk id="20" creationId="{5C47DBD3-405F-011E-DC84-539EF31A53DD}"/>
          </ac:spMkLst>
        </pc:spChg>
        <pc:spChg chg="add mod">
          <ac:chgData name="Wilmer Ortega Erazo" userId="19082e28a51afb61" providerId="LiveId" clId="{30D428CD-1BB2-4A03-8594-A68FE992CDE1}" dt="2023-08-30T02:56:25.150" v="421" actId="1076"/>
          <ac:spMkLst>
            <pc:docMk/>
            <pc:sldMk cId="4216447524" sldId="280"/>
            <ac:spMk id="21" creationId="{20DE2AD7-79A1-327D-0C87-F59069B68DFC}"/>
          </ac:spMkLst>
        </pc:spChg>
        <pc:spChg chg="add mod">
          <ac:chgData name="Wilmer Ortega Erazo" userId="19082e28a51afb61" providerId="LiveId" clId="{30D428CD-1BB2-4A03-8594-A68FE992CDE1}" dt="2023-08-30T02:56:25.150" v="421" actId="1076"/>
          <ac:spMkLst>
            <pc:docMk/>
            <pc:sldMk cId="4216447524" sldId="280"/>
            <ac:spMk id="22" creationId="{617EE9D4-08B8-C8B3-E6B8-1F9AD630B552}"/>
          </ac:spMkLst>
        </pc:spChg>
        <pc:spChg chg="add mod">
          <ac:chgData name="Wilmer Ortega Erazo" userId="19082e28a51afb61" providerId="LiveId" clId="{30D428CD-1BB2-4A03-8594-A68FE992CDE1}" dt="2023-08-30T02:56:25.150" v="421" actId="1076"/>
          <ac:spMkLst>
            <pc:docMk/>
            <pc:sldMk cId="4216447524" sldId="280"/>
            <ac:spMk id="23" creationId="{952FA135-9CA5-CF36-3F6E-A6F834751929}"/>
          </ac:spMkLst>
        </pc:spChg>
        <pc:spChg chg="add mod">
          <ac:chgData name="Wilmer Ortega Erazo" userId="19082e28a51afb61" providerId="LiveId" clId="{30D428CD-1BB2-4A03-8594-A68FE992CDE1}" dt="2023-08-30T02:56:25.150" v="421" actId="1076"/>
          <ac:spMkLst>
            <pc:docMk/>
            <pc:sldMk cId="4216447524" sldId="280"/>
            <ac:spMk id="24" creationId="{FDD93C5B-D3ED-3995-F287-C2190A75ED3F}"/>
          </ac:spMkLst>
        </pc:spChg>
        <pc:spChg chg="add mod">
          <ac:chgData name="Wilmer Ortega Erazo" userId="19082e28a51afb61" providerId="LiveId" clId="{30D428CD-1BB2-4A03-8594-A68FE992CDE1}" dt="2023-08-30T02:56:25.150" v="421" actId="1076"/>
          <ac:spMkLst>
            <pc:docMk/>
            <pc:sldMk cId="4216447524" sldId="280"/>
            <ac:spMk id="25" creationId="{96FA03DD-B24C-232A-B08C-08D85EA7C0F6}"/>
          </ac:spMkLst>
        </pc:spChg>
        <pc:spChg chg="add mod">
          <ac:chgData name="Wilmer Ortega Erazo" userId="19082e28a51afb61" providerId="LiveId" clId="{30D428CD-1BB2-4A03-8594-A68FE992CDE1}" dt="2023-08-30T02:56:25.150" v="421" actId="1076"/>
          <ac:spMkLst>
            <pc:docMk/>
            <pc:sldMk cId="4216447524" sldId="280"/>
            <ac:spMk id="26" creationId="{8DF465E0-6CF9-EA32-B70D-AAFA6A7562FB}"/>
          </ac:spMkLst>
        </pc:spChg>
        <pc:spChg chg="add mod">
          <ac:chgData name="Wilmer Ortega Erazo" userId="19082e28a51afb61" providerId="LiveId" clId="{30D428CD-1BB2-4A03-8594-A68FE992CDE1}" dt="2023-08-30T02:56:25.150" v="421" actId="1076"/>
          <ac:spMkLst>
            <pc:docMk/>
            <pc:sldMk cId="4216447524" sldId="280"/>
            <ac:spMk id="27" creationId="{ECDC918A-7DED-59FB-7E29-8495CB3073C6}"/>
          </ac:spMkLst>
        </pc:spChg>
        <pc:spChg chg="add mod">
          <ac:chgData name="Wilmer Ortega Erazo" userId="19082e28a51afb61" providerId="LiveId" clId="{30D428CD-1BB2-4A03-8594-A68FE992CDE1}" dt="2023-08-30T02:56:25.150" v="421" actId="1076"/>
          <ac:spMkLst>
            <pc:docMk/>
            <pc:sldMk cId="4216447524" sldId="280"/>
            <ac:spMk id="28" creationId="{34159FA2-F025-2111-568A-8718352CB6D8}"/>
          </ac:spMkLst>
        </pc:spChg>
        <pc:spChg chg="add mod">
          <ac:chgData name="Wilmer Ortega Erazo" userId="19082e28a51afb61" providerId="LiveId" clId="{30D428CD-1BB2-4A03-8594-A68FE992CDE1}" dt="2023-08-30T02:56:25.150" v="421" actId="1076"/>
          <ac:spMkLst>
            <pc:docMk/>
            <pc:sldMk cId="4216447524" sldId="280"/>
            <ac:spMk id="29" creationId="{6D5B988B-D6B3-1EF8-469F-402F61190E22}"/>
          </ac:spMkLst>
        </pc:spChg>
        <pc:spChg chg="add mod">
          <ac:chgData name="Wilmer Ortega Erazo" userId="19082e28a51afb61" providerId="LiveId" clId="{30D428CD-1BB2-4A03-8594-A68FE992CDE1}" dt="2023-08-30T02:56:25.150" v="421" actId="1076"/>
          <ac:spMkLst>
            <pc:docMk/>
            <pc:sldMk cId="4216447524" sldId="280"/>
            <ac:spMk id="30" creationId="{3F617075-663B-168E-23FA-AF34241BCB05}"/>
          </ac:spMkLst>
        </pc:spChg>
        <pc:spChg chg="add mod">
          <ac:chgData name="Wilmer Ortega Erazo" userId="19082e28a51afb61" providerId="LiveId" clId="{30D428CD-1BB2-4A03-8594-A68FE992CDE1}" dt="2023-08-30T02:56:25.150" v="421" actId="1076"/>
          <ac:spMkLst>
            <pc:docMk/>
            <pc:sldMk cId="4216447524" sldId="280"/>
            <ac:spMk id="31" creationId="{2E9BE6B1-633A-828B-6D34-56FF96E0704D}"/>
          </ac:spMkLst>
        </pc:spChg>
        <pc:spChg chg="add mod">
          <ac:chgData name="Wilmer Ortega Erazo" userId="19082e28a51afb61" providerId="LiveId" clId="{30D428CD-1BB2-4A03-8594-A68FE992CDE1}" dt="2023-08-30T02:56:25.150" v="421" actId="1076"/>
          <ac:spMkLst>
            <pc:docMk/>
            <pc:sldMk cId="4216447524" sldId="280"/>
            <ac:spMk id="32" creationId="{17EA2998-45C3-CA63-A03F-47C8E3A2C13D}"/>
          </ac:spMkLst>
        </pc:spChg>
        <pc:grpChg chg="add mod">
          <ac:chgData name="Wilmer Ortega Erazo" userId="19082e28a51afb61" providerId="LiveId" clId="{30D428CD-1BB2-4A03-8594-A68FE992CDE1}" dt="2023-08-30T02:56:25.150" v="421" actId="1076"/>
          <ac:grpSpMkLst>
            <pc:docMk/>
            <pc:sldMk cId="4216447524" sldId="280"/>
            <ac:grpSpMk id="11" creationId="{71AC92CC-E956-4092-8C7D-D03540E683A8}"/>
          </ac:grpSpMkLst>
        </pc:grpChg>
      </pc:sldChg>
      <pc:sldChg chg="addSp delSp modSp add">
        <pc:chgData name="Wilmer Ortega Erazo" userId="19082e28a51afb61" providerId="LiveId" clId="{30D428CD-1BB2-4A03-8594-A68FE992CDE1}" dt="2023-08-30T03:38:36.835" v="425" actId="1076"/>
        <pc:sldMkLst>
          <pc:docMk/>
          <pc:sldMk cId="1126264911" sldId="281"/>
        </pc:sldMkLst>
        <pc:spChg chg="del">
          <ac:chgData name="Wilmer Ortega Erazo" userId="19082e28a51afb61" providerId="LiveId" clId="{30D428CD-1BB2-4A03-8594-A68FE992CDE1}" dt="2023-08-30T03:38:13.044" v="423" actId="478"/>
          <ac:spMkLst>
            <pc:docMk/>
            <pc:sldMk cId="1126264911" sldId="281"/>
            <ac:spMk id="3" creationId="{7E9EC638-89E7-9AA8-D3CC-0B6ADBF17A48}"/>
          </ac:spMkLst>
        </pc:spChg>
        <pc:spChg chg="del">
          <ac:chgData name="Wilmer Ortega Erazo" userId="19082e28a51afb61" providerId="LiveId" clId="{30D428CD-1BB2-4A03-8594-A68FE992CDE1}" dt="2023-08-30T03:38:13.044" v="423" actId="478"/>
          <ac:spMkLst>
            <pc:docMk/>
            <pc:sldMk cId="1126264911" sldId="281"/>
            <ac:spMk id="4" creationId="{A29C0834-3DBC-9FB3-0E0A-F77D599198EB}"/>
          </ac:spMkLst>
        </pc:spChg>
        <pc:spChg chg="del">
          <ac:chgData name="Wilmer Ortega Erazo" userId="19082e28a51afb61" providerId="LiveId" clId="{30D428CD-1BB2-4A03-8594-A68FE992CDE1}" dt="2023-08-30T03:38:13.044" v="423" actId="478"/>
          <ac:spMkLst>
            <pc:docMk/>
            <pc:sldMk cId="1126264911" sldId="281"/>
            <ac:spMk id="5" creationId="{7977FE0A-08D5-1EE4-44D1-B3E1A6BB45D2}"/>
          </ac:spMkLst>
        </pc:spChg>
        <pc:spChg chg="del">
          <ac:chgData name="Wilmer Ortega Erazo" userId="19082e28a51afb61" providerId="LiveId" clId="{30D428CD-1BB2-4A03-8594-A68FE992CDE1}" dt="2023-08-30T03:38:13.044" v="423" actId="478"/>
          <ac:spMkLst>
            <pc:docMk/>
            <pc:sldMk cId="1126264911" sldId="281"/>
            <ac:spMk id="7" creationId="{F91948AE-519A-93E3-090B-377BA71E5DCF}"/>
          </ac:spMkLst>
        </pc:spChg>
        <pc:spChg chg="del">
          <ac:chgData name="Wilmer Ortega Erazo" userId="19082e28a51afb61" providerId="LiveId" clId="{30D428CD-1BB2-4A03-8594-A68FE992CDE1}" dt="2023-08-30T03:38:13.044" v="423" actId="478"/>
          <ac:spMkLst>
            <pc:docMk/>
            <pc:sldMk cId="1126264911" sldId="281"/>
            <ac:spMk id="8" creationId="{97AC88AC-EA27-E77A-E9DD-69ECB6E90EF0}"/>
          </ac:spMkLst>
        </pc:spChg>
        <pc:spChg chg="del">
          <ac:chgData name="Wilmer Ortega Erazo" userId="19082e28a51afb61" providerId="LiveId" clId="{30D428CD-1BB2-4A03-8594-A68FE992CDE1}" dt="2023-08-30T03:38:13.044" v="423" actId="478"/>
          <ac:spMkLst>
            <pc:docMk/>
            <pc:sldMk cId="1126264911" sldId="281"/>
            <ac:spMk id="9" creationId="{4524E4C0-4ACD-97A2-3A3A-AA02583E0E07}"/>
          </ac:spMkLst>
        </pc:spChg>
        <pc:spChg chg="del">
          <ac:chgData name="Wilmer Ortega Erazo" userId="19082e28a51afb61" providerId="LiveId" clId="{30D428CD-1BB2-4A03-8594-A68FE992CDE1}" dt="2023-08-30T03:38:13.044" v="423" actId="478"/>
          <ac:spMkLst>
            <pc:docMk/>
            <pc:sldMk cId="1126264911" sldId="281"/>
            <ac:spMk id="10" creationId="{A453910B-D09D-E227-5678-D6FABDE9EDB0}"/>
          </ac:spMkLst>
        </pc:spChg>
        <pc:spChg chg="del">
          <ac:chgData name="Wilmer Ortega Erazo" userId="19082e28a51afb61" providerId="LiveId" clId="{30D428CD-1BB2-4A03-8594-A68FE992CDE1}" dt="2023-08-30T03:38:13.044" v="423" actId="478"/>
          <ac:spMkLst>
            <pc:docMk/>
            <pc:sldMk cId="1126264911" sldId="281"/>
            <ac:spMk id="14" creationId="{AEFA860E-1C67-7CDE-1229-538343A6C3D1}"/>
          </ac:spMkLst>
        </pc:spChg>
        <pc:spChg chg="del">
          <ac:chgData name="Wilmer Ortega Erazo" userId="19082e28a51afb61" providerId="LiveId" clId="{30D428CD-1BB2-4A03-8594-A68FE992CDE1}" dt="2023-08-30T03:38:13.044" v="423" actId="478"/>
          <ac:spMkLst>
            <pc:docMk/>
            <pc:sldMk cId="1126264911" sldId="281"/>
            <ac:spMk id="15" creationId="{9BAA1051-1297-C42A-DCFC-A4C82C4B0D05}"/>
          </ac:spMkLst>
        </pc:spChg>
        <pc:spChg chg="del">
          <ac:chgData name="Wilmer Ortega Erazo" userId="19082e28a51afb61" providerId="LiveId" clId="{30D428CD-1BB2-4A03-8594-A68FE992CDE1}" dt="2023-08-30T03:38:13.044" v="423" actId="478"/>
          <ac:spMkLst>
            <pc:docMk/>
            <pc:sldMk cId="1126264911" sldId="281"/>
            <ac:spMk id="16" creationId="{628F92FB-87D2-5E06-C4E2-1BC8E3D5ABBB}"/>
          </ac:spMkLst>
        </pc:spChg>
        <pc:spChg chg="del">
          <ac:chgData name="Wilmer Ortega Erazo" userId="19082e28a51afb61" providerId="LiveId" clId="{30D428CD-1BB2-4A03-8594-A68FE992CDE1}" dt="2023-08-30T03:38:13.044" v="423" actId="478"/>
          <ac:spMkLst>
            <pc:docMk/>
            <pc:sldMk cId="1126264911" sldId="281"/>
            <ac:spMk id="17" creationId="{E12620FF-4947-267F-495E-7C2B681598DD}"/>
          </ac:spMkLst>
        </pc:spChg>
        <pc:spChg chg="del">
          <ac:chgData name="Wilmer Ortega Erazo" userId="19082e28a51afb61" providerId="LiveId" clId="{30D428CD-1BB2-4A03-8594-A68FE992CDE1}" dt="2023-08-30T03:38:13.044" v="423" actId="478"/>
          <ac:spMkLst>
            <pc:docMk/>
            <pc:sldMk cId="1126264911" sldId="281"/>
            <ac:spMk id="18" creationId="{84A325AC-504B-B113-1003-059A5082FDB5}"/>
          </ac:spMkLst>
        </pc:spChg>
        <pc:spChg chg="del">
          <ac:chgData name="Wilmer Ortega Erazo" userId="19082e28a51afb61" providerId="LiveId" clId="{30D428CD-1BB2-4A03-8594-A68FE992CDE1}" dt="2023-08-30T03:38:13.044" v="423" actId="478"/>
          <ac:spMkLst>
            <pc:docMk/>
            <pc:sldMk cId="1126264911" sldId="281"/>
            <ac:spMk id="19" creationId="{ECD3083E-8099-72AD-5FBD-CC0C794BDE59}"/>
          </ac:spMkLst>
        </pc:spChg>
        <pc:spChg chg="del">
          <ac:chgData name="Wilmer Ortega Erazo" userId="19082e28a51afb61" providerId="LiveId" clId="{30D428CD-1BB2-4A03-8594-A68FE992CDE1}" dt="2023-08-30T03:38:13.044" v="423" actId="478"/>
          <ac:spMkLst>
            <pc:docMk/>
            <pc:sldMk cId="1126264911" sldId="281"/>
            <ac:spMk id="20" creationId="{5C47DBD3-405F-011E-DC84-539EF31A53DD}"/>
          </ac:spMkLst>
        </pc:spChg>
        <pc:spChg chg="del">
          <ac:chgData name="Wilmer Ortega Erazo" userId="19082e28a51afb61" providerId="LiveId" clId="{30D428CD-1BB2-4A03-8594-A68FE992CDE1}" dt="2023-08-30T03:38:13.044" v="423" actId="478"/>
          <ac:spMkLst>
            <pc:docMk/>
            <pc:sldMk cId="1126264911" sldId="281"/>
            <ac:spMk id="21" creationId="{20DE2AD7-79A1-327D-0C87-F59069B68DFC}"/>
          </ac:spMkLst>
        </pc:spChg>
        <pc:spChg chg="del">
          <ac:chgData name="Wilmer Ortega Erazo" userId="19082e28a51afb61" providerId="LiveId" clId="{30D428CD-1BB2-4A03-8594-A68FE992CDE1}" dt="2023-08-30T03:38:13.044" v="423" actId="478"/>
          <ac:spMkLst>
            <pc:docMk/>
            <pc:sldMk cId="1126264911" sldId="281"/>
            <ac:spMk id="22" creationId="{617EE9D4-08B8-C8B3-E6B8-1F9AD630B552}"/>
          </ac:spMkLst>
        </pc:spChg>
        <pc:spChg chg="del">
          <ac:chgData name="Wilmer Ortega Erazo" userId="19082e28a51afb61" providerId="LiveId" clId="{30D428CD-1BB2-4A03-8594-A68FE992CDE1}" dt="2023-08-30T03:38:13.044" v="423" actId="478"/>
          <ac:spMkLst>
            <pc:docMk/>
            <pc:sldMk cId="1126264911" sldId="281"/>
            <ac:spMk id="23" creationId="{952FA135-9CA5-CF36-3F6E-A6F834751929}"/>
          </ac:spMkLst>
        </pc:spChg>
        <pc:spChg chg="del">
          <ac:chgData name="Wilmer Ortega Erazo" userId="19082e28a51afb61" providerId="LiveId" clId="{30D428CD-1BB2-4A03-8594-A68FE992CDE1}" dt="2023-08-30T03:38:13.044" v="423" actId="478"/>
          <ac:spMkLst>
            <pc:docMk/>
            <pc:sldMk cId="1126264911" sldId="281"/>
            <ac:spMk id="24" creationId="{FDD93C5B-D3ED-3995-F287-C2190A75ED3F}"/>
          </ac:spMkLst>
        </pc:spChg>
        <pc:spChg chg="del">
          <ac:chgData name="Wilmer Ortega Erazo" userId="19082e28a51afb61" providerId="LiveId" clId="{30D428CD-1BB2-4A03-8594-A68FE992CDE1}" dt="2023-08-30T03:38:13.044" v="423" actId="478"/>
          <ac:spMkLst>
            <pc:docMk/>
            <pc:sldMk cId="1126264911" sldId="281"/>
            <ac:spMk id="25" creationId="{96FA03DD-B24C-232A-B08C-08D85EA7C0F6}"/>
          </ac:spMkLst>
        </pc:spChg>
        <pc:spChg chg="del">
          <ac:chgData name="Wilmer Ortega Erazo" userId="19082e28a51afb61" providerId="LiveId" clId="{30D428CD-1BB2-4A03-8594-A68FE992CDE1}" dt="2023-08-30T03:38:13.044" v="423" actId="478"/>
          <ac:spMkLst>
            <pc:docMk/>
            <pc:sldMk cId="1126264911" sldId="281"/>
            <ac:spMk id="26" creationId="{8DF465E0-6CF9-EA32-B70D-AAFA6A7562FB}"/>
          </ac:spMkLst>
        </pc:spChg>
        <pc:spChg chg="del">
          <ac:chgData name="Wilmer Ortega Erazo" userId="19082e28a51afb61" providerId="LiveId" clId="{30D428CD-1BB2-4A03-8594-A68FE992CDE1}" dt="2023-08-30T03:38:13.044" v="423" actId="478"/>
          <ac:spMkLst>
            <pc:docMk/>
            <pc:sldMk cId="1126264911" sldId="281"/>
            <ac:spMk id="27" creationId="{ECDC918A-7DED-59FB-7E29-8495CB3073C6}"/>
          </ac:spMkLst>
        </pc:spChg>
        <pc:spChg chg="del">
          <ac:chgData name="Wilmer Ortega Erazo" userId="19082e28a51afb61" providerId="LiveId" clId="{30D428CD-1BB2-4A03-8594-A68FE992CDE1}" dt="2023-08-30T03:38:13.044" v="423" actId="478"/>
          <ac:spMkLst>
            <pc:docMk/>
            <pc:sldMk cId="1126264911" sldId="281"/>
            <ac:spMk id="28" creationId="{34159FA2-F025-2111-568A-8718352CB6D8}"/>
          </ac:spMkLst>
        </pc:spChg>
        <pc:spChg chg="del">
          <ac:chgData name="Wilmer Ortega Erazo" userId="19082e28a51afb61" providerId="LiveId" clId="{30D428CD-1BB2-4A03-8594-A68FE992CDE1}" dt="2023-08-30T03:38:13.044" v="423" actId="478"/>
          <ac:spMkLst>
            <pc:docMk/>
            <pc:sldMk cId="1126264911" sldId="281"/>
            <ac:spMk id="29" creationId="{6D5B988B-D6B3-1EF8-469F-402F61190E22}"/>
          </ac:spMkLst>
        </pc:spChg>
        <pc:spChg chg="del">
          <ac:chgData name="Wilmer Ortega Erazo" userId="19082e28a51afb61" providerId="LiveId" clId="{30D428CD-1BB2-4A03-8594-A68FE992CDE1}" dt="2023-08-30T03:38:13.044" v="423" actId="478"/>
          <ac:spMkLst>
            <pc:docMk/>
            <pc:sldMk cId="1126264911" sldId="281"/>
            <ac:spMk id="30" creationId="{3F617075-663B-168E-23FA-AF34241BCB05}"/>
          </ac:spMkLst>
        </pc:spChg>
        <pc:spChg chg="del">
          <ac:chgData name="Wilmer Ortega Erazo" userId="19082e28a51afb61" providerId="LiveId" clId="{30D428CD-1BB2-4A03-8594-A68FE992CDE1}" dt="2023-08-30T03:38:13.044" v="423" actId="478"/>
          <ac:spMkLst>
            <pc:docMk/>
            <pc:sldMk cId="1126264911" sldId="281"/>
            <ac:spMk id="31" creationId="{2E9BE6B1-633A-828B-6D34-56FF96E0704D}"/>
          </ac:spMkLst>
        </pc:spChg>
        <pc:spChg chg="del">
          <ac:chgData name="Wilmer Ortega Erazo" userId="19082e28a51afb61" providerId="LiveId" clId="{30D428CD-1BB2-4A03-8594-A68FE992CDE1}" dt="2023-08-30T03:38:13.044" v="423" actId="478"/>
          <ac:spMkLst>
            <pc:docMk/>
            <pc:sldMk cId="1126264911" sldId="281"/>
            <ac:spMk id="32" creationId="{17EA2998-45C3-CA63-A03F-47C8E3A2C13D}"/>
          </ac:spMkLst>
        </pc:spChg>
        <pc:spChg chg="add mod">
          <ac:chgData name="Wilmer Ortega Erazo" userId="19082e28a51afb61" providerId="LiveId" clId="{30D428CD-1BB2-4A03-8594-A68FE992CDE1}" dt="2023-08-30T03:38:36.835" v="425" actId="1076"/>
          <ac:spMkLst>
            <pc:docMk/>
            <pc:sldMk cId="1126264911" sldId="281"/>
            <ac:spMk id="33" creationId="{0FE98038-9665-CBFA-1F2F-7523FF3B66F6}"/>
          </ac:spMkLst>
        </pc:spChg>
        <pc:spChg chg="add mod">
          <ac:chgData name="Wilmer Ortega Erazo" userId="19082e28a51afb61" providerId="LiveId" clId="{30D428CD-1BB2-4A03-8594-A68FE992CDE1}" dt="2023-08-30T03:38:36.835" v="425" actId="1076"/>
          <ac:spMkLst>
            <pc:docMk/>
            <pc:sldMk cId="1126264911" sldId="281"/>
            <ac:spMk id="34" creationId="{0D196746-DF51-2017-26CB-6DF50877EF0B}"/>
          </ac:spMkLst>
        </pc:spChg>
        <pc:spChg chg="add mod">
          <ac:chgData name="Wilmer Ortega Erazo" userId="19082e28a51afb61" providerId="LiveId" clId="{30D428CD-1BB2-4A03-8594-A68FE992CDE1}" dt="2023-08-30T03:38:36.835" v="425" actId="1076"/>
          <ac:spMkLst>
            <pc:docMk/>
            <pc:sldMk cId="1126264911" sldId="281"/>
            <ac:spMk id="35" creationId="{1D6CA507-6AE8-4418-A01B-7B23D7803B79}"/>
          </ac:spMkLst>
        </pc:spChg>
        <pc:spChg chg="add mod">
          <ac:chgData name="Wilmer Ortega Erazo" userId="19082e28a51afb61" providerId="LiveId" clId="{30D428CD-1BB2-4A03-8594-A68FE992CDE1}" dt="2023-08-30T03:38:36.835" v="425" actId="1076"/>
          <ac:spMkLst>
            <pc:docMk/>
            <pc:sldMk cId="1126264911" sldId="281"/>
            <ac:spMk id="36" creationId="{07BA6BF3-9AB9-55EE-EA6C-7B39B6470633}"/>
          </ac:spMkLst>
        </pc:spChg>
        <pc:spChg chg="add mod">
          <ac:chgData name="Wilmer Ortega Erazo" userId="19082e28a51afb61" providerId="LiveId" clId="{30D428CD-1BB2-4A03-8594-A68FE992CDE1}" dt="2023-08-30T03:38:36.835" v="425" actId="1076"/>
          <ac:spMkLst>
            <pc:docMk/>
            <pc:sldMk cId="1126264911" sldId="281"/>
            <ac:spMk id="37" creationId="{94FD85BA-24B3-0372-99ED-69CBF05465E7}"/>
          </ac:spMkLst>
        </pc:spChg>
        <pc:spChg chg="add mod">
          <ac:chgData name="Wilmer Ortega Erazo" userId="19082e28a51afb61" providerId="LiveId" clId="{30D428CD-1BB2-4A03-8594-A68FE992CDE1}" dt="2023-08-30T03:38:36.835" v="425" actId="1076"/>
          <ac:spMkLst>
            <pc:docMk/>
            <pc:sldMk cId="1126264911" sldId="281"/>
            <ac:spMk id="38" creationId="{26229A7E-C89E-88D5-94F1-971AE97407A4}"/>
          </ac:spMkLst>
        </pc:spChg>
        <pc:spChg chg="add mod">
          <ac:chgData name="Wilmer Ortega Erazo" userId="19082e28a51afb61" providerId="LiveId" clId="{30D428CD-1BB2-4A03-8594-A68FE992CDE1}" dt="2023-08-30T03:38:36.835" v="425" actId="1076"/>
          <ac:spMkLst>
            <pc:docMk/>
            <pc:sldMk cId="1126264911" sldId="281"/>
            <ac:spMk id="39" creationId="{61C156AF-8B53-BC59-DE7F-AE74EA23A7B6}"/>
          </ac:spMkLst>
        </pc:spChg>
        <pc:spChg chg="add mod">
          <ac:chgData name="Wilmer Ortega Erazo" userId="19082e28a51afb61" providerId="LiveId" clId="{30D428CD-1BB2-4A03-8594-A68FE992CDE1}" dt="2023-08-30T03:38:36.835" v="425" actId="1076"/>
          <ac:spMkLst>
            <pc:docMk/>
            <pc:sldMk cId="1126264911" sldId="281"/>
            <ac:spMk id="40" creationId="{55CCF868-1B87-7C3F-E661-F3FBEE7D2DE0}"/>
          </ac:spMkLst>
        </pc:spChg>
        <pc:spChg chg="add mod">
          <ac:chgData name="Wilmer Ortega Erazo" userId="19082e28a51afb61" providerId="LiveId" clId="{30D428CD-1BB2-4A03-8594-A68FE992CDE1}" dt="2023-08-30T03:38:36.835" v="425" actId="1076"/>
          <ac:spMkLst>
            <pc:docMk/>
            <pc:sldMk cId="1126264911" sldId="281"/>
            <ac:spMk id="41" creationId="{A3D7F601-0B7B-B508-2559-DEA776F61773}"/>
          </ac:spMkLst>
        </pc:spChg>
        <pc:spChg chg="add mod">
          <ac:chgData name="Wilmer Ortega Erazo" userId="19082e28a51afb61" providerId="LiveId" clId="{30D428CD-1BB2-4A03-8594-A68FE992CDE1}" dt="2023-08-30T03:38:36.835" v="425" actId="1076"/>
          <ac:spMkLst>
            <pc:docMk/>
            <pc:sldMk cId="1126264911" sldId="281"/>
            <ac:spMk id="42" creationId="{50391A9B-BE49-293A-A10F-5BC4671C6907}"/>
          </ac:spMkLst>
        </pc:spChg>
        <pc:spChg chg="add mod">
          <ac:chgData name="Wilmer Ortega Erazo" userId="19082e28a51afb61" providerId="LiveId" clId="{30D428CD-1BB2-4A03-8594-A68FE992CDE1}" dt="2023-08-30T03:38:36.835" v="425" actId="1076"/>
          <ac:spMkLst>
            <pc:docMk/>
            <pc:sldMk cId="1126264911" sldId="281"/>
            <ac:spMk id="43" creationId="{3D6A3464-3BF1-EC28-EF46-34A286AD3DFC}"/>
          </ac:spMkLst>
        </pc:spChg>
        <pc:spChg chg="add mod">
          <ac:chgData name="Wilmer Ortega Erazo" userId="19082e28a51afb61" providerId="LiveId" clId="{30D428CD-1BB2-4A03-8594-A68FE992CDE1}" dt="2023-08-30T03:38:36.835" v="425" actId="1076"/>
          <ac:spMkLst>
            <pc:docMk/>
            <pc:sldMk cId="1126264911" sldId="281"/>
            <ac:spMk id="44" creationId="{6EFC7E8C-4C0B-0BC2-1C8E-D17FA9EBF54C}"/>
          </ac:spMkLst>
        </pc:spChg>
        <pc:spChg chg="add mod">
          <ac:chgData name="Wilmer Ortega Erazo" userId="19082e28a51afb61" providerId="LiveId" clId="{30D428CD-1BB2-4A03-8594-A68FE992CDE1}" dt="2023-08-30T03:38:36.835" v="425" actId="1076"/>
          <ac:spMkLst>
            <pc:docMk/>
            <pc:sldMk cId="1126264911" sldId="281"/>
            <ac:spMk id="45" creationId="{82A2F60E-DB8E-5D7E-CEAF-B89E8F9CCCD7}"/>
          </ac:spMkLst>
        </pc:spChg>
        <pc:spChg chg="add mod">
          <ac:chgData name="Wilmer Ortega Erazo" userId="19082e28a51afb61" providerId="LiveId" clId="{30D428CD-1BB2-4A03-8594-A68FE992CDE1}" dt="2023-08-30T03:38:36.835" v="425" actId="1076"/>
          <ac:spMkLst>
            <pc:docMk/>
            <pc:sldMk cId="1126264911" sldId="281"/>
            <ac:spMk id="46" creationId="{E9943E9A-C804-1DB1-41B0-852566864C81}"/>
          </ac:spMkLst>
        </pc:spChg>
        <pc:spChg chg="add mod">
          <ac:chgData name="Wilmer Ortega Erazo" userId="19082e28a51afb61" providerId="LiveId" clId="{30D428CD-1BB2-4A03-8594-A68FE992CDE1}" dt="2023-08-30T03:38:36.835" v="425" actId="1076"/>
          <ac:spMkLst>
            <pc:docMk/>
            <pc:sldMk cId="1126264911" sldId="281"/>
            <ac:spMk id="47" creationId="{B89EF4CE-2B50-71FE-43C6-2FF88EEC9303}"/>
          </ac:spMkLst>
        </pc:spChg>
        <pc:spChg chg="mod">
          <ac:chgData name="Wilmer Ortega Erazo" userId="19082e28a51afb61" providerId="LiveId" clId="{30D428CD-1BB2-4A03-8594-A68FE992CDE1}" dt="2023-08-30T03:38:36.835" v="425" actId="1076"/>
          <ac:spMkLst>
            <pc:docMk/>
            <pc:sldMk cId="1126264911" sldId="281"/>
            <ac:spMk id="49" creationId="{3874A471-2C3A-56C3-A3ED-C0512F21DCE1}"/>
          </ac:spMkLst>
        </pc:spChg>
        <pc:spChg chg="mod">
          <ac:chgData name="Wilmer Ortega Erazo" userId="19082e28a51afb61" providerId="LiveId" clId="{30D428CD-1BB2-4A03-8594-A68FE992CDE1}" dt="2023-08-30T03:38:36.835" v="425" actId="1076"/>
          <ac:spMkLst>
            <pc:docMk/>
            <pc:sldMk cId="1126264911" sldId="281"/>
            <ac:spMk id="50" creationId="{883927EE-6F9C-C991-ED3C-FE724E752EB6}"/>
          </ac:spMkLst>
        </pc:spChg>
        <pc:spChg chg="add mod">
          <ac:chgData name="Wilmer Ortega Erazo" userId="19082e28a51afb61" providerId="LiveId" clId="{30D428CD-1BB2-4A03-8594-A68FE992CDE1}" dt="2023-08-30T03:38:36.835" v="425" actId="1076"/>
          <ac:spMkLst>
            <pc:docMk/>
            <pc:sldMk cId="1126264911" sldId="281"/>
            <ac:spMk id="51" creationId="{30C562DF-72B2-EB6F-D2FC-6AD9D9BB8C41}"/>
          </ac:spMkLst>
        </pc:spChg>
        <pc:spChg chg="add mod">
          <ac:chgData name="Wilmer Ortega Erazo" userId="19082e28a51afb61" providerId="LiveId" clId="{30D428CD-1BB2-4A03-8594-A68FE992CDE1}" dt="2023-08-30T03:38:36.835" v="425" actId="1076"/>
          <ac:spMkLst>
            <pc:docMk/>
            <pc:sldMk cId="1126264911" sldId="281"/>
            <ac:spMk id="52" creationId="{690878AA-B57F-281C-379E-72C1E7658315}"/>
          </ac:spMkLst>
        </pc:spChg>
        <pc:spChg chg="add mod">
          <ac:chgData name="Wilmer Ortega Erazo" userId="19082e28a51afb61" providerId="LiveId" clId="{30D428CD-1BB2-4A03-8594-A68FE992CDE1}" dt="2023-08-30T03:38:36.835" v="425" actId="1076"/>
          <ac:spMkLst>
            <pc:docMk/>
            <pc:sldMk cId="1126264911" sldId="281"/>
            <ac:spMk id="53" creationId="{B75A62C4-AA06-5CD6-4C57-911EED47FD99}"/>
          </ac:spMkLst>
        </pc:spChg>
        <pc:spChg chg="add mod">
          <ac:chgData name="Wilmer Ortega Erazo" userId="19082e28a51afb61" providerId="LiveId" clId="{30D428CD-1BB2-4A03-8594-A68FE992CDE1}" dt="2023-08-30T03:38:36.835" v="425" actId="1076"/>
          <ac:spMkLst>
            <pc:docMk/>
            <pc:sldMk cId="1126264911" sldId="281"/>
            <ac:spMk id="54" creationId="{5AE47FC6-D393-E9D7-2022-97F882F6CE4C}"/>
          </ac:spMkLst>
        </pc:spChg>
        <pc:spChg chg="add mod">
          <ac:chgData name="Wilmer Ortega Erazo" userId="19082e28a51afb61" providerId="LiveId" clId="{30D428CD-1BB2-4A03-8594-A68FE992CDE1}" dt="2023-08-30T03:38:36.835" v="425" actId="1076"/>
          <ac:spMkLst>
            <pc:docMk/>
            <pc:sldMk cId="1126264911" sldId="281"/>
            <ac:spMk id="55" creationId="{D2D39F80-6426-3B1F-B6C5-9190863D4E55}"/>
          </ac:spMkLst>
        </pc:spChg>
        <pc:spChg chg="add mod">
          <ac:chgData name="Wilmer Ortega Erazo" userId="19082e28a51afb61" providerId="LiveId" clId="{30D428CD-1BB2-4A03-8594-A68FE992CDE1}" dt="2023-08-30T03:38:36.835" v="425" actId="1076"/>
          <ac:spMkLst>
            <pc:docMk/>
            <pc:sldMk cId="1126264911" sldId="281"/>
            <ac:spMk id="56" creationId="{9E449F8A-CDE2-A0D6-BA80-7DB794B74A2B}"/>
          </ac:spMkLst>
        </pc:spChg>
        <pc:spChg chg="add mod">
          <ac:chgData name="Wilmer Ortega Erazo" userId="19082e28a51afb61" providerId="LiveId" clId="{30D428CD-1BB2-4A03-8594-A68FE992CDE1}" dt="2023-08-30T03:38:36.835" v="425" actId="1076"/>
          <ac:spMkLst>
            <pc:docMk/>
            <pc:sldMk cId="1126264911" sldId="281"/>
            <ac:spMk id="57" creationId="{BCA07149-B65B-E7B8-6257-99E367C5850C}"/>
          </ac:spMkLst>
        </pc:spChg>
        <pc:spChg chg="mod">
          <ac:chgData name="Wilmer Ortega Erazo" userId="19082e28a51afb61" providerId="LiveId" clId="{30D428CD-1BB2-4A03-8594-A68FE992CDE1}" dt="2023-08-30T03:38:36.835" v="425" actId="1076"/>
          <ac:spMkLst>
            <pc:docMk/>
            <pc:sldMk cId="1126264911" sldId="281"/>
            <ac:spMk id="59" creationId="{782A7F58-4149-814C-96DF-7A33BA08D906}"/>
          </ac:spMkLst>
        </pc:spChg>
        <pc:spChg chg="mod">
          <ac:chgData name="Wilmer Ortega Erazo" userId="19082e28a51afb61" providerId="LiveId" clId="{30D428CD-1BB2-4A03-8594-A68FE992CDE1}" dt="2023-08-30T03:38:36.835" v="425" actId="1076"/>
          <ac:spMkLst>
            <pc:docMk/>
            <pc:sldMk cId="1126264911" sldId="281"/>
            <ac:spMk id="60" creationId="{57F2B083-C796-1A64-FB97-BAF5E25526AC}"/>
          </ac:spMkLst>
        </pc:spChg>
        <pc:spChg chg="add mod">
          <ac:chgData name="Wilmer Ortega Erazo" userId="19082e28a51afb61" providerId="LiveId" clId="{30D428CD-1BB2-4A03-8594-A68FE992CDE1}" dt="2023-08-30T03:38:36.835" v="425" actId="1076"/>
          <ac:spMkLst>
            <pc:docMk/>
            <pc:sldMk cId="1126264911" sldId="281"/>
            <ac:spMk id="61" creationId="{1FCD2234-C1A1-4C01-3983-61D731A01E98}"/>
          </ac:spMkLst>
        </pc:spChg>
        <pc:grpChg chg="del">
          <ac:chgData name="Wilmer Ortega Erazo" userId="19082e28a51afb61" providerId="LiveId" clId="{30D428CD-1BB2-4A03-8594-A68FE992CDE1}" dt="2023-08-30T03:38:13.044" v="423" actId="478"/>
          <ac:grpSpMkLst>
            <pc:docMk/>
            <pc:sldMk cId="1126264911" sldId="281"/>
            <ac:grpSpMk id="11" creationId="{71AC92CC-E956-4092-8C7D-D03540E683A8}"/>
          </ac:grpSpMkLst>
        </pc:grpChg>
        <pc:grpChg chg="add mod">
          <ac:chgData name="Wilmer Ortega Erazo" userId="19082e28a51afb61" providerId="LiveId" clId="{30D428CD-1BB2-4A03-8594-A68FE992CDE1}" dt="2023-08-30T03:38:36.835" v="425" actId="1076"/>
          <ac:grpSpMkLst>
            <pc:docMk/>
            <pc:sldMk cId="1126264911" sldId="281"/>
            <ac:grpSpMk id="48" creationId="{6CB5DA21-81E4-83C8-91E9-C4322AF04061}"/>
          </ac:grpSpMkLst>
        </pc:grpChg>
        <pc:grpChg chg="add mod">
          <ac:chgData name="Wilmer Ortega Erazo" userId="19082e28a51afb61" providerId="LiveId" clId="{30D428CD-1BB2-4A03-8594-A68FE992CDE1}" dt="2023-08-30T03:38:36.835" v="425" actId="1076"/>
          <ac:grpSpMkLst>
            <pc:docMk/>
            <pc:sldMk cId="1126264911" sldId="281"/>
            <ac:grpSpMk id="58" creationId="{52444558-A07A-7431-C9E7-960DCAB697FC}"/>
          </ac:grpSpMkLst>
        </pc:grpChg>
      </pc:sldChg>
      <pc:sldChg chg="delSp modSp add mod ord">
        <pc:chgData name="Wilmer Ortega Erazo" userId="19082e28a51afb61" providerId="LiveId" clId="{30D428CD-1BB2-4A03-8594-A68FE992CDE1}" dt="2023-09-05T01:04:42.862" v="490" actId="6549"/>
        <pc:sldMkLst>
          <pc:docMk/>
          <pc:sldMk cId="3151016605" sldId="282"/>
        </pc:sldMkLst>
        <pc:spChg chg="del">
          <ac:chgData name="Wilmer Ortega Erazo" userId="19082e28a51afb61" providerId="LiveId" clId="{30D428CD-1BB2-4A03-8594-A68FE992CDE1}" dt="2023-08-30T03:40:42.848" v="429" actId="478"/>
          <ac:spMkLst>
            <pc:docMk/>
            <pc:sldMk cId="3151016605" sldId="282"/>
            <ac:spMk id="3" creationId="{7E9EC638-89E7-9AA8-D3CC-0B6ADBF17A48}"/>
          </ac:spMkLst>
        </pc:spChg>
        <pc:spChg chg="mod">
          <ac:chgData name="Wilmer Ortega Erazo" userId="19082e28a51afb61" providerId="LiveId" clId="{30D428CD-1BB2-4A03-8594-A68FE992CDE1}" dt="2023-09-05T01:04:42.862" v="490" actId="6549"/>
          <ac:spMkLst>
            <pc:docMk/>
            <pc:sldMk cId="3151016605" sldId="282"/>
            <ac:spMk id="4" creationId="{A29C0834-3DBC-9FB3-0E0A-F77D599198EB}"/>
          </ac:spMkLst>
        </pc:spChg>
        <pc:spChg chg="del">
          <ac:chgData name="Wilmer Ortega Erazo" userId="19082e28a51afb61" providerId="LiveId" clId="{30D428CD-1BB2-4A03-8594-A68FE992CDE1}" dt="2023-08-30T03:40:42.848" v="429" actId="478"/>
          <ac:spMkLst>
            <pc:docMk/>
            <pc:sldMk cId="3151016605" sldId="282"/>
            <ac:spMk id="5" creationId="{7977FE0A-08D5-1EE4-44D1-B3E1A6BB45D2}"/>
          </ac:spMkLst>
        </pc:spChg>
        <pc:spChg chg="del">
          <ac:chgData name="Wilmer Ortega Erazo" userId="19082e28a51afb61" providerId="LiveId" clId="{30D428CD-1BB2-4A03-8594-A68FE992CDE1}" dt="2023-08-30T03:40:42.848" v="429" actId="478"/>
          <ac:spMkLst>
            <pc:docMk/>
            <pc:sldMk cId="3151016605" sldId="282"/>
            <ac:spMk id="7" creationId="{F91948AE-519A-93E3-090B-377BA71E5DCF}"/>
          </ac:spMkLst>
        </pc:spChg>
        <pc:spChg chg="del">
          <ac:chgData name="Wilmer Ortega Erazo" userId="19082e28a51afb61" providerId="LiveId" clId="{30D428CD-1BB2-4A03-8594-A68FE992CDE1}" dt="2023-08-30T03:40:42.848" v="429" actId="478"/>
          <ac:spMkLst>
            <pc:docMk/>
            <pc:sldMk cId="3151016605" sldId="282"/>
            <ac:spMk id="8" creationId="{97AC88AC-EA27-E77A-E9DD-69ECB6E90EF0}"/>
          </ac:spMkLst>
        </pc:spChg>
        <pc:spChg chg="del">
          <ac:chgData name="Wilmer Ortega Erazo" userId="19082e28a51afb61" providerId="LiveId" clId="{30D428CD-1BB2-4A03-8594-A68FE992CDE1}" dt="2023-08-30T03:40:42.848" v="429" actId="478"/>
          <ac:spMkLst>
            <pc:docMk/>
            <pc:sldMk cId="3151016605" sldId="282"/>
            <ac:spMk id="9" creationId="{4524E4C0-4ACD-97A2-3A3A-AA02583E0E07}"/>
          </ac:spMkLst>
        </pc:spChg>
        <pc:spChg chg="del">
          <ac:chgData name="Wilmer Ortega Erazo" userId="19082e28a51afb61" providerId="LiveId" clId="{30D428CD-1BB2-4A03-8594-A68FE992CDE1}" dt="2023-08-30T03:40:42.848" v="429" actId="478"/>
          <ac:spMkLst>
            <pc:docMk/>
            <pc:sldMk cId="3151016605" sldId="282"/>
            <ac:spMk id="10" creationId="{A453910B-D09D-E227-5678-D6FABDE9EDB0}"/>
          </ac:spMkLst>
        </pc:spChg>
        <pc:spChg chg="del">
          <ac:chgData name="Wilmer Ortega Erazo" userId="19082e28a51afb61" providerId="LiveId" clId="{30D428CD-1BB2-4A03-8594-A68FE992CDE1}" dt="2023-08-30T03:40:42.848" v="429" actId="478"/>
          <ac:spMkLst>
            <pc:docMk/>
            <pc:sldMk cId="3151016605" sldId="282"/>
            <ac:spMk id="14" creationId="{AEFA860E-1C67-7CDE-1229-538343A6C3D1}"/>
          </ac:spMkLst>
        </pc:spChg>
        <pc:spChg chg="del">
          <ac:chgData name="Wilmer Ortega Erazo" userId="19082e28a51afb61" providerId="LiveId" clId="{30D428CD-1BB2-4A03-8594-A68FE992CDE1}" dt="2023-08-30T03:40:42.848" v="429" actId="478"/>
          <ac:spMkLst>
            <pc:docMk/>
            <pc:sldMk cId="3151016605" sldId="282"/>
            <ac:spMk id="15" creationId="{9BAA1051-1297-C42A-DCFC-A4C82C4B0D05}"/>
          </ac:spMkLst>
        </pc:spChg>
        <pc:spChg chg="del">
          <ac:chgData name="Wilmer Ortega Erazo" userId="19082e28a51afb61" providerId="LiveId" clId="{30D428CD-1BB2-4A03-8594-A68FE992CDE1}" dt="2023-08-30T03:40:42.848" v="429" actId="478"/>
          <ac:spMkLst>
            <pc:docMk/>
            <pc:sldMk cId="3151016605" sldId="282"/>
            <ac:spMk id="16" creationId="{628F92FB-87D2-5E06-C4E2-1BC8E3D5ABBB}"/>
          </ac:spMkLst>
        </pc:spChg>
        <pc:spChg chg="del">
          <ac:chgData name="Wilmer Ortega Erazo" userId="19082e28a51afb61" providerId="LiveId" clId="{30D428CD-1BB2-4A03-8594-A68FE992CDE1}" dt="2023-08-30T03:40:42.848" v="429" actId="478"/>
          <ac:spMkLst>
            <pc:docMk/>
            <pc:sldMk cId="3151016605" sldId="282"/>
            <ac:spMk id="17" creationId="{E12620FF-4947-267F-495E-7C2B681598DD}"/>
          </ac:spMkLst>
        </pc:spChg>
        <pc:spChg chg="del">
          <ac:chgData name="Wilmer Ortega Erazo" userId="19082e28a51afb61" providerId="LiveId" clId="{30D428CD-1BB2-4A03-8594-A68FE992CDE1}" dt="2023-08-30T03:40:42.848" v="429" actId="478"/>
          <ac:spMkLst>
            <pc:docMk/>
            <pc:sldMk cId="3151016605" sldId="282"/>
            <ac:spMk id="18" creationId="{84A325AC-504B-B113-1003-059A5082FDB5}"/>
          </ac:spMkLst>
        </pc:spChg>
        <pc:spChg chg="del">
          <ac:chgData name="Wilmer Ortega Erazo" userId="19082e28a51afb61" providerId="LiveId" clId="{30D428CD-1BB2-4A03-8594-A68FE992CDE1}" dt="2023-08-30T03:40:42.848" v="429" actId="478"/>
          <ac:spMkLst>
            <pc:docMk/>
            <pc:sldMk cId="3151016605" sldId="282"/>
            <ac:spMk id="19" creationId="{ECD3083E-8099-72AD-5FBD-CC0C794BDE59}"/>
          </ac:spMkLst>
        </pc:spChg>
        <pc:spChg chg="del">
          <ac:chgData name="Wilmer Ortega Erazo" userId="19082e28a51afb61" providerId="LiveId" clId="{30D428CD-1BB2-4A03-8594-A68FE992CDE1}" dt="2023-08-30T03:40:42.848" v="429" actId="478"/>
          <ac:spMkLst>
            <pc:docMk/>
            <pc:sldMk cId="3151016605" sldId="282"/>
            <ac:spMk id="20" creationId="{5C47DBD3-405F-011E-DC84-539EF31A53DD}"/>
          </ac:spMkLst>
        </pc:spChg>
        <pc:spChg chg="del">
          <ac:chgData name="Wilmer Ortega Erazo" userId="19082e28a51afb61" providerId="LiveId" clId="{30D428CD-1BB2-4A03-8594-A68FE992CDE1}" dt="2023-08-30T03:40:42.848" v="429" actId="478"/>
          <ac:spMkLst>
            <pc:docMk/>
            <pc:sldMk cId="3151016605" sldId="282"/>
            <ac:spMk id="21" creationId="{20DE2AD7-79A1-327D-0C87-F59069B68DFC}"/>
          </ac:spMkLst>
        </pc:spChg>
        <pc:spChg chg="del">
          <ac:chgData name="Wilmer Ortega Erazo" userId="19082e28a51afb61" providerId="LiveId" clId="{30D428CD-1BB2-4A03-8594-A68FE992CDE1}" dt="2023-08-30T03:40:42.848" v="429" actId="478"/>
          <ac:spMkLst>
            <pc:docMk/>
            <pc:sldMk cId="3151016605" sldId="282"/>
            <ac:spMk id="22" creationId="{617EE9D4-08B8-C8B3-E6B8-1F9AD630B552}"/>
          </ac:spMkLst>
        </pc:spChg>
        <pc:spChg chg="del">
          <ac:chgData name="Wilmer Ortega Erazo" userId="19082e28a51afb61" providerId="LiveId" clId="{30D428CD-1BB2-4A03-8594-A68FE992CDE1}" dt="2023-08-30T03:40:42.848" v="429" actId="478"/>
          <ac:spMkLst>
            <pc:docMk/>
            <pc:sldMk cId="3151016605" sldId="282"/>
            <ac:spMk id="23" creationId="{952FA135-9CA5-CF36-3F6E-A6F834751929}"/>
          </ac:spMkLst>
        </pc:spChg>
        <pc:spChg chg="del">
          <ac:chgData name="Wilmer Ortega Erazo" userId="19082e28a51afb61" providerId="LiveId" clId="{30D428CD-1BB2-4A03-8594-A68FE992CDE1}" dt="2023-08-30T03:40:42.848" v="429" actId="478"/>
          <ac:spMkLst>
            <pc:docMk/>
            <pc:sldMk cId="3151016605" sldId="282"/>
            <ac:spMk id="24" creationId="{FDD93C5B-D3ED-3995-F287-C2190A75ED3F}"/>
          </ac:spMkLst>
        </pc:spChg>
        <pc:spChg chg="del">
          <ac:chgData name="Wilmer Ortega Erazo" userId="19082e28a51afb61" providerId="LiveId" clId="{30D428CD-1BB2-4A03-8594-A68FE992CDE1}" dt="2023-08-30T03:40:42.848" v="429" actId="478"/>
          <ac:spMkLst>
            <pc:docMk/>
            <pc:sldMk cId="3151016605" sldId="282"/>
            <ac:spMk id="25" creationId="{96FA03DD-B24C-232A-B08C-08D85EA7C0F6}"/>
          </ac:spMkLst>
        </pc:spChg>
        <pc:spChg chg="del">
          <ac:chgData name="Wilmer Ortega Erazo" userId="19082e28a51afb61" providerId="LiveId" clId="{30D428CD-1BB2-4A03-8594-A68FE992CDE1}" dt="2023-08-30T03:40:42.848" v="429" actId="478"/>
          <ac:spMkLst>
            <pc:docMk/>
            <pc:sldMk cId="3151016605" sldId="282"/>
            <ac:spMk id="26" creationId="{8DF465E0-6CF9-EA32-B70D-AAFA6A7562FB}"/>
          </ac:spMkLst>
        </pc:spChg>
        <pc:spChg chg="del">
          <ac:chgData name="Wilmer Ortega Erazo" userId="19082e28a51afb61" providerId="LiveId" clId="{30D428CD-1BB2-4A03-8594-A68FE992CDE1}" dt="2023-08-30T03:40:42.848" v="429" actId="478"/>
          <ac:spMkLst>
            <pc:docMk/>
            <pc:sldMk cId="3151016605" sldId="282"/>
            <ac:spMk id="27" creationId="{ECDC918A-7DED-59FB-7E29-8495CB3073C6}"/>
          </ac:spMkLst>
        </pc:spChg>
        <pc:spChg chg="del">
          <ac:chgData name="Wilmer Ortega Erazo" userId="19082e28a51afb61" providerId="LiveId" clId="{30D428CD-1BB2-4A03-8594-A68FE992CDE1}" dt="2023-08-30T03:40:42.848" v="429" actId="478"/>
          <ac:spMkLst>
            <pc:docMk/>
            <pc:sldMk cId="3151016605" sldId="282"/>
            <ac:spMk id="28" creationId="{34159FA2-F025-2111-568A-8718352CB6D8}"/>
          </ac:spMkLst>
        </pc:spChg>
        <pc:spChg chg="del">
          <ac:chgData name="Wilmer Ortega Erazo" userId="19082e28a51afb61" providerId="LiveId" clId="{30D428CD-1BB2-4A03-8594-A68FE992CDE1}" dt="2023-08-30T03:40:42.848" v="429" actId="478"/>
          <ac:spMkLst>
            <pc:docMk/>
            <pc:sldMk cId="3151016605" sldId="282"/>
            <ac:spMk id="29" creationId="{6D5B988B-D6B3-1EF8-469F-402F61190E22}"/>
          </ac:spMkLst>
        </pc:spChg>
        <pc:spChg chg="del">
          <ac:chgData name="Wilmer Ortega Erazo" userId="19082e28a51afb61" providerId="LiveId" clId="{30D428CD-1BB2-4A03-8594-A68FE992CDE1}" dt="2023-08-30T03:40:42.848" v="429" actId="478"/>
          <ac:spMkLst>
            <pc:docMk/>
            <pc:sldMk cId="3151016605" sldId="282"/>
            <ac:spMk id="30" creationId="{3F617075-663B-168E-23FA-AF34241BCB05}"/>
          </ac:spMkLst>
        </pc:spChg>
        <pc:spChg chg="del">
          <ac:chgData name="Wilmer Ortega Erazo" userId="19082e28a51afb61" providerId="LiveId" clId="{30D428CD-1BB2-4A03-8594-A68FE992CDE1}" dt="2023-08-30T03:40:42.848" v="429" actId="478"/>
          <ac:spMkLst>
            <pc:docMk/>
            <pc:sldMk cId="3151016605" sldId="282"/>
            <ac:spMk id="31" creationId="{2E9BE6B1-633A-828B-6D34-56FF96E0704D}"/>
          </ac:spMkLst>
        </pc:spChg>
        <pc:spChg chg="del">
          <ac:chgData name="Wilmer Ortega Erazo" userId="19082e28a51afb61" providerId="LiveId" clId="{30D428CD-1BB2-4A03-8594-A68FE992CDE1}" dt="2023-08-30T03:40:42.848" v="429" actId="478"/>
          <ac:spMkLst>
            <pc:docMk/>
            <pc:sldMk cId="3151016605" sldId="282"/>
            <ac:spMk id="32" creationId="{17EA2998-45C3-CA63-A03F-47C8E3A2C13D}"/>
          </ac:spMkLst>
        </pc:spChg>
        <pc:grpChg chg="del">
          <ac:chgData name="Wilmer Ortega Erazo" userId="19082e28a51afb61" providerId="LiveId" clId="{30D428CD-1BB2-4A03-8594-A68FE992CDE1}" dt="2023-08-30T03:40:42.848" v="429" actId="478"/>
          <ac:grpSpMkLst>
            <pc:docMk/>
            <pc:sldMk cId="3151016605" sldId="282"/>
            <ac:grpSpMk id="11" creationId="{71AC92CC-E956-4092-8C7D-D03540E683A8}"/>
          </ac:grpSpMkLst>
        </pc:grpChg>
      </pc:sldChg>
      <pc:sldChg chg="addSp delSp modSp add mod">
        <pc:chgData name="Wilmer Ortega Erazo" userId="19082e28a51afb61" providerId="LiveId" clId="{30D428CD-1BB2-4A03-8594-A68FE992CDE1}" dt="2023-08-30T04:01:17.119" v="442" actId="790"/>
        <pc:sldMkLst>
          <pc:docMk/>
          <pc:sldMk cId="3695693587" sldId="283"/>
        </pc:sldMkLst>
        <pc:spChg chg="add del mod">
          <ac:chgData name="Wilmer Ortega Erazo" userId="19082e28a51afb61" providerId="LiveId" clId="{30D428CD-1BB2-4A03-8594-A68FE992CDE1}" dt="2023-08-30T04:00:40.715" v="437"/>
          <ac:spMkLst>
            <pc:docMk/>
            <pc:sldMk cId="3695693587" sldId="283"/>
            <ac:spMk id="3" creationId="{D333130E-80F8-C15A-A456-4F513BD20571}"/>
          </ac:spMkLst>
        </pc:spChg>
        <pc:spChg chg="add del mod">
          <ac:chgData name="Wilmer Ortega Erazo" userId="19082e28a51afb61" providerId="LiveId" clId="{30D428CD-1BB2-4A03-8594-A68FE992CDE1}" dt="2023-08-30T04:01:17.119" v="442" actId="790"/>
          <ac:spMkLst>
            <pc:docMk/>
            <pc:sldMk cId="3695693587" sldId="283"/>
            <ac:spMk id="4" creationId="{A29C0834-3DBC-9FB3-0E0A-F77D599198EB}"/>
          </ac:spMkLst>
        </pc:spChg>
        <pc:spChg chg="add mod">
          <ac:chgData name="Wilmer Ortega Erazo" userId="19082e28a51afb61" providerId="LiveId" clId="{30D428CD-1BB2-4A03-8594-A68FE992CDE1}" dt="2023-08-30T04:01:03.142" v="441" actId="1076"/>
          <ac:spMkLst>
            <pc:docMk/>
            <pc:sldMk cId="3695693587" sldId="283"/>
            <ac:spMk id="5" creationId="{664A33A1-7BC4-E8D8-68CB-012EDB19FDD6}"/>
          </ac:spMkLst>
        </pc:spChg>
        <pc:spChg chg="add mod">
          <ac:chgData name="Wilmer Ortega Erazo" userId="19082e28a51afb61" providerId="LiveId" clId="{30D428CD-1BB2-4A03-8594-A68FE992CDE1}" dt="2023-08-30T04:01:03.142" v="441" actId="1076"/>
          <ac:spMkLst>
            <pc:docMk/>
            <pc:sldMk cId="3695693587" sldId="283"/>
            <ac:spMk id="7" creationId="{241C96D0-EE3D-1EA5-CD15-96AF39C79B6B}"/>
          </ac:spMkLst>
        </pc:spChg>
        <pc:spChg chg="add mod">
          <ac:chgData name="Wilmer Ortega Erazo" userId="19082e28a51afb61" providerId="LiveId" clId="{30D428CD-1BB2-4A03-8594-A68FE992CDE1}" dt="2023-08-30T04:01:03.142" v="441" actId="1076"/>
          <ac:spMkLst>
            <pc:docMk/>
            <pc:sldMk cId="3695693587" sldId="283"/>
            <ac:spMk id="8" creationId="{A9B3BF70-1CF8-8C1A-493E-84E35203CF9F}"/>
          </ac:spMkLst>
        </pc:spChg>
        <pc:spChg chg="add mod">
          <ac:chgData name="Wilmer Ortega Erazo" userId="19082e28a51afb61" providerId="LiveId" clId="{30D428CD-1BB2-4A03-8594-A68FE992CDE1}" dt="2023-08-30T04:01:03.142" v="441" actId="1076"/>
          <ac:spMkLst>
            <pc:docMk/>
            <pc:sldMk cId="3695693587" sldId="283"/>
            <ac:spMk id="9" creationId="{18E65B8E-EFB6-1FD0-DDFE-A59E5A59FF4E}"/>
          </ac:spMkLst>
        </pc:spChg>
        <pc:spChg chg="add mod">
          <ac:chgData name="Wilmer Ortega Erazo" userId="19082e28a51afb61" providerId="LiveId" clId="{30D428CD-1BB2-4A03-8594-A68FE992CDE1}" dt="2023-08-30T04:01:03.142" v="441" actId="1076"/>
          <ac:spMkLst>
            <pc:docMk/>
            <pc:sldMk cId="3695693587" sldId="283"/>
            <ac:spMk id="10" creationId="{0A560B24-9939-E398-FE66-6556D0A447A4}"/>
          </ac:spMkLst>
        </pc:spChg>
        <pc:spChg chg="add mod">
          <ac:chgData name="Wilmer Ortega Erazo" userId="19082e28a51afb61" providerId="LiveId" clId="{30D428CD-1BB2-4A03-8594-A68FE992CDE1}" dt="2023-08-30T04:01:03.142" v="441" actId="1076"/>
          <ac:spMkLst>
            <pc:docMk/>
            <pc:sldMk cId="3695693587" sldId="283"/>
            <ac:spMk id="11" creationId="{6A0DE3E2-0B67-2208-3C66-192F1F987B66}"/>
          </ac:spMkLst>
        </pc:spChg>
        <pc:spChg chg="add mod">
          <ac:chgData name="Wilmer Ortega Erazo" userId="19082e28a51afb61" providerId="LiveId" clId="{30D428CD-1BB2-4A03-8594-A68FE992CDE1}" dt="2023-08-30T04:01:03.142" v="441" actId="1076"/>
          <ac:spMkLst>
            <pc:docMk/>
            <pc:sldMk cId="3695693587" sldId="283"/>
            <ac:spMk id="12" creationId="{141ABDBD-90AD-F125-E058-1349ECF02B09}"/>
          </ac:spMkLst>
        </pc:spChg>
        <pc:spChg chg="add mod">
          <ac:chgData name="Wilmer Ortega Erazo" userId="19082e28a51afb61" providerId="LiveId" clId="{30D428CD-1BB2-4A03-8594-A68FE992CDE1}" dt="2023-08-30T04:01:03.142" v="441" actId="1076"/>
          <ac:spMkLst>
            <pc:docMk/>
            <pc:sldMk cId="3695693587" sldId="283"/>
            <ac:spMk id="13" creationId="{126875E6-BF81-4AC1-85B4-EE796DD168A2}"/>
          </ac:spMkLst>
        </pc:spChg>
        <pc:spChg chg="add mod">
          <ac:chgData name="Wilmer Ortega Erazo" userId="19082e28a51afb61" providerId="LiveId" clId="{30D428CD-1BB2-4A03-8594-A68FE992CDE1}" dt="2023-08-30T04:01:03.142" v="441" actId="1076"/>
          <ac:spMkLst>
            <pc:docMk/>
            <pc:sldMk cId="3695693587" sldId="283"/>
            <ac:spMk id="14" creationId="{4BA55493-2063-5D75-2C3B-F09B10846FDD}"/>
          </ac:spMkLst>
        </pc:spChg>
        <pc:spChg chg="add mod">
          <ac:chgData name="Wilmer Ortega Erazo" userId="19082e28a51afb61" providerId="LiveId" clId="{30D428CD-1BB2-4A03-8594-A68FE992CDE1}" dt="2023-08-30T04:01:03.142" v="441" actId="1076"/>
          <ac:spMkLst>
            <pc:docMk/>
            <pc:sldMk cId="3695693587" sldId="283"/>
            <ac:spMk id="15" creationId="{5BC1A23C-7110-EC74-51AA-062A04A52E28}"/>
          </ac:spMkLst>
        </pc:spChg>
        <pc:spChg chg="add mod">
          <ac:chgData name="Wilmer Ortega Erazo" userId="19082e28a51afb61" providerId="LiveId" clId="{30D428CD-1BB2-4A03-8594-A68FE992CDE1}" dt="2023-08-30T04:01:03.142" v="441" actId="1076"/>
          <ac:spMkLst>
            <pc:docMk/>
            <pc:sldMk cId="3695693587" sldId="283"/>
            <ac:spMk id="16" creationId="{4C4BD135-84DB-87BC-D39D-3BF228D3C139}"/>
          </ac:spMkLst>
        </pc:spChg>
        <pc:spChg chg="add mod">
          <ac:chgData name="Wilmer Ortega Erazo" userId="19082e28a51afb61" providerId="LiveId" clId="{30D428CD-1BB2-4A03-8594-A68FE992CDE1}" dt="2023-08-30T04:01:03.142" v="441" actId="1076"/>
          <ac:spMkLst>
            <pc:docMk/>
            <pc:sldMk cId="3695693587" sldId="283"/>
            <ac:spMk id="17" creationId="{A3CFBD95-4277-3C2E-81B7-7A42BCD4D76A}"/>
          </ac:spMkLst>
        </pc:spChg>
        <pc:spChg chg="add mod">
          <ac:chgData name="Wilmer Ortega Erazo" userId="19082e28a51afb61" providerId="LiveId" clId="{30D428CD-1BB2-4A03-8594-A68FE992CDE1}" dt="2023-08-30T04:01:03.142" v="441" actId="1076"/>
          <ac:spMkLst>
            <pc:docMk/>
            <pc:sldMk cId="3695693587" sldId="283"/>
            <ac:spMk id="18" creationId="{FAD182F9-E330-FAE0-BBC6-91CE9B20362A}"/>
          </ac:spMkLst>
        </pc:spChg>
        <pc:spChg chg="add mod">
          <ac:chgData name="Wilmer Ortega Erazo" userId="19082e28a51afb61" providerId="LiveId" clId="{30D428CD-1BB2-4A03-8594-A68FE992CDE1}" dt="2023-08-30T04:01:03.142" v="441" actId="1076"/>
          <ac:spMkLst>
            <pc:docMk/>
            <pc:sldMk cId="3695693587" sldId="283"/>
            <ac:spMk id="19" creationId="{89C933E0-B721-A65C-C2D0-2F5F5F83D495}"/>
          </ac:spMkLst>
        </pc:spChg>
        <pc:spChg chg="add mod">
          <ac:chgData name="Wilmer Ortega Erazo" userId="19082e28a51afb61" providerId="LiveId" clId="{30D428CD-1BB2-4A03-8594-A68FE992CDE1}" dt="2023-08-30T04:01:03.142" v="441" actId="1076"/>
          <ac:spMkLst>
            <pc:docMk/>
            <pc:sldMk cId="3695693587" sldId="283"/>
            <ac:spMk id="20" creationId="{CD1D0C92-1155-34DF-C2D6-D213B033EDBB}"/>
          </ac:spMkLst>
        </pc:spChg>
        <pc:spChg chg="add mod">
          <ac:chgData name="Wilmer Ortega Erazo" userId="19082e28a51afb61" providerId="LiveId" clId="{30D428CD-1BB2-4A03-8594-A68FE992CDE1}" dt="2023-08-30T04:01:03.142" v="441" actId="1076"/>
          <ac:spMkLst>
            <pc:docMk/>
            <pc:sldMk cId="3695693587" sldId="283"/>
            <ac:spMk id="21" creationId="{DF5C639A-60BC-8D06-C792-F48414D2EAEB}"/>
          </ac:spMkLst>
        </pc:spChg>
        <pc:spChg chg="add mod">
          <ac:chgData name="Wilmer Ortega Erazo" userId="19082e28a51afb61" providerId="LiveId" clId="{30D428CD-1BB2-4A03-8594-A68FE992CDE1}" dt="2023-08-30T04:01:03.142" v="441" actId="1076"/>
          <ac:spMkLst>
            <pc:docMk/>
            <pc:sldMk cId="3695693587" sldId="283"/>
            <ac:spMk id="22" creationId="{CD23B223-67D2-36DA-ABCE-F32237613A89}"/>
          </ac:spMkLst>
        </pc:spChg>
      </pc:sldChg>
      <pc:sldChg chg="addSp delSp modSp add mod">
        <pc:chgData name="Wilmer Ortega Erazo" userId="19082e28a51afb61" providerId="LiveId" clId="{30D428CD-1BB2-4A03-8594-A68FE992CDE1}" dt="2023-08-30T04:02:48.400" v="457" actId="1076"/>
        <pc:sldMkLst>
          <pc:docMk/>
          <pc:sldMk cId="1597497913" sldId="284"/>
        </pc:sldMkLst>
        <pc:spChg chg="add del mod">
          <ac:chgData name="Wilmer Ortega Erazo" userId="19082e28a51afb61" providerId="LiveId" clId="{30D428CD-1BB2-4A03-8594-A68FE992CDE1}" dt="2023-08-30T04:01:52.036" v="446"/>
          <ac:spMkLst>
            <pc:docMk/>
            <pc:sldMk cId="1597497913" sldId="284"/>
            <ac:spMk id="3" creationId="{BB24582E-EE7F-417C-FCF1-0EC86CA52670}"/>
          </ac:spMkLst>
        </pc:spChg>
        <pc:spChg chg="mod">
          <ac:chgData name="Wilmer Ortega Erazo" userId="19082e28a51afb61" providerId="LiveId" clId="{30D428CD-1BB2-4A03-8594-A68FE992CDE1}" dt="2023-08-30T04:01:41.475" v="444" actId="20577"/>
          <ac:spMkLst>
            <pc:docMk/>
            <pc:sldMk cId="1597497913" sldId="284"/>
            <ac:spMk id="4" creationId="{A29C0834-3DBC-9FB3-0E0A-F77D599198EB}"/>
          </ac:spMkLst>
        </pc:spChg>
        <pc:spChg chg="del">
          <ac:chgData name="Wilmer Ortega Erazo" userId="19082e28a51afb61" providerId="LiveId" clId="{30D428CD-1BB2-4A03-8594-A68FE992CDE1}" dt="2023-08-30T04:01:52.981" v="447" actId="478"/>
          <ac:spMkLst>
            <pc:docMk/>
            <pc:sldMk cId="1597497913" sldId="284"/>
            <ac:spMk id="5" creationId="{664A33A1-7BC4-E8D8-68CB-012EDB19FDD6}"/>
          </ac:spMkLst>
        </pc:spChg>
        <pc:spChg chg="del">
          <ac:chgData name="Wilmer Ortega Erazo" userId="19082e28a51afb61" providerId="LiveId" clId="{30D428CD-1BB2-4A03-8594-A68FE992CDE1}" dt="2023-08-30T04:01:52.981" v="447" actId="478"/>
          <ac:spMkLst>
            <pc:docMk/>
            <pc:sldMk cId="1597497913" sldId="284"/>
            <ac:spMk id="7" creationId="{241C96D0-EE3D-1EA5-CD15-96AF39C79B6B}"/>
          </ac:spMkLst>
        </pc:spChg>
        <pc:spChg chg="del">
          <ac:chgData name="Wilmer Ortega Erazo" userId="19082e28a51afb61" providerId="LiveId" clId="{30D428CD-1BB2-4A03-8594-A68FE992CDE1}" dt="2023-08-30T04:01:52.981" v="447" actId="478"/>
          <ac:spMkLst>
            <pc:docMk/>
            <pc:sldMk cId="1597497913" sldId="284"/>
            <ac:spMk id="8" creationId="{A9B3BF70-1CF8-8C1A-493E-84E35203CF9F}"/>
          </ac:spMkLst>
        </pc:spChg>
        <pc:spChg chg="del">
          <ac:chgData name="Wilmer Ortega Erazo" userId="19082e28a51afb61" providerId="LiveId" clId="{30D428CD-1BB2-4A03-8594-A68FE992CDE1}" dt="2023-08-30T04:01:52.981" v="447" actId="478"/>
          <ac:spMkLst>
            <pc:docMk/>
            <pc:sldMk cId="1597497913" sldId="284"/>
            <ac:spMk id="9" creationId="{18E65B8E-EFB6-1FD0-DDFE-A59E5A59FF4E}"/>
          </ac:spMkLst>
        </pc:spChg>
        <pc:spChg chg="del">
          <ac:chgData name="Wilmer Ortega Erazo" userId="19082e28a51afb61" providerId="LiveId" clId="{30D428CD-1BB2-4A03-8594-A68FE992CDE1}" dt="2023-08-30T04:01:52.981" v="447" actId="478"/>
          <ac:spMkLst>
            <pc:docMk/>
            <pc:sldMk cId="1597497913" sldId="284"/>
            <ac:spMk id="10" creationId="{0A560B24-9939-E398-FE66-6556D0A447A4}"/>
          </ac:spMkLst>
        </pc:spChg>
        <pc:spChg chg="del">
          <ac:chgData name="Wilmer Ortega Erazo" userId="19082e28a51afb61" providerId="LiveId" clId="{30D428CD-1BB2-4A03-8594-A68FE992CDE1}" dt="2023-08-30T04:01:52.981" v="447" actId="478"/>
          <ac:spMkLst>
            <pc:docMk/>
            <pc:sldMk cId="1597497913" sldId="284"/>
            <ac:spMk id="11" creationId="{6A0DE3E2-0B67-2208-3C66-192F1F987B66}"/>
          </ac:spMkLst>
        </pc:spChg>
        <pc:spChg chg="del">
          <ac:chgData name="Wilmer Ortega Erazo" userId="19082e28a51afb61" providerId="LiveId" clId="{30D428CD-1BB2-4A03-8594-A68FE992CDE1}" dt="2023-08-30T04:01:52.981" v="447" actId="478"/>
          <ac:spMkLst>
            <pc:docMk/>
            <pc:sldMk cId="1597497913" sldId="284"/>
            <ac:spMk id="12" creationId="{141ABDBD-90AD-F125-E058-1349ECF02B09}"/>
          </ac:spMkLst>
        </pc:spChg>
        <pc:spChg chg="del">
          <ac:chgData name="Wilmer Ortega Erazo" userId="19082e28a51afb61" providerId="LiveId" clId="{30D428CD-1BB2-4A03-8594-A68FE992CDE1}" dt="2023-08-30T04:01:52.981" v="447" actId="478"/>
          <ac:spMkLst>
            <pc:docMk/>
            <pc:sldMk cId="1597497913" sldId="284"/>
            <ac:spMk id="13" creationId="{126875E6-BF81-4AC1-85B4-EE796DD168A2}"/>
          </ac:spMkLst>
        </pc:spChg>
        <pc:spChg chg="del">
          <ac:chgData name="Wilmer Ortega Erazo" userId="19082e28a51afb61" providerId="LiveId" clId="{30D428CD-1BB2-4A03-8594-A68FE992CDE1}" dt="2023-08-30T04:01:52.981" v="447" actId="478"/>
          <ac:spMkLst>
            <pc:docMk/>
            <pc:sldMk cId="1597497913" sldId="284"/>
            <ac:spMk id="14" creationId="{4BA55493-2063-5D75-2C3B-F09B10846FDD}"/>
          </ac:spMkLst>
        </pc:spChg>
        <pc:spChg chg="del">
          <ac:chgData name="Wilmer Ortega Erazo" userId="19082e28a51afb61" providerId="LiveId" clId="{30D428CD-1BB2-4A03-8594-A68FE992CDE1}" dt="2023-08-30T04:01:52.981" v="447" actId="478"/>
          <ac:spMkLst>
            <pc:docMk/>
            <pc:sldMk cId="1597497913" sldId="284"/>
            <ac:spMk id="15" creationId="{5BC1A23C-7110-EC74-51AA-062A04A52E28}"/>
          </ac:spMkLst>
        </pc:spChg>
        <pc:spChg chg="del">
          <ac:chgData name="Wilmer Ortega Erazo" userId="19082e28a51afb61" providerId="LiveId" clId="{30D428CD-1BB2-4A03-8594-A68FE992CDE1}" dt="2023-08-30T04:01:52.981" v="447" actId="478"/>
          <ac:spMkLst>
            <pc:docMk/>
            <pc:sldMk cId="1597497913" sldId="284"/>
            <ac:spMk id="16" creationId="{4C4BD135-84DB-87BC-D39D-3BF228D3C139}"/>
          </ac:spMkLst>
        </pc:spChg>
        <pc:spChg chg="del">
          <ac:chgData name="Wilmer Ortega Erazo" userId="19082e28a51afb61" providerId="LiveId" clId="{30D428CD-1BB2-4A03-8594-A68FE992CDE1}" dt="2023-08-30T04:01:52.981" v="447" actId="478"/>
          <ac:spMkLst>
            <pc:docMk/>
            <pc:sldMk cId="1597497913" sldId="284"/>
            <ac:spMk id="17" creationId="{A3CFBD95-4277-3C2E-81B7-7A42BCD4D76A}"/>
          </ac:spMkLst>
        </pc:spChg>
        <pc:spChg chg="del">
          <ac:chgData name="Wilmer Ortega Erazo" userId="19082e28a51afb61" providerId="LiveId" clId="{30D428CD-1BB2-4A03-8594-A68FE992CDE1}" dt="2023-08-30T04:01:52.981" v="447" actId="478"/>
          <ac:spMkLst>
            <pc:docMk/>
            <pc:sldMk cId="1597497913" sldId="284"/>
            <ac:spMk id="18" creationId="{FAD182F9-E330-FAE0-BBC6-91CE9B20362A}"/>
          </ac:spMkLst>
        </pc:spChg>
        <pc:spChg chg="del">
          <ac:chgData name="Wilmer Ortega Erazo" userId="19082e28a51afb61" providerId="LiveId" clId="{30D428CD-1BB2-4A03-8594-A68FE992CDE1}" dt="2023-08-30T04:01:52.981" v="447" actId="478"/>
          <ac:spMkLst>
            <pc:docMk/>
            <pc:sldMk cId="1597497913" sldId="284"/>
            <ac:spMk id="19" creationId="{89C933E0-B721-A65C-C2D0-2F5F5F83D495}"/>
          </ac:spMkLst>
        </pc:spChg>
        <pc:spChg chg="del">
          <ac:chgData name="Wilmer Ortega Erazo" userId="19082e28a51afb61" providerId="LiveId" clId="{30D428CD-1BB2-4A03-8594-A68FE992CDE1}" dt="2023-08-30T04:01:52.981" v="447" actId="478"/>
          <ac:spMkLst>
            <pc:docMk/>
            <pc:sldMk cId="1597497913" sldId="284"/>
            <ac:spMk id="20" creationId="{CD1D0C92-1155-34DF-C2D6-D213B033EDBB}"/>
          </ac:spMkLst>
        </pc:spChg>
        <pc:spChg chg="del">
          <ac:chgData name="Wilmer Ortega Erazo" userId="19082e28a51afb61" providerId="LiveId" clId="{30D428CD-1BB2-4A03-8594-A68FE992CDE1}" dt="2023-08-30T04:01:52.981" v="447" actId="478"/>
          <ac:spMkLst>
            <pc:docMk/>
            <pc:sldMk cId="1597497913" sldId="284"/>
            <ac:spMk id="21" creationId="{DF5C639A-60BC-8D06-C792-F48414D2EAEB}"/>
          </ac:spMkLst>
        </pc:spChg>
        <pc:spChg chg="del">
          <ac:chgData name="Wilmer Ortega Erazo" userId="19082e28a51afb61" providerId="LiveId" clId="{30D428CD-1BB2-4A03-8594-A68FE992CDE1}" dt="2023-08-30T04:01:52.981" v="447" actId="478"/>
          <ac:spMkLst>
            <pc:docMk/>
            <pc:sldMk cId="1597497913" sldId="284"/>
            <ac:spMk id="22" creationId="{CD23B223-67D2-36DA-ABCE-F32237613A89}"/>
          </ac:spMkLst>
        </pc:spChg>
        <pc:spChg chg="add del mod">
          <ac:chgData name="Wilmer Ortega Erazo" userId="19082e28a51afb61" providerId="LiveId" clId="{30D428CD-1BB2-4A03-8594-A68FE992CDE1}" dt="2023-08-30T04:01:52.036" v="446"/>
          <ac:spMkLst>
            <pc:docMk/>
            <pc:sldMk cId="1597497913" sldId="284"/>
            <ac:spMk id="23" creationId="{CC9E3556-2258-6BC8-5715-003149B1EC66}"/>
          </ac:spMkLst>
        </pc:spChg>
        <pc:spChg chg="add del mod">
          <ac:chgData name="Wilmer Ortega Erazo" userId="19082e28a51afb61" providerId="LiveId" clId="{30D428CD-1BB2-4A03-8594-A68FE992CDE1}" dt="2023-08-30T04:01:52.036" v="446"/>
          <ac:spMkLst>
            <pc:docMk/>
            <pc:sldMk cId="1597497913" sldId="284"/>
            <ac:spMk id="24" creationId="{186D4EDC-EB40-9A8D-A8D6-17710D725DED}"/>
          </ac:spMkLst>
        </pc:spChg>
        <pc:spChg chg="add del mod">
          <ac:chgData name="Wilmer Ortega Erazo" userId="19082e28a51afb61" providerId="LiveId" clId="{30D428CD-1BB2-4A03-8594-A68FE992CDE1}" dt="2023-08-30T04:01:52.036" v="446"/>
          <ac:spMkLst>
            <pc:docMk/>
            <pc:sldMk cId="1597497913" sldId="284"/>
            <ac:spMk id="25" creationId="{A8E731F7-0FA7-8878-EBC5-50CC8EC97CDD}"/>
          </ac:spMkLst>
        </pc:spChg>
        <pc:spChg chg="add del mod">
          <ac:chgData name="Wilmer Ortega Erazo" userId="19082e28a51afb61" providerId="LiveId" clId="{30D428CD-1BB2-4A03-8594-A68FE992CDE1}" dt="2023-08-30T04:01:52.036" v="446"/>
          <ac:spMkLst>
            <pc:docMk/>
            <pc:sldMk cId="1597497913" sldId="284"/>
            <ac:spMk id="26" creationId="{81ABFF46-86D9-E3CC-3C03-7989F6836D9A}"/>
          </ac:spMkLst>
        </pc:spChg>
        <pc:spChg chg="add del mod">
          <ac:chgData name="Wilmer Ortega Erazo" userId="19082e28a51afb61" providerId="LiveId" clId="{30D428CD-1BB2-4A03-8594-A68FE992CDE1}" dt="2023-08-30T04:01:52.036" v="446"/>
          <ac:spMkLst>
            <pc:docMk/>
            <pc:sldMk cId="1597497913" sldId="284"/>
            <ac:spMk id="27" creationId="{3551E81A-A1D8-E279-08C1-873FD82C0277}"/>
          </ac:spMkLst>
        </pc:spChg>
        <pc:spChg chg="add del mod">
          <ac:chgData name="Wilmer Ortega Erazo" userId="19082e28a51afb61" providerId="LiveId" clId="{30D428CD-1BB2-4A03-8594-A68FE992CDE1}" dt="2023-08-30T04:01:52.036" v="446"/>
          <ac:spMkLst>
            <pc:docMk/>
            <pc:sldMk cId="1597497913" sldId="284"/>
            <ac:spMk id="28" creationId="{72424965-71A2-E638-0224-7E5EF7E02A69}"/>
          </ac:spMkLst>
        </pc:spChg>
        <pc:spChg chg="add del mod">
          <ac:chgData name="Wilmer Ortega Erazo" userId="19082e28a51afb61" providerId="LiveId" clId="{30D428CD-1BB2-4A03-8594-A68FE992CDE1}" dt="2023-08-30T04:01:52.036" v="446"/>
          <ac:spMkLst>
            <pc:docMk/>
            <pc:sldMk cId="1597497913" sldId="284"/>
            <ac:spMk id="29" creationId="{091A5FE6-9567-0C8B-4887-D2043B1FC478}"/>
          </ac:spMkLst>
        </pc:spChg>
        <pc:spChg chg="add del mod">
          <ac:chgData name="Wilmer Ortega Erazo" userId="19082e28a51afb61" providerId="LiveId" clId="{30D428CD-1BB2-4A03-8594-A68FE992CDE1}" dt="2023-08-30T04:01:52.036" v="446"/>
          <ac:spMkLst>
            <pc:docMk/>
            <pc:sldMk cId="1597497913" sldId="284"/>
            <ac:spMk id="30" creationId="{560ACDE5-E17F-F493-3398-C12E34C2B44A}"/>
          </ac:spMkLst>
        </pc:spChg>
        <pc:spChg chg="add del mod">
          <ac:chgData name="Wilmer Ortega Erazo" userId="19082e28a51afb61" providerId="LiveId" clId="{30D428CD-1BB2-4A03-8594-A68FE992CDE1}" dt="2023-08-30T04:01:52.036" v="446"/>
          <ac:spMkLst>
            <pc:docMk/>
            <pc:sldMk cId="1597497913" sldId="284"/>
            <ac:spMk id="31" creationId="{7BFC6574-4FFD-3F18-0BFC-0CA00C2EF110}"/>
          </ac:spMkLst>
        </pc:spChg>
        <pc:spChg chg="add del mod">
          <ac:chgData name="Wilmer Ortega Erazo" userId="19082e28a51afb61" providerId="LiveId" clId="{30D428CD-1BB2-4A03-8594-A68FE992CDE1}" dt="2023-08-30T04:01:52.036" v="446"/>
          <ac:spMkLst>
            <pc:docMk/>
            <pc:sldMk cId="1597497913" sldId="284"/>
            <ac:spMk id="32" creationId="{081C74EC-E45C-D294-0E10-27D939CDEA45}"/>
          </ac:spMkLst>
        </pc:spChg>
        <pc:spChg chg="add del mod">
          <ac:chgData name="Wilmer Ortega Erazo" userId="19082e28a51afb61" providerId="LiveId" clId="{30D428CD-1BB2-4A03-8594-A68FE992CDE1}" dt="2023-08-30T04:01:52.036" v="446"/>
          <ac:spMkLst>
            <pc:docMk/>
            <pc:sldMk cId="1597497913" sldId="284"/>
            <ac:spMk id="33" creationId="{1D217F4D-8FD2-2BA8-AA36-3A601068707D}"/>
          </ac:spMkLst>
        </pc:spChg>
        <pc:spChg chg="add del mod">
          <ac:chgData name="Wilmer Ortega Erazo" userId="19082e28a51afb61" providerId="LiveId" clId="{30D428CD-1BB2-4A03-8594-A68FE992CDE1}" dt="2023-08-30T04:01:52.036" v="446"/>
          <ac:spMkLst>
            <pc:docMk/>
            <pc:sldMk cId="1597497913" sldId="284"/>
            <ac:spMk id="34" creationId="{6CAFF339-B86A-DD36-7B34-437B4DABED4E}"/>
          </ac:spMkLst>
        </pc:spChg>
        <pc:spChg chg="add del mod">
          <ac:chgData name="Wilmer Ortega Erazo" userId="19082e28a51afb61" providerId="LiveId" clId="{30D428CD-1BB2-4A03-8594-A68FE992CDE1}" dt="2023-08-30T04:01:52.036" v="446"/>
          <ac:spMkLst>
            <pc:docMk/>
            <pc:sldMk cId="1597497913" sldId="284"/>
            <ac:spMk id="35" creationId="{F6023F35-371F-4445-6DA7-9B7EDED414E6}"/>
          </ac:spMkLst>
        </pc:spChg>
        <pc:spChg chg="add del mod">
          <ac:chgData name="Wilmer Ortega Erazo" userId="19082e28a51afb61" providerId="LiveId" clId="{30D428CD-1BB2-4A03-8594-A68FE992CDE1}" dt="2023-08-30T04:01:52.036" v="446"/>
          <ac:spMkLst>
            <pc:docMk/>
            <pc:sldMk cId="1597497913" sldId="284"/>
            <ac:spMk id="36" creationId="{DFC45270-6BA8-64B2-3907-12ED2A9A9665}"/>
          </ac:spMkLst>
        </pc:spChg>
        <pc:spChg chg="add del mod">
          <ac:chgData name="Wilmer Ortega Erazo" userId="19082e28a51afb61" providerId="LiveId" clId="{30D428CD-1BB2-4A03-8594-A68FE992CDE1}" dt="2023-08-30T04:01:52.036" v="446"/>
          <ac:spMkLst>
            <pc:docMk/>
            <pc:sldMk cId="1597497913" sldId="284"/>
            <ac:spMk id="37" creationId="{4DA3C105-AD19-A9FD-DD5E-17949884AB20}"/>
          </ac:spMkLst>
        </pc:spChg>
        <pc:spChg chg="add del mod">
          <ac:chgData name="Wilmer Ortega Erazo" userId="19082e28a51afb61" providerId="LiveId" clId="{30D428CD-1BB2-4A03-8594-A68FE992CDE1}" dt="2023-08-30T04:01:52.036" v="446"/>
          <ac:spMkLst>
            <pc:docMk/>
            <pc:sldMk cId="1597497913" sldId="284"/>
            <ac:spMk id="38" creationId="{44F7E5BA-46AF-CBB5-8580-3CDB89566933}"/>
          </ac:spMkLst>
        </pc:spChg>
        <pc:spChg chg="add mod">
          <ac:chgData name="Wilmer Ortega Erazo" userId="19082e28a51afb61" providerId="LiveId" clId="{30D428CD-1BB2-4A03-8594-A68FE992CDE1}" dt="2023-08-30T04:02:48.400" v="457" actId="1076"/>
          <ac:spMkLst>
            <pc:docMk/>
            <pc:sldMk cId="1597497913" sldId="284"/>
            <ac:spMk id="39" creationId="{EF870813-D6B0-03F4-C69E-6F4261435D17}"/>
          </ac:spMkLst>
        </pc:spChg>
        <pc:spChg chg="add mod">
          <ac:chgData name="Wilmer Ortega Erazo" userId="19082e28a51afb61" providerId="LiveId" clId="{30D428CD-1BB2-4A03-8594-A68FE992CDE1}" dt="2023-08-30T04:02:48.400" v="457" actId="1076"/>
          <ac:spMkLst>
            <pc:docMk/>
            <pc:sldMk cId="1597497913" sldId="284"/>
            <ac:spMk id="40" creationId="{F16AC23C-D4F6-40EA-64A3-5DAEEEBE3B6B}"/>
          </ac:spMkLst>
        </pc:spChg>
        <pc:spChg chg="add mod">
          <ac:chgData name="Wilmer Ortega Erazo" userId="19082e28a51afb61" providerId="LiveId" clId="{30D428CD-1BB2-4A03-8594-A68FE992CDE1}" dt="2023-08-30T04:02:48.400" v="457" actId="1076"/>
          <ac:spMkLst>
            <pc:docMk/>
            <pc:sldMk cId="1597497913" sldId="284"/>
            <ac:spMk id="41" creationId="{7CFF3B00-BACE-BA04-7B57-C6AFDFF6FB21}"/>
          </ac:spMkLst>
        </pc:spChg>
        <pc:spChg chg="add mod">
          <ac:chgData name="Wilmer Ortega Erazo" userId="19082e28a51afb61" providerId="LiveId" clId="{30D428CD-1BB2-4A03-8594-A68FE992CDE1}" dt="2023-08-30T04:02:48.400" v="457" actId="1076"/>
          <ac:spMkLst>
            <pc:docMk/>
            <pc:sldMk cId="1597497913" sldId="284"/>
            <ac:spMk id="42" creationId="{9EA8C80A-BA7D-35CE-91DA-52474F0082E5}"/>
          </ac:spMkLst>
        </pc:spChg>
        <pc:spChg chg="add mod">
          <ac:chgData name="Wilmer Ortega Erazo" userId="19082e28a51afb61" providerId="LiveId" clId="{30D428CD-1BB2-4A03-8594-A68FE992CDE1}" dt="2023-08-30T04:02:48.400" v="457" actId="1076"/>
          <ac:spMkLst>
            <pc:docMk/>
            <pc:sldMk cId="1597497913" sldId="284"/>
            <ac:spMk id="43" creationId="{24CE153D-466C-32E0-09DD-2A1687B82FC5}"/>
          </ac:spMkLst>
        </pc:spChg>
        <pc:spChg chg="add mod">
          <ac:chgData name="Wilmer Ortega Erazo" userId="19082e28a51afb61" providerId="LiveId" clId="{30D428CD-1BB2-4A03-8594-A68FE992CDE1}" dt="2023-08-30T04:02:48.400" v="457" actId="1076"/>
          <ac:spMkLst>
            <pc:docMk/>
            <pc:sldMk cId="1597497913" sldId="284"/>
            <ac:spMk id="44" creationId="{4DA0B870-5E68-32D7-AF99-50075CFC2550}"/>
          </ac:spMkLst>
        </pc:spChg>
        <pc:spChg chg="add mod">
          <ac:chgData name="Wilmer Ortega Erazo" userId="19082e28a51afb61" providerId="LiveId" clId="{30D428CD-1BB2-4A03-8594-A68FE992CDE1}" dt="2023-08-30T04:02:48.400" v="457" actId="1076"/>
          <ac:spMkLst>
            <pc:docMk/>
            <pc:sldMk cId="1597497913" sldId="284"/>
            <ac:spMk id="45" creationId="{E0D6D58E-E2BE-707B-4BDB-DDE406FCDED2}"/>
          </ac:spMkLst>
        </pc:spChg>
        <pc:spChg chg="add mod">
          <ac:chgData name="Wilmer Ortega Erazo" userId="19082e28a51afb61" providerId="LiveId" clId="{30D428CD-1BB2-4A03-8594-A68FE992CDE1}" dt="2023-08-30T04:02:48.400" v="457" actId="1076"/>
          <ac:spMkLst>
            <pc:docMk/>
            <pc:sldMk cId="1597497913" sldId="284"/>
            <ac:spMk id="46" creationId="{0545D561-1805-B602-BE73-43124E73B06C}"/>
          </ac:spMkLst>
        </pc:spChg>
        <pc:spChg chg="add mod">
          <ac:chgData name="Wilmer Ortega Erazo" userId="19082e28a51afb61" providerId="LiveId" clId="{30D428CD-1BB2-4A03-8594-A68FE992CDE1}" dt="2023-08-30T04:02:48.400" v="457" actId="1076"/>
          <ac:spMkLst>
            <pc:docMk/>
            <pc:sldMk cId="1597497913" sldId="284"/>
            <ac:spMk id="47" creationId="{0A14B82A-5EE6-DA49-96DE-8012257DC49C}"/>
          </ac:spMkLst>
        </pc:spChg>
        <pc:spChg chg="add mod">
          <ac:chgData name="Wilmer Ortega Erazo" userId="19082e28a51afb61" providerId="LiveId" clId="{30D428CD-1BB2-4A03-8594-A68FE992CDE1}" dt="2023-08-30T04:02:48.400" v="457" actId="1076"/>
          <ac:spMkLst>
            <pc:docMk/>
            <pc:sldMk cId="1597497913" sldId="284"/>
            <ac:spMk id="48" creationId="{E60AE4FB-A29F-EF87-B504-27AAC6127784}"/>
          </ac:spMkLst>
        </pc:spChg>
        <pc:spChg chg="add mod">
          <ac:chgData name="Wilmer Ortega Erazo" userId="19082e28a51afb61" providerId="LiveId" clId="{30D428CD-1BB2-4A03-8594-A68FE992CDE1}" dt="2023-08-30T04:02:48.400" v="457" actId="1076"/>
          <ac:spMkLst>
            <pc:docMk/>
            <pc:sldMk cId="1597497913" sldId="284"/>
            <ac:spMk id="49" creationId="{7A5027F9-4B4E-441E-1D3D-D278339C1DF7}"/>
          </ac:spMkLst>
        </pc:spChg>
        <pc:spChg chg="add mod">
          <ac:chgData name="Wilmer Ortega Erazo" userId="19082e28a51afb61" providerId="LiveId" clId="{30D428CD-1BB2-4A03-8594-A68FE992CDE1}" dt="2023-08-30T04:02:48.400" v="457" actId="1076"/>
          <ac:spMkLst>
            <pc:docMk/>
            <pc:sldMk cId="1597497913" sldId="284"/>
            <ac:spMk id="50" creationId="{34601412-6C9C-8ADB-2637-3FC1CB517EF4}"/>
          </ac:spMkLst>
        </pc:spChg>
        <pc:spChg chg="add mod">
          <ac:chgData name="Wilmer Ortega Erazo" userId="19082e28a51afb61" providerId="LiveId" clId="{30D428CD-1BB2-4A03-8594-A68FE992CDE1}" dt="2023-08-30T04:02:48.400" v="457" actId="1076"/>
          <ac:spMkLst>
            <pc:docMk/>
            <pc:sldMk cId="1597497913" sldId="284"/>
            <ac:spMk id="51" creationId="{CA5842A9-97E1-B076-DB1E-754A77CCD91B}"/>
          </ac:spMkLst>
        </pc:spChg>
        <pc:spChg chg="add mod">
          <ac:chgData name="Wilmer Ortega Erazo" userId="19082e28a51afb61" providerId="LiveId" clId="{30D428CD-1BB2-4A03-8594-A68FE992CDE1}" dt="2023-08-30T04:02:48.400" v="457" actId="1076"/>
          <ac:spMkLst>
            <pc:docMk/>
            <pc:sldMk cId="1597497913" sldId="284"/>
            <ac:spMk id="52" creationId="{DAE1D610-2E5B-7565-EF6D-FC5D6F47F0AE}"/>
          </ac:spMkLst>
        </pc:spChg>
        <pc:spChg chg="add mod">
          <ac:chgData name="Wilmer Ortega Erazo" userId="19082e28a51afb61" providerId="LiveId" clId="{30D428CD-1BB2-4A03-8594-A68FE992CDE1}" dt="2023-08-30T04:02:48.400" v="457" actId="1076"/>
          <ac:spMkLst>
            <pc:docMk/>
            <pc:sldMk cId="1597497913" sldId="284"/>
            <ac:spMk id="53" creationId="{66CD2266-86AF-55A7-1190-2D211A2D97A5}"/>
          </ac:spMkLst>
        </pc:spChg>
        <pc:spChg chg="add mod">
          <ac:chgData name="Wilmer Ortega Erazo" userId="19082e28a51afb61" providerId="LiveId" clId="{30D428CD-1BB2-4A03-8594-A68FE992CDE1}" dt="2023-08-30T04:02:48.400" v="457" actId="1076"/>
          <ac:spMkLst>
            <pc:docMk/>
            <pc:sldMk cId="1597497913" sldId="284"/>
            <ac:spMk id="54" creationId="{E1E75741-A079-9D53-31A6-11A9566E65A2}"/>
          </ac:spMkLst>
        </pc:spChg>
        <pc:spChg chg="add mod">
          <ac:chgData name="Wilmer Ortega Erazo" userId="19082e28a51afb61" providerId="LiveId" clId="{30D428CD-1BB2-4A03-8594-A68FE992CDE1}" dt="2023-08-30T04:02:48.400" v="457" actId="1076"/>
          <ac:spMkLst>
            <pc:docMk/>
            <pc:sldMk cId="1597497913" sldId="284"/>
            <ac:spMk id="55" creationId="{FE355BE8-9298-63BC-B0E7-023B3E5E703B}"/>
          </ac:spMkLst>
        </pc:spChg>
      </pc:sldChg>
      <pc:sldChg chg="addSp delSp modSp add mod">
        <pc:chgData name="Wilmer Ortega Erazo" userId="19082e28a51afb61" providerId="LiveId" clId="{30D428CD-1BB2-4A03-8594-A68FE992CDE1}" dt="2023-08-30T04:03:05.357" v="460" actId="1076"/>
        <pc:sldMkLst>
          <pc:docMk/>
          <pc:sldMk cId="1586808836" sldId="285"/>
        </pc:sldMkLst>
        <pc:spChg chg="add del mod">
          <ac:chgData name="Wilmer Ortega Erazo" userId="19082e28a51afb61" providerId="LiveId" clId="{30D428CD-1BB2-4A03-8594-A68FE992CDE1}" dt="2023-08-30T04:02:16.811" v="453"/>
          <ac:spMkLst>
            <pc:docMk/>
            <pc:sldMk cId="1586808836" sldId="285"/>
            <ac:spMk id="3" creationId="{0AF533E1-6498-1602-3632-03B27293F026}"/>
          </ac:spMkLst>
        </pc:spChg>
        <pc:spChg chg="mod">
          <ac:chgData name="Wilmer Ortega Erazo" userId="19082e28a51afb61" providerId="LiveId" clId="{30D428CD-1BB2-4A03-8594-A68FE992CDE1}" dt="2023-08-30T04:03:00.105" v="459" actId="1076"/>
          <ac:spMkLst>
            <pc:docMk/>
            <pc:sldMk cId="1586808836" sldId="285"/>
            <ac:spMk id="4" creationId="{A29C0834-3DBC-9FB3-0E0A-F77D599198EB}"/>
          </ac:spMkLst>
        </pc:spChg>
        <pc:spChg chg="add del mod">
          <ac:chgData name="Wilmer Ortega Erazo" userId="19082e28a51afb61" providerId="LiveId" clId="{30D428CD-1BB2-4A03-8594-A68FE992CDE1}" dt="2023-08-30T04:02:16.811" v="453"/>
          <ac:spMkLst>
            <pc:docMk/>
            <pc:sldMk cId="1586808836" sldId="285"/>
            <ac:spMk id="5" creationId="{EC0D735B-CEE2-450F-D598-E729822017DE}"/>
          </ac:spMkLst>
        </pc:spChg>
        <pc:spChg chg="add del mod">
          <ac:chgData name="Wilmer Ortega Erazo" userId="19082e28a51afb61" providerId="LiveId" clId="{30D428CD-1BB2-4A03-8594-A68FE992CDE1}" dt="2023-08-30T04:02:16.811" v="453"/>
          <ac:spMkLst>
            <pc:docMk/>
            <pc:sldMk cId="1586808836" sldId="285"/>
            <ac:spMk id="7" creationId="{86EEEF2E-25D1-8CA5-593D-40C5379EE3D2}"/>
          </ac:spMkLst>
        </pc:spChg>
        <pc:spChg chg="add del mod">
          <ac:chgData name="Wilmer Ortega Erazo" userId="19082e28a51afb61" providerId="LiveId" clId="{30D428CD-1BB2-4A03-8594-A68FE992CDE1}" dt="2023-08-30T04:02:16.811" v="453"/>
          <ac:spMkLst>
            <pc:docMk/>
            <pc:sldMk cId="1586808836" sldId="285"/>
            <ac:spMk id="8" creationId="{3C7BAB5A-2580-B3ED-E75F-3C56E5D16D62}"/>
          </ac:spMkLst>
        </pc:spChg>
        <pc:spChg chg="add del mod">
          <ac:chgData name="Wilmer Ortega Erazo" userId="19082e28a51afb61" providerId="LiveId" clId="{30D428CD-1BB2-4A03-8594-A68FE992CDE1}" dt="2023-08-30T04:02:16.811" v="453"/>
          <ac:spMkLst>
            <pc:docMk/>
            <pc:sldMk cId="1586808836" sldId="285"/>
            <ac:spMk id="9" creationId="{B2BEBA54-C35C-6118-E352-4966BFB6567F}"/>
          </ac:spMkLst>
        </pc:spChg>
        <pc:spChg chg="add del mod">
          <ac:chgData name="Wilmer Ortega Erazo" userId="19082e28a51afb61" providerId="LiveId" clId="{30D428CD-1BB2-4A03-8594-A68FE992CDE1}" dt="2023-08-30T04:02:16.811" v="453"/>
          <ac:spMkLst>
            <pc:docMk/>
            <pc:sldMk cId="1586808836" sldId="285"/>
            <ac:spMk id="10" creationId="{6AC3755D-4647-93CA-40A2-7D770BCDF0E6}"/>
          </ac:spMkLst>
        </pc:spChg>
        <pc:spChg chg="add del mod">
          <ac:chgData name="Wilmer Ortega Erazo" userId="19082e28a51afb61" providerId="LiveId" clId="{30D428CD-1BB2-4A03-8594-A68FE992CDE1}" dt="2023-08-30T04:02:16.811" v="453"/>
          <ac:spMkLst>
            <pc:docMk/>
            <pc:sldMk cId="1586808836" sldId="285"/>
            <ac:spMk id="11" creationId="{9D4019FE-4A56-F7D0-31BF-681C181B96B9}"/>
          </ac:spMkLst>
        </pc:spChg>
        <pc:spChg chg="add del mod">
          <ac:chgData name="Wilmer Ortega Erazo" userId="19082e28a51afb61" providerId="LiveId" clId="{30D428CD-1BB2-4A03-8594-A68FE992CDE1}" dt="2023-08-30T04:02:16.811" v="453"/>
          <ac:spMkLst>
            <pc:docMk/>
            <pc:sldMk cId="1586808836" sldId="285"/>
            <ac:spMk id="12" creationId="{FCBB668A-5E23-3B0D-7D2F-EC5A7BD970F4}"/>
          </ac:spMkLst>
        </pc:spChg>
        <pc:spChg chg="add del mod">
          <ac:chgData name="Wilmer Ortega Erazo" userId="19082e28a51afb61" providerId="LiveId" clId="{30D428CD-1BB2-4A03-8594-A68FE992CDE1}" dt="2023-08-30T04:02:16.811" v="453"/>
          <ac:spMkLst>
            <pc:docMk/>
            <pc:sldMk cId="1586808836" sldId="285"/>
            <ac:spMk id="13" creationId="{9D6A7B67-4491-841F-1D45-6B30A1AAA522}"/>
          </ac:spMkLst>
        </pc:spChg>
        <pc:spChg chg="add del mod">
          <ac:chgData name="Wilmer Ortega Erazo" userId="19082e28a51afb61" providerId="LiveId" clId="{30D428CD-1BB2-4A03-8594-A68FE992CDE1}" dt="2023-08-30T04:02:16.811" v="453"/>
          <ac:spMkLst>
            <pc:docMk/>
            <pc:sldMk cId="1586808836" sldId="285"/>
            <ac:spMk id="14" creationId="{797A7008-014E-58F4-5419-E5F54B474029}"/>
          </ac:spMkLst>
        </pc:spChg>
        <pc:spChg chg="add del mod">
          <ac:chgData name="Wilmer Ortega Erazo" userId="19082e28a51afb61" providerId="LiveId" clId="{30D428CD-1BB2-4A03-8594-A68FE992CDE1}" dt="2023-08-30T04:02:16.811" v="453"/>
          <ac:spMkLst>
            <pc:docMk/>
            <pc:sldMk cId="1586808836" sldId="285"/>
            <ac:spMk id="15" creationId="{0DC84C0A-58B5-9734-3A16-8F18E20B9F6B}"/>
          </ac:spMkLst>
        </pc:spChg>
        <pc:spChg chg="add del mod">
          <ac:chgData name="Wilmer Ortega Erazo" userId="19082e28a51afb61" providerId="LiveId" clId="{30D428CD-1BB2-4A03-8594-A68FE992CDE1}" dt="2023-08-30T04:02:16.811" v="453"/>
          <ac:spMkLst>
            <pc:docMk/>
            <pc:sldMk cId="1586808836" sldId="285"/>
            <ac:spMk id="16" creationId="{9B2A5021-8BF9-0009-C5CB-5F9F84D66CCC}"/>
          </ac:spMkLst>
        </pc:spChg>
        <pc:spChg chg="add del mod">
          <ac:chgData name="Wilmer Ortega Erazo" userId="19082e28a51afb61" providerId="LiveId" clId="{30D428CD-1BB2-4A03-8594-A68FE992CDE1}" dt="2023-08-30T04:02:16.811" v="453"/>
          <ac:spMkLst>
            <pc:docMk/>
            <pc:sldMk cId="1586808836" sldId="285"/>
            <ac:spMk id="17" creationId="{57992A9A-46B2-5F0F-D645-57473C1231ED}"/>
          </ac:spMkLst>
        </pc:spChg>
        <pc:spChg chg="add del mod">
          <ac:chgData name="Wilmer Ortega Erazo" userId="19082e28a51afb61" providerId="LiveId" clId="{30D428CD-1BB2-4A03-8594-A68FE992CDE1}" dt="2023-08-30T04:02:16.811" v="453"/>
          <ac:spMkLst>
            <pc:docMk/>
            <pc:sldMk cId="1586808836" sldId="285"/>
            <ac:spMk id="18" creationId="{07A6D16E-D40C-6818-BDD3-F60EC621AC93}"/>
          </ac:spMkLst>
        </pc:spChg>
        <pc:spChg chg="add del mod">
          <ac:chgData name="Wilmer Ortega Erazo" userId="19082e28a51afb61" providerId="LiveId" clId="{30D428CD-1BB2-4A03-8594-A68FE992CDE1}" dt="2023-08-30T04:02:16.811" v="453"/>
          <ac:spMkLst>
            <pc:docMk/>
            <pc:sldMk cId="1586808836" sldId="285"/>
            <ac:spMk id="19" creationId="{B27DD52D-E21A-DF10-1A85-132C8B616B42}"/>
          </ac:spMkLst>
        </pc:spChg>
        <pc:spChg chg="add del mod">
          <ac:chgData name="Wilmer Ortega Erazo" userId="19082e28a51afb61" providerId="LiveId" clId="{30D428CD-1BB2-4A03-8594-A68FE992CDE1}" dt="2023-08-30T04:02:16.811" v="453"/>
          <ac:spMkLst>
            <pc:docMk/>
            <pc:sldMk cId="1586808836" sldId="285"/>
            <ac:spMk id="20" creationId="{FBDF6A66-83B5-13A1-D576-70A293B751D1}"/>
          </ac:spMkLst>
        </pc:spChg>
        <pc:spChg chg="add del mod">
          <ac:chgData name="Wilmer Ortega Erazo" userId="19082e28a51afb61" providerId="LiveId" clId="{30D428CD-1BB2-4A03-8594-A68FE992CDE1}" dt="2023-08-30T04:02:16.811" v="453"/>
          <ac:spMkLst>
            <pc:docMk/>
            <pc:sldMk cId="1586808836" sldId="285"/>
            <ac:spMk id="21" creationId="{6D90DF7D-C8F9-580C-4E7B-056FA23213BE}"/>
          </ac:spMkLst>
        </pc:spChg>
        <pc:spChg chg="add del mod">
          <ac:chgData name="Wilmer Ortega Erazo" userId="19082e28a51afb61" providerId="LiveId" clId="{30D428CD-1BB2-4A03-8594-A68FE992CDE1}" dt="2023-08-30T04:02:16.811" v="453"/>
          <ac:spMkLst>
            <pc:docMk/>
            <pc:sldMk cId="1586808836" sldId="285"/>
            <ac:spMk id="22" creationId="{09B73894-FF0B-BEDC-0678-41A8F6F9D45B}"/>
          </ac:spMkLst>
        </pc:spChg>
        <pc:spChg chg="add del mod">
          <ac:chgData name="Wilmer Ortega Erazo" userId="19082e28a51afb61" providerId="LiveId" clId="{30D428CD-1BB2-4A03-8594-A68FE992CDE1}" dt="2023-08-30T04:02:16.811" v="453"/>
          <ac:spMkLst>
            <pc:docMk/>
            <pc:sldMk cId="1586808836" sldId="285"/>
            <ac:spMk id="23" creationId="{138CD1CE-FD26-10CF-144D-5AD1C611F15C}"/>
          </ac:spMkLst>
        </pc:spChg>
        <pc:spChg chg="add mod">
          <ac:chgData name="Wilmer Ortega Erazo" userId="19082e28a51afb61" providerId="LiveId" clId="{30D428CD-1BB2-4A03-8594-A68FE992CDE1}" dt="2023-08-30T04:03:05.357" v="460" actId="1076"/>
          <ac:spMkLst>
            <pc:docMk/>
            <pc:sldMk cId="1586808836" sldId="285"/>
            <ac:spMk id="24" creationId="{48FAB4B2-01FA-365E-FDCC-C99E63266E71}"/>
          </ac:spMkLst>
        </pc:spChg>
        <pc:spChg chg="add mod">
          <ac:chgData name="Wilmer Ortega Erazo" userId="19082e28a51afb61" providerId="LiveId" clId="{30D428CD-1BB2-4A03-8594-A68FE992CDE1}" dt="2023-08-30T04:03:05.357" v="460" actId="1076"/>
          <ac:spMkLst>
            <pc:docMk/>
            <pc:sldMk cId="1586808836" sldId="285"/>
            <ac:spMk id="25" creationId="{2242992C-9BBA-BB91-5852-7C4CA935056E}"/>
          </ac:spMkLst>
        </pc:spChg>
        <pc:spChg chg="add mod">
          <ac:chgData name="Wilmer Ortega Erazo" userId="19082e28a51afb61" providerId="LiveId" clId="{30D428CD-1BB2-4A03-8594-A68FE992CDE1}" dt="2023-08-30T04:03:05.357" v="460" actId="1076"/>
          <ac:spMkLst>
            <pc:docMk/>
            <pc:sldMk cId="1586808836" sldId="285"/>
            <ac:spMk id="26" creationId="{A9E6E84F-C066-5C84-3FE5-F0F49C953539}"/>
          </ac:spMkLst>
        </pc:spChg>
        <pc:spChg chg="add mod">
          <ac:chgData name="Wilmer Ortega Erazo" userId="19082e28a51afb61" providerId="LiveId" clId="{30D428CD-1BB2-4A03-8594-A68FE992CDE1}" dt="2023-08-30T04:03:05.357" v="460" actId="1076"/>
          <ac:spMkLst>
            <pc:docMk/>
            <pc:sldMk cId="1586808836" sldId="285"/>
            <ac:spMk id="27" creationId="{4A66476A-5A5B-BCD7-E82D-E6FF6447ECD6}"/>
          </ac:spMkLst>
        </pc:spChg>
        <pc:spChg chg="add mod">
          <ac:chgData name="Wilmer Ortega Erazo" userId="19082e28a51afb61" providerId="LiveId" clId="{30D428CD-1BB2-4A03-8594-A68FE992CDE1}" dt="2023-08-30T04:03:05.357" v="460" actId="1076"/>
          <ac:spMkLst>
            <pc:docMk/>
            <pc:sldMk cId="1586808836" sldId="285"/>
            <ac:spMk id="28" creationId="{14E8A865-3AAE-8911-D0C6-8FB9CD3CECF8}"/>
          </ac:spMkLst>
        </pc:spChg>
        <pc:spChg chg="add mod">
          <ac:chgData name="Wilmer Ortega Erazo" userId="19082e28a51afb61" providerId="LiveId" clId="{30D428CD-1BB2-4A03-8594-A68FE992CDE1}" dt="2023-08-30T04:03:05.357" v="460" actId="1076"/>
          <ac:spMkLst>
            <pc:docMk/>
            <pc:sldMk cId="1586808836" sldId="285"/>
            <ac:spMk id="29" creationId="{20124ECB-B9F4-78E0-3700-36A3A23A8BAA}"/>
          </ac:spMkLst>
        </pc:spChg>
        <pc:spChg chg="add mod">
          <ac:chgData name="Wilmer Ortega Erazo" userId="19082e28a51afb61" providerId="LiveId" clId="{30D428CD-1BB2-4A03-8594-A68FE992CDE1}" dt="2023-08-30T04:03:05.357" v="460" actId="1076"/>
          <ac:spMkLst>
            <pc:docMk/>
            <pc:sldMk cId="1586808836" sldId="285"/>
            <ac:spMk id="30" creationId="{D8DE8CA5-753E-EEDF-36DF-90DFF712342B}"/>
          </ac:spMkLst>
        </pc:spChg>
        <pc:spChg chg="add mod">
          <ac:chgData name="Wilmer Ortega Erazo" userId="19082e28a51afb61" providerId="LiveId" clId="{30D428CD-1BB2-4A03-8594-A68FE992CDE1}" dt="2023-08-30T04:03:05.357" v="460" actId="1076"/>
          <ac:spMkLst>
            <pc:docMk/>
            <pc:sldMk cId="1586808836" sldId="285"/>
            <ac:spMk id="31" creationId="{3F5E32A4-5C1A-22CE-23FF-06182A8A8BB9}"/>
          </ac:spMkLst>
        </pc:spChg>
        <pc:spChg chg="add mod">
          <ac:chgData name="Wilmer Ortega Erazo" userId="19082e28a51afb61" providerId="LiveId" clId="{30D428CD-1BB2-4A03-8594-A68FE992CDE1}" dt="2023-08-30T04:03:05.357" v="460" actId="1076"/>
          <ac:spMkLst>
            <pc:docMk/>
            <pc:sldMk cId="1586808836" sldId="285"/>
            <ac:spMk id="32" creationId="{65C99DC2-1F43-BA0F-F90D-7962A0BDF6F0}"/>
          </ac:spMkLst>
        </pc:spChg>
        <pc:spChg chg="add mod">
          <ac:chgData name="Wilmer Ortega Erazo" userId="19082e28a51afb61" providerId="LiveId" clId="{30D428CD-1BB2-4A03-8594-A68FE992CDE1}" dt="2023-08-30T04:03:05.357" v="460" actId="1076"/>
          <ac:spMkLst>
            <pc:docMk/>
            <pc:sldMk cId="1586808836" sldId="285"/>
            <ac:spMk id="33" creationId="{84D337B2-4A72-46B0-67E3-79322AEB3150}"/>
          </ac:spMkLst>
        </pc:spChg>
        <pc:spChg chg="add mod">
          <ac:chgData name="Wilmer Ortega Erazo" userId="19082e28a51afb61" providerId="LiveId" clId="{30D428CD-1BB2-4A03-8594-A68FE992CDE1}" dt="2023-08-30T04:03:05.357" v="460" actId="1076"/>
          <ac:spMkLst>
            <pc:docMk/>
            <pc:sldMk cId="1586808836" sldId="285"/>
            <ac:spMk id="34" creationId="{81EB9462-CBFB-9384-6AB2-EE329E6CD53F}"/>
          </ac:spMkLst>
        </pc:spChg>
        <pc:spChg chg="add mod">
          <ac:chgData name="Wilmer Ortega Erazo" userId="19082e28a51afb61" providerId="LiveId" clId="{30D428CD-1BB2-4A03-8594-A68FE992CDE1}" dt="2023-08-30T04:03:05.357" v="460" actId="1076"/>
          <ac:spMkLst>
            <pc:docMk/>
            <pc:sldMk cId="1586808836" sldId="285"/>
            <ac:spMk id="35" creationId="{00255F54-F1A5-A0FB-DB1B-9334DF13BE96}"/>
          </ac:spMkLst>
        </pc:spChg>
        <pc:spChg chg="add mod">
          <ac:chgData name="Wilmer Ortega Erazo" userId="19082e28a51afb61" providerId="LiveId" clId="{30D428CD-1BB2-4A03-8594-A68FE992CDE1}" dt="2023-08-30T04:03:05.357" v="460" actId="1076"/>
          <ac:spMkLst>
            <pc:docMk/>
            <pc:sldMk cId="1586808836" sldId="285"/>
            <ac:spMk id="36" creationId="{66B6A54C-A5E7-4FFB-549F-37E6FC833EDB}"/>
          </ac:spMkLst>
        </pc:spChg>
        <pc:spChg chg="add mod">
          <ac:chgData name="Wilmer Ortega Erazo" userId="19082e28a51afb61" providerId="LiveId" clId="{30D428CD-1BB2-4A03-8594-A68FE992CDE1}" dt="2023-08-30T04:03:05.357" v="460" actId="1076"/>
          <ac:spMkLst>
            <pc:docMk/>
            <pc:sldMk cId="1586808836" sldId="285"/>
            <ac:spMk id="37" creationId="{6A396A2A-F198-942F-79FB-7EDFDC9CC0FC}"/>
          </ac:spMkLst>
        </pc:spChg>
        <pc:spChg chg="add mod">
          <ac:chgData name="Wilmer Ortega Erazo" userId="19082e28a51afb61" providerId="LiveId" clId="{30D428CD-1BB2-4A03-8594-A68FE992CDE1}" dt="2023-08-30T04:03:05.357" v="460" actId="1076"/>
          <ac:spMkLst>
            <pc:docMk/>
            <pc:sldMk cId="1586808836" sldId="285"/>
            <ac:spMk id="38" creationId="{A5BD68EE-D743-4183-0108-E6398F040D47}"/>
          </ac:spMkLst>
        </pc:spChg>
        <pc:spChg chg="del">
          <ac:chgData name="Wilmer Ortega Erazo" userId="19082e28a51afb61" providerId="LiveId" clId="{30D428CD-1BB2-4A03-8594-A68FE992CDE1}" dt="2023-08-30T04:02:13.726" v="451" actId="478"/>
          <ac:spMkLst>
            <pc:docMk/>
            <pc:sldMk cId="1586808836" sldId="285"/>
            <ac:spMk id="39" creationId="{EF870813-D6B0-03F4-C69E-6F4261435D17}"/>
          </ac:spMkLst>
        </pc:spChg>
        <pc:spChg chg="del">
          <ac:chgData name="Wilmer Ortega Erazo" userId="19082e28a51afb61" providerId="LiveId" clId="{30D428CD-1BB2-4A03-8594-A68FE992CDE1}" dt="2023-08-30T04:02:13.726" v="451" actId="478"/>
          <ac:spMkLst>
            <pc:docMk/>
            <pc:sldMk cId="1586808836" sldId="285"/>
            <ac:spMk id="40" creationId="{F16AC23C-D4F6-40EA-64A3-5DAEEEBE3B6B}"/>
          </ac:spMkLst>
        </pc:spChg>
        <pc:spChg chg="del">
          <ac:chgData name="Wilmer Ortega Erazo" userId="19082e28a51afb61" providerId="LiveId" clId="{30D428CD-1BB2-4A03-8594-A68FE992CDE1}" dt="2023-08-30T04:02:13.726" v="451" actId="478"/>
          <ac:spMkLst>
            <pc:docMk/>
            <pc:sldMk cId="1586808836" sldId="285"/>
            <ac:spMk id="41" creationId="{7CFF3B00-BACE-BA04-7B57-C6AFDFF6FB21}"/>
          </ac:spMkLst>
        </pc:spChg>
        <pc:spChg chg="del">
          <ac:chgData name="Wilmer Ortega Erazo" userId="19082e28a51afb61" providerId="LiveId" clId="{30D428CD-1BB2-4A03-8594-A68FE992CDE1}" dt="2023-08-30T04:02:13.726" v="451" actId="478"/>
          <ac:spMkLst>
            <pc:docMk/>
            <pc:sldMk cId="1586808836" sldId="285"/>
            <ac:spMk id="42" creationId="{9EA8C80A-BA7D-35CE-91DA-52474F0082E5}"/>
          </ac:spMkLst>
        </pc:spChg>
        <pc:spChg chg="del">
          <ac:chgData name="Wilmer Ortega Erazo" userId="19082e28a51afb61" providerId="LiveId" clId="{30D428CD-1BB2-4A03-8594-A68FE992CDE1}" dt="2023-08-30T04:02:13.726" v="451" actId="478"/>
          <ac:spMkLst>
            <pc:docMk/>
            <pc:sldMk cId="1586808836" sldId="285"/>
            <ac:spMk id="43" creationId="{24CE153D-466C-32E0-09DD-2A1687B82FC5}"/>
          </ac:spMkLst>
        </pc:spChg>
        <pc:spChg chg="del">
          <ac:chgData name="Wilmer Ortega Erazo" userId="19082e28a51afb61" providerId="LiveId" clId="{30D428CD-1BB2-4A03-8594-A68FE992CDE1}" dt="2023-08-30T04:02:13.726" v="451" actId="478"/>
          <ac:spMkLst>
            <pc:docMk/>
            <pc:sldMk cId="1586808836" sldId="285"/>
            <ac:spMk id="44" creationId="{4DA0B870-5E68-32D7-AF99-50075CFC2550}"/>
          </ac:spMkLst>
        </pc:spChg>
        <pc:spChg chg="del">
          <ac:chgData name="Wilmer Ortega Erazo" userId="19082e28a51afb61" providerId="LiveId" clId="{30D428CD-1BB2-4A03-8594-A68FE992CDE1}" dt="2023-08-30T04:02:13.726" v="451" actId="478"/>
          <ac:spMkLst>
            <pc:docMk/>
            <pc:sldMk cId="1586808836" sldId="285"/>
            <ac:spMk id="45" creationId="{E0D6D58E-E2BE-707B-4BDB-DDE406FCDED2}"/>
          </ac:spMkLst>
        </pc:spChg>
        <pc:spChg chg="del">
          <ac:chgData name="Wilmer Ortega Erazo" userId="19082e28a51afb61" providerId="LiveId" clId="{30D428CD-1BB2-4A03-8594-A68FE992CDE1}" dt="2023-08-30T04:02:13.726" v="451" actId="478"/>
          <ac:spMkLst>
            <pc:docMk/>
            <pc:sldMk cId="1586808836" sldId="285"/>
            <ac:spMk id="46" creationId="{0545D561-1805-B602-BE73-43124E73B06C}"/>
          </ac:spMkLst>
        </pc:spChg>
        <pc:spChg chg="del">
          <ac:chgData name="Wilmer Ortega Erazo" userId="19082e28a51afb61" providerId="LiveId" clId="{30D428CD-1BB2-4A03-8594-A68FE992CDE1}" dt="2023-08-30T04:02:13.726" v="451" actId="478"/>
          <ac:spMkLst>
            <pc:docMk/>
            <pc:sldMk cId="1586808836" sldId="285"/>
            <ac:spMk id="47" creationId="{0A14B82A-5EE6-DA49-96DE-8012257DC49C}"/>
          </ac:spMkLst>
        </pc:spChg>
        <pc:spChg chg="del">
          <ac:chgData name="Wilmer Ortega Erazo" userId="19082e28a51afb61" providerId="LiveId" clId="{30D428CD-1BB2-4A03-8594-A68FE992CDE1}" dt="2023-08-30T04:02:13.726" v="451" actId="478"/>
          <ac:spMkLst>
            <pc:docMk/>
            <pc:sldMk cId="1586808836" sldId="285"/>
            <ac:spMk id="48" creationId="{E60AE4FB-A29F-EF87-B504-27AAC6127784}"/>
          </ac:spMkLst>
        </pc:spChg>
        <pc:spChg chg="del">
          <ac:chgData name="Wilmer Ortega Erazo" userId="19082e28a51afb61" providerId="LiveId" clId="{30D428CD-1BB2-4A03-8594-A68FE992CDE1}" dt="2023-08-30T04:02:13.726" v="451" actId="478"/>
          <ac:spMkLst>
            <pc:docMk/>
            <pc:sldMk cId="1586808836" sldId="285"/>
            <ac:spMk id="49" creationId="{7A5027F9-4B4E-441E-1D3D-D278339C1DF7}"/>
          </ac:spMkLst>
        </pc:spChg>
        <pc:spChg chg="del">
          <ac:chgData name="Wilmer Ortega Erazo" userId="19082e28a51afb61" providerId="LiveId" clId="{30D428CD-1BB2-4A03-8594-A68FE992CDE1}" dt="2023-08-30T04:02:13.726" v="451" actId="478"/>
          <ac:spMkLst>
            <pc:docMk/>
            <pc:sldMk cId="1586808836" sldId="285"/>
            <ac:spMk id="50" creationId="{34601412-6C9C-8ADB-2637-3FC1CB517EF4}"/>
          </ac:spMkLst>
        </pc:spChg>
        <pc:spChg chg="del">
          <ac:chgData name="Wilmer Ortega Erazo" userId="19082e28a51afb61" providerId="LiveId" clId="{30D428CD-1BB2-4A03-8594-A68FE992CDE1}" dt="2023-08-30T04:02:13.726" v="451" actId="478"/>
          <ac:spMkLst>
            <pc:docMk/>
            <pc:sldMk cId="1586808836" sldId="285"/>
            <ac:spMk id="51" creationId="{CA5842A9-97E1-B076-DB1E-754A77CCD91B}"/>
          </ac:spMkLst>
        </pc:spChg>
        <pc:spChg chg="del">
          <ac:chgData name="Wilmer Ortega Erazo" userId="19082e28a51afb61" providerId="LiveId" clId="{30D428CD-1BB2-4A03-8594-A68FE992CDE1}" dt="2023-08-30T04:02:13.726" v="451" actId="478"/>
          <ac:spMkLst>
            <pc:docMk/>
            <pc:sldMk cId="1586808836" sldId="285"/>
            <ac:spMk id="52" creationId="{DAE1D610-2E5B-7565-EF6D-FC5D6F47F0AE}"/>
          </ac:spMkLst>
        </pc:spChg>
        <pc:spChg chg="del">
          <ac:chgData name="Wilmer Ortega Erazo" userId="19082e28a51afb61" providerId="LiveId" clId="{30D428CD-1BB2-4A03-8594-A68FE992CDE1}" dt="2023-08-30T04:02:13.726" v="451" actId="478"/>
          <ac:spMkLst>
            <pc:docMk/>
            <pc:sldMk cId="1586808836" sldId="285"/>
            <ac:spMk id="53" creationId="{66CD2266-86AF-55A7-1190-2D211A2D97A5}"/>
          </ac:spMkLst>
        </pc:spChg>
        <pc:spChg chg="del">
          <ac:chgData name="Wilmer Ortega Erazo" userId="19082e28a51afb61" providerId="LiveId" clId="{30D428CD-1BB2-4A03-8594-A68FE992CDE1}" dt="2023-08-30T04:02:13.726" v="451" actId="478"/>
          <ac:spMkLst>
            <pc:docMk/>
            <pc:sldMk cId="1586808836" sldId="285"/>
            <ac:spMk id="54" creationId="{E1E75741-A079-9D53-31A6-11A9566E65A2}"/>
          </ac:spMkLst>
        </pc:spChg>
        <pc:spChg chg="del">
          <ac:chgData name="Wilmer Ortega Erazo" userId="19082e28a51afb61" providerId="LiveId" clId="{30D428CD-1BB2-4A03-8594-A68FE992CDE1}" dt="2023-08-30T04:02:13.726" v="451" actId="478"/>
          <ac:spMkLst>
            <pc:docMk/>
            <pc:sldMk cId="1586808836" sldId="285"/>
            <ac:spMk id="55" creationId="{FE355BE8-9298-63BC-B0E7-023B3E5E703B}"/>
          </ac:spMkLst>
        </pc:spChg>
        <pc:spChg chg="add mod">
          <ac:chgData name="Wilmer Ortega Erazo" userId="19082e28a51afb61" providerId="LiveId" clId="{30D428CD-1BB2-4A03-8594-A68FE992CDE1}" dt="2023-08-30T04:03:05.357" v="460" actId="1076"/>
          <ac:spMkLst>
            <pc:docMk/>
            <pc:sldMk cId="1586808836" sldId="285"/>
            <ac:spMk id="56" creationId="{AF03854F-C079-64E0-A9A3-F944E6D284B0}"/>
          </ac:spMkLst>
        </pc:spChg>
        <pc:spChg chg="add mod">
          <ac:chgData name="Wilmer Ortega Erazo" userId="19082e28a51afb61" providerId="LiveId" clId="{30D428CD-1BB2-4A03-8594-A68FE992CDE1}" dt="2023-08-30T04:03:05.357" v="460" actId="1076"/>
          <ac:spMkLst>
            <pc:docMk/>
            <pc:sldMk cId="1586808836" sldId="285"/>
            <ac:spMk id="57" creationId="{2DAE3F59-EE17-3D7B-8E5A-CDBAA70F6B43}"/>
          </ac:spMkLst>
        </pc:spChg>
        <pc:spChg chg="add mod">
          <ac:chgData name="Wilmer Ortega Erazo" userId="19082e28a51afb61" providerId="LiveId" clId="{30D428CD-1BB2-4A03-8594-A68FE992CDE1}" dt="2023-08-30T04:03:05.357" v="460" actId="1076"/>
          <ac:spMkLst>
            <pc:docMk/>
            <pc:sldMk cId="1586808836" sldId="285"/>
            <ac:spMk id="58" creationId="{03387EE6-5908-745D-EDB2-1B76535850F0}"/>
          </ac:spMkLst>
        </pc:spChg>
        <pc:spChg chg="add mod">
          <ac:chgData name="Wilmer Ortega Erazo" userId="19082e28a51afb61" providerId="LiveId" clId="{30D428CD-1BB2-4A03-8594-A68FE992CDE1}" dt="2023-08-30T04:03:05.357" v="460" actId="1076"/>
          <ac:spMkLst>
            <pc:docMk/>
            <pc:sldMk cId="1586808836" sldId="285"/>
            <ac:spMk id="59" creationId="{1F7F8B18-6F79-E42F-CD44-D4693489268B}"/>
          </ac:spMkLst>
        </pc:spChg>
      </pc:sldChg>
      <pc:sldChg chg="addSp delSp modSp add mod">
        <pc:chgData name="Wilmer Ortega Erazo" userId="19082e28a51afb61" providerId="LiveId" clId="{30D428CD-1BB2-4A03-8594-A68FE992CDE1}" dt="2023-09-05T01:10:55.916" v="506" actId="1076"/>
        <pc:sldMkLst>
          <pc:docMk/>
          <pc:sldMk cId="1954065260" sldId="286"/>
        </pc:sldMkLst>
        <pc:spChg chg="add del mod">
          <ac:chgData name="Wilmer Ortega Erazo" userId="19082e28a51afb61" providerId="LiveId" clId="{30D428CD-1BB2-4A03-8594-A68FE992CDE1}" dt="2023-09-05T01:10:26.020" v="501" actId="478"/>
          <ac:spMkLst>
            <pc:docMk/>
            <pc:sldMk cId="1954065260" sldId="286"/>
            <ac:spMk id="3" creationId="{0A7CE894-78E5-8081-13D4-52478F357A70}"/>
          </ac:spMkLst>
        </pc:spChg>
        <pc:spChg chg="add del mod">
          <ac:chgData name="Wilmer Ortega Erazo" userId="19082e28a51afb61" providerId="LiveId" clId="{30D428CD-1BB2-4A03-8594-A68FE992CDE1}" dt="2023-09-05T00:55:21.617" v="469" actId="255"/>
          <ac:spMkLst>
            <pc:docMk/>
            <pc:sldMk cId="1954065260" sldId="286"/>
            <ac:spMk id="4" creationId="{A29C0834-3DBC-9FB3-0E0A-F77D599198EB}"/>
          </ac:spMkLst>
        </pc:spChg>
        <pc:spChg chg="add mod">
          <ac:chgData name="Wilmer Ortega Erazo" userId="19082e28a51afb61" providerId="LiveId" clId="{30D428CD-1BB2-4A03-8594-A68FE992CDE1}" dt="2023-09-05T01:10:45.995" v="504" actId="1076"/>
          <ac:spMkLst>
            <pc:docMk/>
            <pc:sldMk cId="1954065260" sldId="286"/>
            <ac:spMk id="5" creationId="{2146778B-16A4-E1C8-83FB-F8E8BB7BE77C}"/>
          </ac:spMkLst>
        </pc:spChg>
        <pc:spChg chg="add mod">
          <ac:chgData name="Wilmer Ortega Erazo" userId="19082e28a51afb61" providerId="LiveId" clId="{30D428CD-1BB2-4A03-8594-A68FE992CDE1}" dt="2023-09-05T01:10:45.995" v="504" actId="1076"/>
          <ac:spMkLst>
            <pc:docMk/>
            <pc:sldMk cId="1954065260" sldId="286"/>
            <ac:spMk id="7" creationId="{5D4885F2-6849-F3B1-9B5D-C8E9EA613056}"/>
          </ac:spMkLst>
        </pc:spChg>
        <pc:spChg chg="add mod">
          <ac:chgData name="Wilmer Ortega Erazo" userId="19082e28a51afb61" providerId="LiveId" clId="{30D428CD-1BB2-4A03-8594-A68FE992CDE1}" dt="2023-09-05T01:10:45.995" v="504" actId="1076"/>
          <ac:spMkLst>
            <pc:docMk/>
            <pc:sldMk cId="1954065260" sldId="286"/>
            <ac:spMk id="8" creationId="{411BDE49-F1BC-D2C5-1196-D45E73C05F3C}"/>
          </ac:spMkLst>
        </pc:spChg>
        <pc:spChg chg="add mod">
          <ac:chgData name="Wilmer Ortega Erazo" userId="19082e28a51afb61" providerId="LiveId" clId="{30D428CD-1BB2-4A03-8594-A68FE992CDE1}" dt="2023-09-05T01:10:45.995" v="504" actId="1076"/>
          <ac:spMkLst>
            <pc:docMk/>
            <pc:sldMk cId="1954065260" sldId="286"/>
            <ac:spMk id="9" creationId="{920AD5C1-8494-5B79-A00F-F1B0CFA87EBF}"/>
          </ac:spMkLst>
        </pc:spChg>
        <pc:spChg chg="add mod">
          <ac:chgData name="Wilmer Ortega Erazo" userId="19082e28a51afb61" providerId="LiveId" clId="{30D428CD-1BB2-4A03-8594-A68FE992CDE1}" dt="2023-09-05T01:10:45.995" v="504" actId="1076"/>
          <ac:spMkLst>
            <pc:docMk/>
            <pc:sldMk cId="1954065260" sldId="286"/>
            <ac:spMk id="10" creationId="{809D1F7A-CEEE-F683-F32A-62E937C8C5B3}"/>
          </ac:spMkLst>
        </pc:spChg>
        <pc:spChg chg="add mod">
          <ac:chgData name="Wilmer Ortega Erazo" userId="19082e28a51afb61" providerId="LiveId" clId="{30D428CD-1BB2-4A03-8594-A68FE992CDE1}" dt="2023-09-05T01:10:45.995" v="504" actId="1076"/>
          <ac:spMkLst>
            <pc:docMk/>
            <pc:sldMk cId="1954065260" sldId="286"/>
            <ac:spMk id="11" creationId="{4014B18A-2CB2-DE33-BF20-F2EE5B27E2A4}"/>
          </ac:spMkLst>
        </pc:spChg>
        <pc:spChg chg="mod">
          <ac:chgData name="Wilmer Ortega Erazo" userId="19082e28a51afb61" providerId="LiveId" clId="{30D428CD-1BB2-4A03-8594-A68FE992CDE1}" dt="2023-09-05T01:10:45.995" v="504" actId="1076"/>
          <ac:spMkLst>
            <pc:docMk/>
            <pc:sldMk cId="1954065260" sldId="286"/>
            <ac:spMk id="13" creationId="{98F59797-FDD2-EDC2-D714-BC47E3DD0394}"/>
          </ac:spMkLst>
        </pc:spChg>
        <pc:spChg chg="mod">
          <ac:chgData name="Wilmer Ortega Erazo" userId="19082e28a51afb61" providerId="LiveId" clId="{30D428CD-1BB2-4A03-8594-A68FE992CDE1}" dt="2023-09-05T01:10:45.995" v="504" actId="1076"/>
          <ac:spMkLst>
            <pc:docMk/>
            <pc:sldMk cId="1954065260" sldId="286"/>
            <ac:spMk id="14" creationId="{39C4F8B7-D3F5-2C72-69BD-B59B7A95F81A}"/>
          </ac:spMkLst>
        </pc:spChg>
        <pc:spChg chg="add mod">
          <ac:chgData name="Wilmer Ortega Erazo" userId="19082e28a51afb61" providerId="LiveId" clId="{30D428CD-1BB2-4A03-8594-A68FE992CDE1}" dt="2023-09-05T01:10:45.995" v="504" actId="1076"/>
          <ac:spMkLst>
            <pc:docMk/>
            <pc:sldMk cId="1954065260" sldId="286"/>
            <ac:spMk id="15" creationId="{38B58A8E-012C-79A3-DEFB-29F88DF70C79}"/>
          </ac:spMkLst>
        </pc:spChg>
        <pc:spChg chg="add mod">
          <ac:chgData name="Wilmer Ortega Erazo" userId="19082e28a51afb61" providerId="LiveId" clId="{30D428CD-1BB2-4A03-8594-A68FE992CDE1}" dt="2023-09-05T01:10:45.995" v="504" actId="1076"/>
          <ac:spMkLst>
            <pc:docMk/>
            <pc:sldMk cId="1954065260" sldId="286"/>
            <ac:spMk id="16" creationId="{852C8D13-AD5E-3244-BECE-B10E368F6784}"/>
          </ac:spMkLst>
        </pc:spChg>
        <pc:spChg chg="add mod">
          <ac:chgData name="Wilmer Ortega Erazo" userId="19082e28a51afb61" providerId="LiveId" clId="{30D428CD-1BB2-4A03-8594-A68FE992CDE1}" dt="2023-09-05T01:10:45.995" v="504" actId="1076"/>
          <ac:spMkLst>
            <pc:docMk/>
            <pc:sldMk cId="1954065260" sldId="286"/>
            <ac:spMk id="17" creationId="{EE24230A-5F46-EF53-480E-D5434F0118AA}"/>
          </ac:spMkLst>
        </pc:spChg>
        <pc:spChg chg="add mod">
          <ac:chgData name="Wilmer Ortega Erazo" userId="19082e28a51afb61" providerId="LiveId" clId="{30D428CD-1BB2-4A03-8594-A68FE992CDE1}" dt="2023-09-05T01:10:45.995" v="504" actId="1076"/>
          <ac:spMkLst>
            <pc:docMk/>
            <pc:sldMk cId="1954065260" sldId="286"/>
            <ac:spMk id="18" creationId="{9504B30E-D56D-78EE-2513-ED4699CBC442}"/>
          </ac:spMkLst>
        </pc:spChg>
        <pc:spChg chg="add mod">
          <ac:chgData name="Wilmer Ortega Erazo" userId="19082e28a51afb61" providerId="LiveId" clId="{30D428CD-1BB2-4A03-8594-A68FE992CDE1}" dt="2023-09-05T01:10:45.995" v="504" actId="1076"/>
          <ac:spMkLst>
            <pc:docMk/>
            <pc:sldMk cId="1954065260" sldId="286"/>
            <ac:spMk id="19" creationId="{85F05792-CA4F-0335-4B49-6213971F4A69}"/>
          </ac:spMkLst>
        </pc:spChg>
        <pc:spChg chg="add mod">
          <ac:chgData name="Wilmer Ortega Erazo" userId="19082e28a51afb61" providerId="LiveId" clId="{30D428CD-1BB2-4A03-8594-A68FE992CDE1}" dt="2023-09-05T00:55:34.902" v="471" actId="1076"/>
          <ac:spMkLst>
            <pc:docMk/>
            <pc:sldMk cId="1954065260" sldId="286"/>
            <ac:spMk id="20" creationId="{AD0ED334-42D7-C878-4260-45810C80DB4D}"/>
          </ac:spMkLst>
        </pc:spChg>
        <pc:spChg chg="add mod">
          <ac:chgData name="Wilmer Ortega Erazo" userId="19082e28a51afb61" providerId="LiveId" clId="{30D428CD-1BB2-4A03-8594-A68FE992CDE1}" dt="2023-09-05T01:10:50.922" v="505" actId="1076"/>
          <ac:spMkLst>
            <pc:docMk/>
            <pc:sldMk cId="1954065260" sldId="286"/>
            <ac:spMk id="21" creationId="{1FCD4DA1-8174-8A66-6C2B-2614085AAC8B}"/>
          </ac:spMkLst>
        </pc:spChg>
        <pc:spChg chg="del">
          <ac:chgData name="Wilmer Ortega Erazo" userId="19082e28a51afb61" providerId="LiveId" clId="{30D428CD-1BB2-4A03-8594-A68FE992CDE1}" dt="2023-09-05T00:54:51.275" v="462" actId="478"/>
          <ac:spMkLst>
            <pc:docMk/>
            <pc:sldMk cId="1954065260" sldId="286"/>
            <ac:spMk id="24" creationId="{48FAB4B2-01FA-365E-FDCC-C99E63266E71}"/>
          </ac:spMkLst>
        </pc:spChg>
        <pc:spChg chg="del">
          <ac:chgData name="Wilmer Ortega Erazo" userId="19082e28a51afb61" providerId="LiveId" clId="{30D428CD-1BB2-4A03-8594-A68FE992CDE1}" dt="2023-09-05T00:54:51.275" v="462" actId="478"/>
          <ac:spMkLst>
            <pc:docMk/>
            <pc:sldMk cId="1954065260" sldId="286"/>
            <ac:spMk id="25" creationId="{2242992C-9BBA-BB91-5852-7C4CA935056E}"/>
          </ac:spMkLst>
        </pc:spChg>
        <pc:spChg chg="del">
          <ac:chgData name="Wilmer Ortega Erazo" userId="19082e28a51afb61" providerId="LiveId" clId="{30D428CD-1BB2-4A03-8594-A68FE992CDE1}" dt="2023-09-05T00:54:51.275" v="462" actId="478"/>
          <ac:spMkLst>
            <pc:docMk/>
            <pc:sldMk cId="1954065260" sldId="286"/>
            <ac:spMk id="26" creationId="{A9E6E84F-C066-5C84-3FE5-F0F49C953539}"/>
          </ac:spMkLst>
        </pc:spChg>
        <pc:spChg chg="del">
          <ac:chgData name="Wilmer Ortega Erazo" userId="19082e28a51afb61" providerId="LiveId" clId="{30D428CD-1BB2-4A03-8594-A68FE992CDE1}" dt="2023-09-05T00:54:51.275" v="462" actId="478"/>
          <ac:spMkLst>
            <pc:docMk/>
            <pc:sldMk cId="1954065260" sldId="286"/>
            <ac:spMk id="27" creationId="{4A66476A-5A5B-BCD7-E82D-E6FF6447ECD6}"/>
          </ac:spMkLst>
        </pc:spChg>
        <pc:spChg chg="del">
          <ac:chgData name="Wilmer Ortega Erazo" userId="19082e28a51afb61" providerId="LiveId" clId="{30D428CD-1BB2-4A03-8594-A68FE992CDE1}" dt="2023-09-05T00:54:51.275" v="462" actId="478"/>
          <ac:spMkLst>
            <pc:docMk/>
            <pc:sldMk cId="1954065260" sldId="286"/>
            <ac:spMk id="28" creationId="{14E8A865-3AAE-8911-D0C6-8FB9CD3CECF8}"/>
          </ac:spMkLst>
        </pc:spChg>
        <pc:spChg chg="del">
          <ac:chgData name="Wilmer Ortega Erazo" userId="19082e28a51afb61" providerId="LiveId" clId="{30D428CD-1BB2-4A03-8594-A68FE992CDE1}" dt="2023-09-05T00:54:51.275" v="462" actId="478"/>
          <ac:spMkLst>
            <pc:docMk/>
            <pc:sldMk cId="1954065260" sldId="286"/>
            <ac:spMk id="29" creationId="{20124ECB-B9F4-78E0-3700-36A3A23A8BAA}"/>
          </ac:spMkLst>
        </pc:spChg>
        <pc:spChg chg="del">
          <ac:chgData name="Wilmer Ortega Erazo" userId="19082e28a51afb61" providerId="LiveId" clId="{30D428CD-1BB2-4A03-8594-A68FE992CDE1}" dt="2023-09-05T00:54:51.275" v="462" actId="478"/>
          <ac:spMkLst>
            <pc:docMk/>
            <pc:sldMk cId="1954065260" sldId="286"/>
            <ac:spMk id="30" creationId="{D8DE8CA5-753E-EEDF-36DF-90DFF712342B}"/>
          </ac:spMkLst>
        </pc:spChg>
        <pc:spChg chg="del">
          <ac:chgData name="Wilmer Ortega Erazo" userId="19082e28a51afb61" providerId="LiveId" clId="{30D428CD-1BB2-4A03-8594-A68FE992CDE1}" dt="2023-09-05T00:54:51.275" v="462" actId="478"/>
          <ac:spMkLst>
            <pc:docMk/>
            <pc:sldMk cId="1954065260" sldId="286"/>
            <ac:spMk id="31" creationId="{3F5E32A4-5C1A-22CE-23FF-06182A8A8BB9}"/>
          </ac:spMkLst>
        </pc:spChg>
        <pc:spChg chg="del">
          <ac:chgData name="Wilmer Ortega Erazo" userId="19082e28a51afb61" providerId="LiveId" clId="{30D428CD-1BB2-4A03-8594-A68FE992CDE1}" dt="2023-09-05T00:54:51.275" v="462" actId="478"/>
          <ac:spMkLst>
            <pc:docMk/>
            <pc:sldMk cId="1954065260" sldId="286"/>
            <ac:spMk id="32" creationId="{65C99DC2-1F43-BA0F-F90D-7962A0BDF6F0}"/>
          </ac:spMkLst>
        </pc:spChg>
        <pc:spChg chg="del">
          <ac:chgData name="Wilmer Ortega Erazo" userId="19082e28a51afb61" providerId="LiveId" clId="{30D428CD-1BB2-4A03-8594-A68FE992CDE1}" dt="2023-09-05T00:54:51.275" v="462" actId="478"/>
          <ac:spMkLst>
            <pc:docMk/>
            <pc:sldMk cId="1954065260" sldId="286"/>
            <ac:spMk id="33" creationId="{84D337B2-4A72-46B0-67E3-79322AEB3150}"/>
          </ac:spMkLst>
        </pc:spChg>
        <pc:spChg chg="del">
          <ac:chgData name="Wilmer Ortega Erazo" userId="19082e28a51afb61" providerId="LiveId" clId="{30D428CD-1BB2-4A03-8594-A68FE992CDE1}" dt="2023-09-05T00:54:51.275" v="462" actId="478"/>
          <ac:spMkLst>
            <pc:docMk/>
            <pc:sldMk cId="1954065260" sldId="286"/>
            <ac:spMk id="34" creationId="{81EB9462-CBFB-9384-6AB2-EE329E6CD53F}"/>
          </ac:spMkLst>
        </pc:spChg>
        <pc:spChg chg="del">
          <ac:chgData name="Wilmer Ortega Erazo" userId="19082e28a51afb61" providerId="LiveId" clId="{30D428CD-1BB2-4A03-8594-A68FE992CDE1}" dt="2023-09-05T00:54:51.275" v="462" actId="478"/>
          <ac:spMkLst>
            <pc:docMk/>
            <pc:sldMk cId="1954065260" sldId="286"/>
            <ac:spMk id="35" creationId="{00255F54-F1A5-A0FB-DB1B-9334DF13BE96}"/>
          </ac:spMkLst>
        </pc:spChg>
        <pc:spChg chg="del">
          <ac:chgData name="Wilmer Ortega Erazo" userId="19082e28a51afb61" providerId="LiveId" clId="{30D428CD-1BB2-4A03-8594-A68FE992CDE1}" dt="2023-09-05T00:54:51.275" v="462" actId="478"/>
          <ac:spMkLst>
            <pc:docMk/>
            <pc:sldMk cId="1954065260" sldId="286"/>
            <ac:spMk id="36" creationId="{66B6A54C-A5E7-4FFB-549F-37E6FC833EDB}"/>
          </ac:spMkLst>
        </pc:spChg>
        <pc:spChg chg="del">
          <ac:chgData name="Wilmer Ortega Erazo" userId="19082e28a51afb61" providerId="LiveId" clId="{30D428CD-1BB2-4A03-8594-A68FE992CDE1}" dt="2023-09-05T00:54:51.275" v="462" actId="478"/>
          <ac:spMkLst>
            <pc:docMk/>
            <pc:sldMk cId="1954065260" sldId="286"/>
            <ac:spMk id="37" creationId="{6A396A2A-F198-942F-79FB-7EDFDC9CC0FC}"/>
          </ac:spMkLst>
        </pc:spChg>
        <pc:spChg chg="del">
          <ac:chgData name="Wilmer Ortega Erazo" userId="19082e28a51afb61" providerId="LiveId" clId="{30D428CD-1BB2-4A03-8594-A68FE992CDE1}" dt="2023-09-05T00:54:51.275" v="462" actId="478"/>
          <ac:spMkLst>
            <pc:docMk/>
            <pc:sldMk cId="1954065260" sldId="286"/>
            <ac:spMk id="38" creationId="{A5BD68EE-D743-4183-0108-E6398F040D47}"/>
          </ac:spMkLst>
        </pc:spChg>
        <pc:spChg chg="del">
          <ac:chgData name="Wilmer Ortega Erazo" userId="19082e28a51afb61" providerId="LiveId" clId="{30D428CD-1BB2-4A03-8594-A68FE992CDE1}" dt="2023-09-05T00:54:51.275" v="462" actId="478"/>
          <ac:spMkLst>
            <pc:docMk/>
            <pc:sldMk cId="1954065260" sldId="286"/>
            <ac:spMk id="56" creationId="{AF03854F-C079-64E0-A9A3-F944E6D284B0}"/>
          </ac:spMkLst>
        </pc:spChg>
        <pc:spChg chg="del">
          <ac:chgData name="Wilmer Ortega Erazo" userId="19082e28a51afb61" providerId="LiveId" clId="{30D428CD-1BB2-4A03-8594-A68FE992CDE1}" dt="2023-09-05T00:54:51.275" v="462" actId="478"/>
          <ac:spMkLst>
            <pc:docMk/>
            <pc:sldMk cId="1954065260" sldId="286"/>
            <ac:spMk id="57" creationId="{2DAE3F59-EE17-3D7B-8E5A-CDBAA70F6B43}"/>
          </ac:spMkLst>
        </pc:spChg>
        <pc:spChg chg="del">
          <ac:chgData name="Wilmer Ortega Erazo" userId="19082e28a51afb61" providerId="LiveId" clId="{30D428CD-1BB2-4A03-8594-A68FE992CDE1}" dt="2023-09-05T00:54:51.275" v="462" actId="478"/>
          <ac:spMkLst>
            <pc:docMk/>
            <pc:sldMk cId="1954065260" sldId="286"/>
            <ac:spMk id="58" creationId="{03387EE6-5908-745D-EDB2-1B76535850F0}"/>
          </ac:spMkLst>
        </pc:spChg>
        <pc:spChg chg="del">
          <ac:chgData name="Wilmer Ortega Erazo" userId="19082e28a51afb61" providerId="LiveId" clId="{30D428CD-1BB2-4A03-8594-A68FE992CDE1}" dt="2023-09-05T00:54:51.275" v="462" actId="478"/>
          <ac:spMkLst>
            <pc:docMk/>
            <pc:sldMk cId="1954065260" sldId="286"/>
            <ac:spMk id="59" creationId="{1F7F8B18-6F79-E42F-CD44-D4693489268B}"/>
          </ac:spMkLst>
        </pc:spChg>
        <pc:grpChg chg="add mod">
          <ac:chgData name="Wilmer Ortega Erazo" userId="19082e28a51afb61" providerId="LiveId" clId="{30D428CD-1BB2-4A03-8594-A68FE992CDE1}" dt="2023-09-05T01:10:45.995" v="504" actId="1076"/>
          <ac:grpSpMkLst>
            <pc:docMk/>
            <pc:sldMk cId="1954065260" sldId="286"/>
            <ac:grpSpMk id="12" creationId="{0ED674B7-EA18-3342-F982-DE3499A51F48}"/>
          </ac:grpSpMkLst>
        </pc:grpChg>
        <pc:picChg chg="add mod">
          <ac:chgData name="Wilmer Ortega Erazo" userId="19082e28a51afb61" providerId="LiveId" clId="{30D428CD-1BB2-4A03-8594-A68FE992CDE1}" dt="2023-09-05T01:10:55.916" v="506" actId="1076"/>
          <ac:picMkLst>
            <pc:docMk/>
            <pc:sldMk cId="1954065260" sldId="286"/>
            <ac:picMk id="23" creationId="{22027E1E-571A-4690-9116-7DB8FC740D4F}"/>
          </ac:picMkLst>
        </pc:picChg>
      </pc:sldChg>
      <pc:sldChg chg="addSp delSp modSp add mod">
        <pc:chgData name="Wilmer Ortega Erazo" userId="19082e28a51afb61" providerId="LiveId" clId="{30D428CD-1BB2-4A03-8594-A68FE992CDE1}" dt="2023-09-08T00:59:33.998" v="700" actId="1076"/>
        <pc:sldMkLst>
          <pc:docMk/>
          <pc:sldMk cId="3887545344" sldId="287"/>
        </pc:sldMkLst>
        <pc:spChg chg="add mod">
          <ac:chgData name="Wilmer Ortega Erazo" userId="19082e28a51afb61" providerId="LiveId" clId="{30D428CD-1BB2-4A03-8594-A68FE992CDE1}" dt="2023-09-05T01:13:24.656" v="514" actId="1076"/>
          <ac:spMkLst>
            <pc:docMk/>
            <pc:sldMk cId="3887545344" sldId="287"/>
            <ac:spMk id="3" creationId="{E7BF8540-50F3-8F90-1DF9-B62C3BAB2A3D}"/>
          </ac:spMkLst>
        </pc:spChg>
        <pc:spChg chg="mod">
          <ac:chgData name="Wilmer Ortega Erazo" userId="19082e28a51afb61" providerId="LiveId" clId="{30D428CD-1BB2-4A03-8594-A68FE992CDE1}" dt="2023-09-05T01:13:12.167" v="512" actId="255"/>
          <ac:spMkLst>
            <pc:docMk/>
            <pc:sldMk cId="3887545344" sldId="287"/>
            <ac:spMk id="4" creationId="{A29C0834-3DBC-9FB3-0E0A-F77D599198EB}"/>
          </ac:spMkLst>
        </pc:spChg>
        <pc:spChg chg="del">
          <ac:chgData name="Wilmer Ortega Erazo" userId="19082e28a51afb61" providerId="LiveId" clId="{30D428CD-1BB2-4A03-8594-A68FE992CDE1}" dt="2023-09-05T01:12:53.866" v="508" actId="478"/>
          <ac:spMkLst>
            <pc:docMk/>
            <pc:sldMk cId="3887545344" sldId="287"/>
            <ac:spMk id="5" creationId="{2146778B-16A4-E1C8-83FB-F8E8BB7BE77C}"/>
          </ac:spMkLst>
        </pc:spChg>
        <pc:spChg chg="add mod">
          <ac:chgData name="Wilmer Ortega Erazo" userId="19082e28a51afb61" providerId="LiveId" clId="{30D428CD-1BB2-4A03-8594-A68FE992CDE1}" dt="2023-09-08T00:59:33.998" v="700" actId="1076"/>
          <ac:spMkLst>
            <pc:docMk/>
            <pc:sldMk cId="3887545344" sldId="287"/>
            <ac:spMk id="5" creationId="{97BE2A05-B45F-DA5E-9491-602B1B9CC7F4}"/>
          </ac:spMkLst>
        </pc:spChg>
        <pc:spChg chg="del">
          <ac:chgData name="Wilmer Ortega Erazo" userId="19082e28a51afb61" providerId="LiveId" clId="{30D428CD-1BB2-4A03-8594-A68FE992CDE1}" dt="2023-09-05T01:12:53.866" v="508" actId="478"/>
          <ac:spMkLst>
            <pc:docMk/>
            <pc:sldMk cId="3887545344" sldId="287"/>
            <ac:spMk id="7" creationId="{5D4885F2-6849-F3B1-9B5D-C8E9EA613056}"/>
          </ac:spMkLst>
        </pc:spChg>
        <pc:spChg chg="del">
          <ac:chgData name="Wilmer Ortega Erazo" userId="19082e28a51afb61" providerId="LiveId" clId="{30D428CD-1BB2-4A03-8594-A68FE992CDE1}" dt="2023-09-05T01:12:53.866" v="508" actId="478"/>
          <ac:spMkLst>
            <pc:docMk/>
            <pc:sldMk cId="3887545344" sldId="287"/>
            <ac:spMk id="8" creationId="{411BDE49-F1BC-D2C5-1196-D45E73C05F3C}"/>
          </ac:spMkLst>
        </pc:spChg>
        <pc:spChg chg="del">
          <ac:chgData name="Wilmer Ortega Erazo" userId="19082e28a51afb61" providerId="LiveId" clId="{30D428CD-1BB2-4A03-8594-A68FE992CDE1}" dt="2023-09-05T01:12:53.866" v="508" actId="478"/>
          <ac:spMkLst>
            <pc:docMk/>
            <pc:sldMk cId="3887545344" sldId="287"/>
            <ac:spMk id="9" creationId="{920AD5C1-8494-5B79-A00F-F1B0CFA87EBF}"/>
          </ac:spMkLst>
        </pc:spChg>
        <pc:spChg chg="del">
          <ac:chgData name="Wilmer Ortega Erazo" userId="19082e28a51afb61" providerId="LiveId" clId="{30D428CD-1BB2-4A03-8594-A68FE992CDE1}" dt="2023-09-05T01:12:53.866" v="508" actId="478"/>
          <ac:spMkLst>
            <pc:docMk/>
            <pc:sldMk cId="3887545344" sldId="287"/>
            <ac:spMk id="10" creationId="{809D1F7A-CEEE-F683-F32A-62E937C8C5B3}"/>
          </ac:spMkLst>
        </pc:spChg>
        <pc:spChg chg="del">
          <ac:chgData name="Wilmer Ortega Erazo" userId="19082e28a51afb61" providerId="LiveId" clId="{30D428CD-1BB2-4A03-8594-A68FE992CDE1}" dt="2023-09-05T01:12:53.866" v="508" actId="478"/>
          <ac:spMkLst>
            <pc:docMk/>
            <pc:sldMk cId="3887545344" sldId="287"/>
            <ac:spMk id="11" creationId="{4014B18A-2CB2-DE33-BF20-F2EE5B27E2A4}"/>
          </ac:spMkLst>
        </pc:spChg>
        <pc:spChg chg="del">
          <ac:chgData name="Wilmer Ortega Erazo" userId="19082e28a51afb61" providerId="LiveId" clId="{30D428CD-1BB2-4A03-8594-A68FE992CDE1}" dt="2023-09-05T01:12:53.866" v="508" actId="478"/>
          <ac:spMkLst>
            <pc:docMk/>
            <pc:sldMk cId="3887545344" sldId="287"/>
            <ac:spMk id="15" creationId="{38B58A8E-012C-79A3-DEFB-29F88DF70C79}"/>
          </ac:spMkLst>
        </pc:spChg>
        <pc:spChg chg="del">
          <ac:chgData name="Wilmer Ortega Erazo" userId="19082e28a51afb61" providerId="LiveId" clId="{30D428CD-1BB2-4A03-8594-A68FE992CDE1}" dt="2023-09-05T01:12:53.866" v="508" actId="478"/>
          <ac:spMkLst>
            <pc:docMk/>
            <pc:sldMk cId="3887545344" sldId="287"/>
            <ac:spMk id="16" creationId="{852C8D13-AD5E-3244-BECE-B10E368F6784}"/>
          </ac:spMkLst>
        </pc:spChg>
        <pc:spChg chg="del">
          <ac:chgData name="Wilmer Ortega Erazo" userId="19082e28a51afb61" providerId="LiveId" clId="{30D428CD-1BB2-4A03-8594-A68FE992CDE1}" dt="2023-09-05T01:12:53.866" v="508" actId="478"/>
          <ac:spMkLst>
            <pc:docMk/>
            <pc:sldMk cId="3887545344" sldId="287"/>
            <ac:spMk id="17" creationId="{EE24230A-5F46-EF53-480E-D5434F0118AA}"/>
          </ac:spMkLst>
        </pc:spChg>
        <pc:spChg chg="del">
          <ac:chgData name="Wilmer Ortega Erazo" userId="19082e28a51afb61" providerId="LiveId" clId="{30D428CD-1BB2-4A03-8594-A68FE992CDE1}" dt="2023-09-05T01:12:53.866" v="508" actId="478"/>
          <ac:spMkLst>
            <pc:docMk/>
            <pc:sldMk cId="3887545344" sldId="287"/>
            <ac:spMk id="18" creationId="{9504B30E-D56D-78EE-2513-ED4699CBC442}"/>
          </ac:spMkLst>
        </pc:spChg>
        <pc:spChg chg="del">
          <ac:chgData name="Wilmer Ortega Erazo" userId="19082e28a51afb61" providerId="LiveId" clId="{30D428CD-1BB2-4A03-8594-A68FE992CDE1}" dt="2023-09-05T01:12:53.866" v="508" actId="478"/>
          <ac:spMkLst>
            <pc:docMk/>
            <pc:sldMk cId="3887545344" sldId="287"/>
            <ac:spMk id="19" creationId="{85F05792-CA4F-0335-4B49-6213971F4A69}"/>
          </ac:spMkLst>
        </pc:spChg>
        <pc:spChg chg="del">
          <ac:chgData name="Wilmer Ortega Erazo" userId="19082e28a51afb61" providerId="LiveId" clId="{30D428CD-1BB2-4A03-8594-A68FE992CDE1}" dt="2023-09-05T01:12:56.880" v="509" actId="478"/>
          <ac:spMkLst>
            <pc:docMk/>
            <pc:sldMk cId="3887545344" sldId="287"/>
            <ac:spMk id="20" creationId="{AD0ED334-42D7-C878-4260-45810C80DB4D}"/>
          </ac:spMkLst>
        </pc:spChg>
        <pc:spChg chg="del">
          <ac:chgData name="Wilmer Ortega Erazo" userId="19082e28a51afb61" providerId="LiveId" clId="{30D428CD-1BB2-4A03-8594-A68FE992CDE1}" dt="2023-09-05T01:12:53.866" v="508" actId="478"/>
          <ac:spMkLst>
            <pc:docMk/>
            <pc:sldMk cId="3887545344" sldId="287"/>
            <ac:spMk id="21" creationId="{1FCD4DA1-8174-8A66-6C2B-2614085AAC8B}"/>
          </ac:spMkLst>
        </pc:spChg>
        <pc:spChg chg="add mod">
          <ac:chgData name="Wilmer Ortega Erazo" userId="19082e28a51afb61" providerId="LiveId" clId="{30D428CD-1BB2-4A03-8594-A68FE992CDE1}" dt="2023-09-05T01:13:24.656" v="514" actId="1076"/>
          <ac:spMkLst>
            <pc:docMk/>
            <pc:sldMk cId="3887545344" sldId="287"/>
            <ac:spMk id="22" creationId="{BA7CA7B5-C813-0AD4-8A97-A65250AB182B}"/>
          </ac:spMkLst>
        </pc:spChg>
        <pc:spChg chg="add mod">
          <ac:chgData name="Wilmer Ortega Erazo" userId="19082e28a51afb61" providerId="LiveId" clId="{30D428CD-1BB2-4A03-8594-A68FE992CDE1}" dt="2023-09-05T01:13:24.656" v="514" actId="1076"/>
          <ac:spMkLst>
            <pc:docMk/>
            <pc:sldMk cId="3887545344" sldId="287"/>
            <ac:spMk id="24" creationId="{3F1A0519-5405-3C88-4393-FDB290CEB5D0}"/>
          </ac:spMkLst>
        </pc:spChg>
        <pc:spChg chg="add mod">
          <ac:chgData name="Wilmer Ortega Erazo" userId="19082e28a51afb61" providerId="LiveId" clId="{30D428CD-1BB2-4A03-8594-A68FE992CDE1}" dt="2023-09-05T01:13:24.656" v="514" actId="1076"/>
          <ac:spMkLst>
            <pc:docMk/>
            <pc:sldMk cId="3887545344" sldId="287"/>
            <ac:spMk id="25" creationId="{A1D35C2C-D4FA-284A-7EBA-708DB080068F}"/>
          </ac:spMkLst>
        </pc:spChg>
        <pc:spChg chg="add mod">
          <ac:chgData name="Wilmer Ortega Erazo" userId="19082e28a51afb61" providerId="LiveId" clId="{30D428CD-1BB2-4A03-8594-A68FE992CDE1}" dt="2023-09-05T01:13:24.656" v="514" actId="1076"/>
          <ac:spMkLst>
            <pc:docMk/>
            <pc:sldMk cId="3887545344" sldId="287"/>
            <ac:spMk id="26" creationId="{A5A34C7F-FF69-8E3D-8168-EA876B17DFED}"/>
          </ac:spMkLst>
        </pc:spChg>
        <pc:spChg chg="add mod">
          <ac:chgData name="Wilmer Ortega Erazo" userId="19082e28a51afb61" providerId="LiveId" clId="{30D428CD-1BB2-4A03-8594-A68FE992CDE1}" dt="2023-09-05T01:13:24.656" v="514" actId="1076"/>
          <ac:spMkLst>
            <pc:docMk/>
            <pc:sldMk cId="3887545344" sldId="287"/>
            <ac:spMk id="27" creationId="{D8CEC780-C674-5A02-FA1A-6E07019AC7BD}"/>
          </ac:spMkLst>
        </pc:spChg>
        <pc:spChg chg="mod">
          <ac:chgData name="Wilmer Ortega Erazo" userId="19082e28a51afb61" providerId="LiveId" clId="{30D428CD-1BB2-4A03-8594-A68FE992CDE1}" dt="2023-09-05T01:13:24.656" v="514" actId="1076"/>
          <ac:spMkLst>
            <pc:docMk/>
            <pc:sldMk cId="3887545344" sldId="287"/>
            <ac:spMk id="29" creationId="{E6E49E20-ECA2-4955-FDEA-8F12861E4D2E}"/>
          </ac:spMkLst>
        </pc:spChg>
        <pc:spChg chg="mod">
          <ac:chgData name="Wilmer Ortega Erazo" userId="19082e28a51afb61" providerId="LiveId" clId="{30D428CD-1BB2-4A03-8594-A68FE992CDE1}" dt="2023-09-05T01:13:24.656" v="514" actId="1076"/>
          <ac:spMkLst>
            <pc:docMk/>
            <pc:sldMk cId="3887545344" sldId="287"/>
            <ac:spMk id="30" creationId="{0A1BACC4-021B-C429-D34A-26CFB5B163A7}"/>
          </ac:spMkLst>
        </pc:spChg>
        <pc:spChg chg="add mod">
          <ac:chgData name="Wilmer Ortega Erazo" userId="19082e28a51afb61" providerId="LiveId" clId="{30D428CD-1BB2-4A03-8594-A68FE992CDE1}" dt="2023-09-05T01:13:24.656" v="514" actId="1076"/>
          <ac:spMkLst>
            <pc:docMk/>
            <pc:sldMk cId="3887545344" sldId="287"/>
            <ac:spMk id="31" creationId="{2F291631-7326-6CD5-665D-AEE842D657FA}"/>
          </ac:spMkLst>
        </pc:spChg>
        <pc:spChg chg="add mod">
          <ac:chgData name="Wilmer Ortega Erazo" userId="19082e28a51afb61" providerId="LiveId" clId="{30D428CD-1BB2-4A03-8594-A68FE992CDE1}" dt="2023-09-05T01:13:24.656" v="514" actId="1076"/>
          <ac:spMkLst>
            <pc:docMk/>
            <pc:sldMk cId="3887545344" sldId="287"/>
            <ac:spMk id="32" creationId="{5107A7E5-7060-8744-BA4F-66FA2EC82500}"/>
          </ac:spMkLst>
        </pc:spChg>
        <pc:spChg chg="add mod">
          <ac:chgData name="Wilmer Ortega Erazo" userId="19082e28a51afb61" providerId="LiveId" clId="{30D428CD-1BB2-4A03-8594-A68FE992CDE1}" dt="2023-09-05T01:13:24.656" v="514" actId="1076"/>
          <ac:spMkLst>
            <pc:docMk/>
            <pc:sldMk cId="3887545344" sldId="287"/>
            <ac:spMk id="33" creationId="{016AAEA3-D92D-FF59-855F-D13D7B73F22A}"/>
          </ac:spMkLst>
        </pc:spChg>
        <pc:spChg chg="add mod">
          <ac:chgData name="Wilmer Ortega Erazo" userId="19082e28a51afb61" providerId="LiveId" clId="{30D428CD-1BB2-4A03-8594-A68FE992CDE1}" dt="2023-09-05T01:13:24.656" v="514" actId="1076"/>
          <ac:spMkLst>
            <pc:docMk/>
            <pc:sldMk cId="3887545344" sldId="287"/>
            <ac:spMk id="34" creationId="{ED847569-0E62-9503-A0F7-A84902A4662F}"/>
          </ac:spMkLst>
        </pc:spChg>
        <pc:spChg chg="add mod">
          <ac:chgData name="Wilmer Ortega Erazo" userId="19082e28a51afb61" providerId="LiveId" clId="{30D428CD-1BB2-4A03-8594-A68FE992CDE1}" dt="2023-09-05T01:13:24.656" v="514" actId="1076"/>
          <ac:spMkLst>
            <pc:docMk/>
            <pc:sldMk cId="3887545344" sldId="287"/>
            <ac:spMk id="35" creationId="{2D929804-4C55-912C-6E90-814EF4D36B51}"/>
          </ac:spMkLst>
        </pc:spChg>
        <pc:spChg chg="add mod">
          <ac:chgData name="Wilmer Ortega Erazo" userId="19082e28a51afb61" providerId="LiveId" clId="{30D428CD-1BB2-4A03-8594-A68FE992CDE1}" dt="2023-09-05T01:13:24.656" v="514" actId="1076"/>
          <ac:spMkLst>
            <pc:docMk/>
            <pc:sldMk cId="3887545344" sldId="287"/>
            <ac:spMk id="36" creationId="{D90E657F-69ED-E6AA-19FF-1502F733996A}"/>
          </ac:spMkLst>
        </pc:spChg>
        <pc:spChg chg="add mod">
          <ac:chgData name="Wilmer Ortega Erazo" userId="19082e28a51afb61" providerId="LiveId" clId="{30D428CD-1BB2-4A03-8594-A68FE992CDE1}" dt="2023-09-05T01:13:24.656" v="514" actId="1076"/>
          <ac:spMkLst>
            <pc:docMk/>
            <pc:sldMk cId="3887545344" sldId="287"/>
            <ac:spMk id="37" creationId="{EF37289D-DC0C-48CB-591E-8D4808674E76}"/>
          </ac:spMkLst>
        </pc:spChg>
        <pc:spChg chg="add mod">
          <ac:chgData name="Wilmer Ortega Erazo" userId="19082e28a51afb61" providerId="LiveId" clId="{30D428CD-1BB2-4A03-8594-A68FE992CDE1}" dt="2023-09-05T01:13:24.656" v="514" actId="1076"/>
          <ac:spMkLst>
            <pc:docMk/>
            <pc:sldMk cId="3887545344" sldId="287"/>
            <ac:spMk id="38" creationId="{F14BB34A-D7F9-B67F-E553-07C8F0764D52}"/>
          </ac:spMkLst>
        </pc:spChg>
        <pc:spChg chg="add mod">
          <ac:chgData name="Wilmer Ortega Erazo" userId="19082e28a51afb61" providerId="LiveId" clId="{30D428CD-1BB2-4A03-8594-A68FE992CDE1}" dt="2023-09-05T01:13:24.656" v="514" actId="1076"/>
          <ac:spMkLst>
            <pc:docMk/>
            <pc:sldMk cId="3887545344" sldId="287"/>
            <ac:spMk id="39" creationId="{122B5DDC-ED51-CEE3-B45A-ED0F0A66A858}"/>
          </ac:spMkLst>
        </pc:spChg>
        <pc:spChg chg="mod">
          <ac:chgData name="Wilmer Ortega Erazo" userId="19082e28a51afb61" providerId="LiveId" clId="{30D428CD-1BB2-4A03-8594-A68FE992CDE1}" dt="2023-09-05T01:13:24.656" v="514" actId="1076"/>
          <ac:spMkLst>
            <pc:docMk/>
            <pc:sldMk cId="3887545344" sldId="287"/>
            <ac:spMk id="41" creationId="{CA288B38-8CD1-6CC3-9340-B7722B7A7492}"/>
          </ac:spMkLst>
        </pc:spChg>
        <pc:spChg chg="mod">
          <ac:chgData name="Wilmer Ortega Erazo" userId="19082e28a51afb61" providerId="LiveId" clId="{30D428CD-1BB2-4A03-8594-A68FE992CDE1}" dt="2023-09-05T01:13:24.656" v="514" actId="1076"/>
          <ac:spMkLst>
            <pc:docMk/>
            <pc:sldMk cId="3887545344" sldId="287"/>
            <ac:spMk id="42" creationId="{655D6719-37CA-09A5-18D9-3B38BE5B6B8E}"/>
          </ac:spMkLst>
        </pc:spChg>
        <pc:spChg chg="add mod">
          <ac:chgData name="Wilmer Ortega Erazo" userId="19082e28a51afb61" providerId="LiveId" clId="{30D428CD-1BB2-4A03-8594-A68FE992CDE1}" dt="2023-09-05T01:13:24.656" v="514" actId="1076"/>
          <ac:spMkLst>
            <pc:docMk/>
            <pc:sldMk cId="3887545344" sldId="287"/>
            <ac:spMk id="43" creationId="{4B18EE1B-6FED-5065-C878-3CF4F3C378EE}"/>
          </ac:spMkLst>
        </pc:spChg>
        <pc:spChg chg="add mod">
          <ac:chgData name="Wilmer Ortega Erazo" userId="19082e28a51afb61" providerId="LiveId" clId="{30D428CD-1BB2-4A03-8594-A68FE992CDE1}" dt="2023-09-05T01:13:24.656" v="514" actId="1076"/>
          <ac:spMkLst>
            <pc:docMk/>
            <pc:sldMk cId="3887545344" sldId="287"/>
            <ac:spMk id="44" creationId="{A18E73DF-0523-CF37-40A6-0962739F8493}"/>
          </ac:spMkLst>
        </pc:spChg>
        <pc:spChg chg="mod">
          <ac:chgData name="Wilmer Ortega Erazo" userId="19082e28a51afb61" providerId="LiveId" clId="{30D428CD-1BB2-4A03-8594-A68FE992CDE1}" dt="2023-09-05T01:13:24.656" v="514" actId="1076"/>
          <ac:spMkLst>
            <pc:docMk/>
            <pc:sldMk cId="3887545344" sldId="287"/>
            <ac:spMk id="46" creationId="{66071E0A-54B0-4E38-2CBC-82957821D82E}"/>
          </ac:spMkLst>
        </pc:spChg>
        <pc:spChg chg="mod">
          <ac:chgData name="Wilmer Ortega Erazo" userId="19082e28a51afb61" providerId="LiveId" clId="{30D428CD-1BB2-4A03-8594-A68FE992CDE1}" dt="2023-09-05T01:13:24.656" v="514" actId="1076"/>
          <ac:spMkLst>
            <pc:docMk/>
            <pc:sldMk cId="3887545344" sldId="287"/>
            <ac:spMk id="47" creationId="{EF6FBBBB-AB6D-5F45-992A-9FADB6EABC14}"/>
          </ac:spMkLst>
        </pc:spChg>
        <pc:spChg chg="add mod">
          <ac:chgData name="Wilmer Ortega Erazo" userId="19082e28a51afb61" providerId="LiveId" clId="{30D428CD-1BB2-4A03-8594-A68FE992CDE1}" dt="2023-09-05T01:13:24.656" v="514" actId="1076"/>
          <ac:spMkLst>
            <pc:docMk/>
            <pc:sldMk cId="3887545344" sldId="287"/>
            <ac:spMk id="48" creationId="{68431136-2266-0BD5-383F-2E381F67794B}"/>
          </ac:spMkLst>
        </pc:spChg>
        <pc:spChg chg="add mod">
          <ac:chgData name="Wilmer Ortega Erazo" userId="19082e28a51afb61" providerId="LiveId" clId="{30D428CD-1BB2-4A03-8594-A68FE992CDE1}" dt="2023-09-05T01:13:24.656" v="514" actId="1076"/>
          <ac:spMkLst>
            <pc:docMk/>
            <pc:sldMk cId="3887545344" sldId="287"/>
            <ac:spMk id="49" creationId="{B4009EBD-F753-3506-734F-A1B51BAEE573}"/>
          </ac:spMkLst>
        </pc:spChg>
        <pc:grpChg chg="del">
          <ac:chgData name="Wilmer Ortega Erazo" userId="19082e28a51afb61" providerId="LiveId" clId="{30D428CD-1BB2-4A03-8594-A68FE992CDE1}" dt="2023-09-05T01:12:53.866" v="508" actId="478"/>
          <ac:grpSpMkLst>
            <pc:docMk/>
            <pc:sldMk cId="3887545344" sldId="287"/>
            <ac:grpSpMk id="12" creationId="{0ED674B7-EA18-3342-F982-DE3499A51F48}"/>
          </ac:grpSpMkLst>
        </pc:grpChg>
        <pc:grpChg chg="add mod">
          <ac:chgData name="Wilmer Ortega Erazo" userId="19082e28a51afb61" providerId="LiveId" clId="{30D428CD-1BB2-4A03-8594-A68FE992CDE1}" dt="2023-09-05T01:13:24.656" v="514" actId="1076"/>
          <ac:grpSpMkLst>
            <pc:docMk/>
            <pc:sldMk cId="3887545344" sldId="287"/>
            <ac:grpSpMk id="28" creationId="{42F5DDD1-FFB8-A0EC-B470-8F7FC6A73787}"/>
          </ac:grpSpMkLst>
        </pc:grpChg>
        <pc:grpChg chg="add mod">
          <ac:chgData name="Wilmer Ortega Erazo" userId="19082e28a51afb61" providerId="LiveId" clId="{30D428CD-1BB2-4A03-8594-A68FE992CDE1}" dt="2023-09-05T01:13:24.656" v="514" actId="1076"/>
          <ac:grpSpMkLst>
            <pc:docMk/>
            <pc:sldMk cId="3887545344" sldId="287"/>
            <ac:grpSpMk id="40" creationId="{0B3B0659-1975-C411-3945-40A2B43D4FAC}"/>
          </ac:grpSpMkLst>
        </pc:grpChg>
        <pc:grpChg chg="add mod">
          <ac:chgData name="Wilmer Ortega Erazo" userId="19082e28a51afb61" providerId="LiveId" clId="{30D428CD-1BB2-4A03-8594-A68FE992CDE1}" dt="2023-09-05T01:13:24.656" v="514" actId="1076"/>
          <ac:grpSpMkLst>
            <pc:docMk/>
            <pc:sldMk cId="3887545344" sldId="287"/>
            <ac:grpSpMk id="45" creationId="{0958E659-71DC-9177-B8C1-C7BFD3F42009}"/>
          </ac:grpSpMkLst>
        </pc:grpChg>
        <pc:picChg chg="del">
          <ac:chgData name="Wilmer Ortega Erazo" userId="19082e28a51afb61" providerId="LiveId" clId="{30D428CD-1BB2-4A03-8594-A68FE992CDE1}" dt="2023-09-05T01:12:53.866" v="508" actId="478"/>
          <ac:picMkLst>
            <pc:docMk/>
            <pc:sldMk cId="3887545344" sldId="287"/>
            <ac:picMk id="23" creationId="{22027E1E-571A-4690-9116-7DB8FC740D4F}"/>
          </ac:picMkLst>
        </pc:picChg>
      </pc:sldChg>
      <pc:sldChg chg="add del">
        <pc:chgData name="Wilmer Ortega Erazo" userId="19082e28a51afb61" providerId="LiveId" clId="{30D428CD-1BB2-4A03-8594-A68FE992CDE1}" dt="2023-09-05T01:07:45.793" v="494" actId="2890"/>
        <pc:sldMkLst>
          <pc:docMk/>
          <pc:sldMk cId="4140509921" sldId="287"/>
        </pc:sldMkLst>
      </pc:sldChg>
      <pc:sldChg chg="delSp modSp add mod">
        <pc:chgData name="Wilmer Ortega Erazo" userId="19082e28a51afb61" providerId="LiveId" clId="{30D428CD-1BB2-4A03-8594-A68FE992CDE1}" dt="2023-09-05T01:24:23.580" v="524" actId="790"/>
        <pc:sldMkLst>
          <pc:docMk/>
          <pc:sldMk cId="1756311536" sldId="288"/>
        </pc:sldMkLst>
        <pc:spChg chg="del">
          <ac:chgData name="Wilmer Ortega Erazo" userId="19082e28a51afb61" providerId="LiveId" clId="{30D428CD-1BB2-4A03-8594-A68FE992CDE1}" dt="2023-09-05T01:23:50.774" v="516" actId="478"/>
          <ac:spMkLst>
            <pc:docMk/>
            <pc:sldMk cId="1756311536" sldId="288"/>
            <ac:spMk id="3" creationId="{E7BF8540-50F3-8F90-1DF9-B62C3BAB2A3D}"/>
          </ac:spMkLst>
        </pc:spChg>
        <pc:spChg chg="mod">
          <ac:chgData name="Wilmer Ortega Erazo" userId="19082e28a51afb61" providerId="LiveId" clId="{30D428CD-1BB2-4A03-8594-A68FE992CDE1}" dt="2023-09-05T01:24:23.580" v="524" actId="790"/>
          <ac:spMkLst>
            <pc:docMk/>
            <pc:sldMk cId="1756311536" sldId="288"/>
            <ac:spMk id="4" creationId="{A29C0834-3DBC-9FB3-0E0A-F77D599198EB}"/>
          </ac:spMkLst>
        </pc:spChg>
        <pc:spChg chg="del">
          <ac:chgData name="Wilmer Ortega Erazo" userId="19082e28a51afb61" providerId="LiveId" clId="{30D428CD-1BB2-4A03-8594-A68FE992CDE1}" dt="2023-09-05T01:23:50.774" v="516" actId="478"/>
          <ac:spMkLst>
            <pc:docMk/>
            <pc:sldMk cId="1756311536" sldId="288"/>
            <ac:spMk id="22" creationId="{BA7CA7B5-C813-0AD4-8A97-A65250AB182B}"/>
          </ac:spMkLst>
        </pc:spChg>
        <pc:spChg chg="del">
          <ac:chgData name="Wilmer Ortega Erazo" userId="19082e28a51afb61" providerId="LiveId" clId="{30D428CD-1BB2-4A03-8594-A68FE992CDE1}" dt="2023-09-05T01:23:50.774" v="516" actId="478"/>
          <ac:spMkLst>
            <pc:docMk/>
            <pc:sldMk cId="1756311536" sldId="288"/>
            <ac:spMk id="24" creationId="{3F1A0519-5405-3C88-4393-FDB290CEB5D0}"/>
          </ac:spMkLst>
        </pc:spChg>
        <pc:spChg chg="del">
          <ac:chgData name="Wilmer Ortega Erazo" userId="19082e28a51afb61" providerId="LiveId" clId="{30D428CD-1BB2-4A03-8594-A68FE992CDE1}" dt="2023-09-05T01:23:50.774" v="516" actId="478"/>
          <ac:spMkLst>
            <pc:docMk/>
            <pc:sldMk cId="1756311536" sldId="288"/>
            <ac:spMk id="25" creationId="{A1D35C2C-D4FA-284A-7EBA-708DB080068F}"/>
          </ac:spMkLst>
        </pc:spChg>
        <pc:spChg chg="del">
          <ac:chgData name="Wilmer Ortega Erazo" userId="19082e28a51afb61" providerId="LiveId" clId="{30D428CD-1BB2-4A03-8594-A68FE992CDE1}" dt="2023-09-05T01:23:50.774" v="516" actId="478"/>
          <ac:spMkLst>
            <pc:docMk/>
            <pc:sldMk cId="1756311536" sldId="288"/>
            <ac:spMk id="26" creationId="{A5A34C7F-FF69-8E3D-8168-EA876B17DFED}"/>
          </ac:spMkLst>
        </pc:spChg>
        <pc:spChg chg="del">
          <ac:chgData name="Wilmer Ortega Erazo" userId="19082e28a51afb61" providerId="LiveId" clId="{30D428CD-1BB2-4A03-8594-A68FE992CDE1}" dt="2023-09-05T01:23:50.774" v="516" actId="478"/>
          <ac:spMkLst>
            <pc:docMk/>
            <pc:sldMk cId="1756311536" sldId="288"/>
            <ac:spMk id="27" creationId="{D8CEC780-C674-5A02-FA1A-6E07019AC7BD}"/>
          </ac:spMkLst>
        </pc:spChg>
        <pc:spChg chg="del">
          <ac:chgData name="Wilmer Ortega Erazo" userId="19082e28a51afb61" providerId="LiveId" clId="{30D428CD-1BB2-4A03-8594-A68FE992CDE1}" dt="2023-09-05T01:23:50.774" v="516" actId="478"/>
          <ac:spMkLst>
            <pc:docMk/>
            <pc:sldMk cId="1756311536" sldId="288"/>
            <ac:spMk id="31" creationId="{2F291631-7326-6CD5-665D-AEE842D657FA}"/>
          </ac:spMkLst>
        </pc:spChg>
        <pc:spChg chg="del">
          <ac:chgData name="Wilmer Ortega Erazo" userId="19082e28a51afb61" providerId="LiveId" clId="{30D428CD-1BB2-4A03-8594-A68FE992CDE1}" dt="2023-09-05T01:23:50.774" v="516" actId="478"/>
          <ac:spMkLst>
            <pc:docMk/>
            <pc:sldMk cId="1756311536" sldId="288"/>
            <ac:spMk id="32" creationId="{5107A7E5-7060-8744-BA4F-66FA2EC82500}"/>
          </ac:spMkLst>
        </pc:spChg>
        <pc:spChg chg="del">
          <ac:chgData name="Wilmer Ortega Erazo" userId="19082e28a51afb61" providerId="LiveId" clId="{30D428CD-1BB2-4A03-8594-A68FE992CDE1}" dt="2023-09-05T01:23:50.774" v="516" actId="478"/>
          <ac:spMkLst>
            <pc:docMk/>
            <pc:sldMk cId="1756311536" sldId="288"/>
            <ac:spMk id="33" creationId="{016AAEA3-D92D-FF59-855F-D13D7B73F22A}"/>
          </ac:spMkLst>
        </pc:spChg>
        <pc:spChg chg="del">
          <ac:chgData name="Wilmer Ortega Erazo" userId="19082e28a51afb61" providerId="LiveId" clId="{30D428CD-1BB2-4A03-8594-A68FE992CDE1}" dt="2023-09-05T01:23:50.774" v="516" actId="478"/>
          <ac:spMkLst>
            <pc:docMk/>
            <pc:sldMk cId="1756311536" sldId="288"/>
            <ac:spMk id="34" creationId="{ED847569-0E62-9503-A0F7-A84902A4662F}"/>
          </ac:spMkLst>
        </pc:spChg>
        <pc:spChg chg="del">
          <ac:chgData name="Wilmer Ortega Erazo" userId="19082e28a51afb61" providerId="LiveId" clId="{30D428CD-1BB2-4A03-8594-A68FE992CDE1}" dt="2023-09-05T01:23:50.774" v="516" actId="478"/>
          <ac:spMkLst>
            <pc:docMk/>
            <pc:sldMk cId="1756311536" sldId="288"/>
            <ac:spMk id="35" creationId="{2D929804-4C55-912C-6E90-814EF4D36B51}"/>
          </ac:spMkLst>
        </pc:spChg>
        <pc:spChg chg="del">
          <ac:chgData name="Wilmer Ortega Erazo" userId="19082e28a51afb61" providerId="LiveId" clId="{30D428CD-1BB2-4A03-8594-A68FE992CDE1}" dt="2023-09-05T01:23:50.774" v="516" actId="478"/>
          <ac:spMkLst>
            <pc:docMk/>
            <pc:sldMk cId="1756311536" sldId="288"/>
            <ac:spMk id="36" creationId="{D90E657F-69ED-E6AA-19FF-1502F733996A}"/>
          </ac:spMkLst>
        </pc:spChg>
        <pc:spChg chg="del">
          <ac:chgData name="Wilmer Ortega Erazo" userId="19082e28a51afb61" providerId="LiveId" clId="{30D428CD-1BB2-4A03-8594-A68FE992CDE1}" dt="2023-09-05T01:23:50.774" v="516" actId="478"/>
          <ac:spMkLst>
            <pc:docMk/>
            <pc:sldMk cId="1756311536" sldId="288"/>
            <ac:spMk id="37" creationId="{EF37289D-DC0C-48CB-591E-8D4808674E76}"/>
          </ac:spMkLst>
        </pc:spChg>
        <pc:spChg chg="del">
          <ac:chgData name="Wilmer Ortega Erazo" userId="19082e28a51afb61" providerId="LiveId" clId="{30D428CD-1BB2-4A03-8594-A68FE992CDE1}" dt="2023-09-05T01:23:50.774" v="516" actId="478"/>
          <ac:spMkLst>
            <pc:docMk/>
            <pc:sldMk cId="1756311536" sldId="288"/>
            <ac:spMk id="38" creationId="{F14BB34A-D7F9-B67F-E553-07C8F0764D52}"/>
          </ac:spMkLst>
        </pc:spChg>
        <pc:spChg chg="del">
          <ac:chgData name="Wilmer Ortega Erazo" userId="19082e28a51afb61" providerId="LiveId" clId="{30D428CD-1BB2-4A03-8594-A68FE992CDE1}" dt="2023-09-05T01:23:50.774" v="516" actId="478"/>
          <ac:spMkLst>
            <pc:docMk/>
            <pc:sldMk cId="1756311536" sldId="288"/>
            <ac:spMk id="39" creationId="{122B5DDC-ED51-CEE3-B45A-ED0F0A66A858}"/>
          </ac:spMkLst>
        </pc:spChg>
        <pc:spChg chg="del">
          <ac:chgData name="Wilmer Ortega Erazo" userId="19082e28a51afb61" providerId="LiveId" clId="{30D428CD-1BB2-4A03-8594-A68FE992CDE1}" dt="2023-09-05T01:23:50.774" v="516" actId="478"/>
          <ac:spMkLst>
            <pc:docMk/>
            <pc:sldMk cId="1756311536" sldId="288"/>
            <ac:spMk id="43" creationId="{4B18EE1B-6FED-5065-C878-3CF4F3C378EE}"/>
          </ac:spMkLst>
        </pc:spChg>
        <pc:spChg chg="del">
          <ac:chgData name="Wilmer Ortega Erazo" userId="19082e28a51afb61" providerId="LiveId" clId="{30D428CD-1BB2-4A03-8594-A68FE992CDE1}" dt="2023-09-05T01:23:50.774" v="516" actId="478"/>
          <ac:spMkLst>
            <pc:docMk/>
            <pc:sldMk cId="1756311536" sldId="288"/>
            <ac:spMk id="44" creationId="{A18E73DF-0523-CF37-40A6-0962739F8493}"/>
          </ac:spMkLst>
        </pc:spChg>
        <pc:spChg chg="del">
          <ac:chgData name="Wilmer Ortega Erazo" userId="19082e28a51afb61" providerId="LiveId" clId="{30D428CD-1BB2-4A03-8594-A68FE992CDE1}" dt="2023-09-05T01:23:50.774" v="516" actId="478"/>
          <ac:spMkLst>
            <pc:docMk/>
            <pc:sldMk cId="1756311536" sldId="288"/>
            <ac:spMk id="48" creationId="{68431136-2266-0BD5-383F-2E381F67794B}"/>
          </ac:spMkLst>
        </pc:spChg>
        <pc:spChg chg="del">
          <ac:chgData name="Wilmer Ortega Erazo" userId="19082e28a51afb61" providerId="LiveId" clId="{30D428CD-1BB2-4A03-8594-A68FE992CDE1}" dt="2023-09-05T01:23:50.774" v="516" actId="478"/>
          <ac:spMkLst>
            <pc:docMk/>
            <pc:sldMk cId="1756311536" sldId="288"/>
            <ac:spMk id="49" creationId="{B4009EBD-F753-3506-734F-A1B51BAEE573}"/>
          </ac:spMkLst>
        </pc:spChg>
        <pc:grpChg chg="del">
          <ac:chgData name="Wilmer Ortega Erazo" userId="19082e28a51afb61" providerId="LiveId" clId="{30D428CD-1BB2-4A03-8594-A68FE992CDE1}" dt="2023-09-05T01:23:50.774" v="516" actId="478"/>
          <ac:grpSpMkLst>
            <pc:docMk/>
            <pc:sldMk cId="1756311536" sldId="288"/>
            <ac:grpSpMk id="28" creationId="{42F5DDD1-FFB8-A0EC-B470-8F7FC6A73787}"/>
          </ac:grpSpMkLst>
        </pc:grpChg>
        <pc:grpChg chg="del">
          <ac:chgData name="Wilmer Ortega Erazo" userId="19082e28a51afb61" providerId="LiveId" clId="{30D428CD-1BB2-4A03-8594-A68FE992CDE1}" dt="2023-09-05T01:23:50.774" v="516" actId="478"/>
          <ac:grpSpMkLst>
            <pc:docMk/>
            <pc:sldMk cId="1756311536" sldId="288"/>
            <ac:grpSpMk id="40" creationId="{0B3B0659-1975-C411-3945-40A2B43D4FAC}"/>
          </ac:grpSpMkLst>
        </pc:grpChg>
        <pc:grpChg chg="del">
          <ac:chgData name="Wilmer Ortega Erazo" userId="19082e28a51afb61" providerId="LiveId" clId="{30D428CD-1BB2-4A03-8594-A68FE992CDE1}" dt="2023-09-05T01:23:50.774" v="516" actId="478"/>
          <ac:grpSpMkLst>
            <pc:docMk/>
            <pc:sldMk cId="1756311536" sldId="288"/>
            <ac:grpSpMk id="45" creationId="{0958E659-71DC-9177-B8C1-C7BFD3F42009}"/>
          </ac:grpSpMkLst>
        </pc:grpChg>
      </pc:sldChg>
      <pc:sldChg chg="addSp modSp add mod">
        <pc:chgData name="Wilmer Ortega Erazo" userId="19082e28a51afb61" providerId="LiveId" clId="{30D428CD-1BB2-4A03-8594-A68FE992CDE1}" dt="2023-09-05T01:25:03.132" v="529" actId="1076"/>
        <pc:sldMkLst>
          <pc:docMk/>
          <pc:sldMk cId="1026742113" sldId="289"/>
        </pc:sldMkLst>
        <pc:spChg chg="add mod">
          <ac:chgData name="Wilmer Ortega Erazo" userId="19082e28a51afb61" providerId="LiveId" clId="{30D428CD-1BB2-4A03-8594-A68FE992CDE1}" dt="2023-09-05T01:25:03.132" v="529" actId="1076"/>
          <ac:spMkLst>
            <pc:docMk/>
            <pc:sldMk cId="1026742113" sldId="289"/>
            <ac:spMk id="3" creationId="{ECF9E434-F456-3C56-C833-248E46A7834A}"/>
          </ac:spMkLst>
        </pc:spChg>
        <pc:spChg chg="mod">
          <ac:chgData name="Wilmer Ortega Erazo" userId="19082e28a51afb61" providerId="LiveId" clId="{30D428CD-1BB2-4A03-8594-A68FE992CDE1}" dt="2023-09-05T01:24:48.158" v="527" actId="255"/>
          <ac:spMkLst>
            <pc:docMk/>
            <pc:sldMk cId="1026742113" sldId="289"/>
            <ac:spMk id="4" creationId="{A29C0834-3DBC-9FB3-0E0A-F77D599198EB}"/>
          </ac:spMkLst>
        </pc:spChg>
        <pc:spChg chg="add mod">
          <ac:chgData name="Wilmer Ortega Erazo" userId="19082e28a51afb61" providerId="LiveId" clId="{30D428CD-1BB2-4A03-8594-A68FE992CDE1}" dt="2023-09-05T01:25:03.132" v="529" actId="1076"/>
          <ac:spMkLst>
            <pc:docMk/>
            <pc:sldMk cId="1026742113" sldId="289"/>
            <ac:spMk id="5" creationId="{F9F8B8C1-ECE7-7FEC-40E3-C2A2C6775BC2}"/>
          </ac:spMkLst>
        </pc:spChg>
        <pc:spChg chg="add mod">
          <ac:chgData name="Wilmer Ortega Erazo" userId="19082e28a51afb61" providerId="LiveId" clId="{30D428CD-1BB2-4A03-8594-A68FE992CDE1}" dt="2023-09-05T01:25:03.132" v="529" actId="1076"/>
          <ac:spMkLst>
            <pc:docMk/>
            <pc:sldMk cId="1026742113" sldId="289"/>
            <ac:spMk id="7" creationId="{D8CC332A-BE40-F867-6BD5-C15BF1A04144}"/>
          </ac:spMkLst>
        </pc:spChg>
        <pc:spChg chg="add mod">
          <ac:chgData name="Wilmer Ortega Erazo" userId="19082e28a51afb61" providerId="LiveId" clId="{30D428CD-1BB2-4A03-8594-A68FE992CDE1}" dt="2023-09-05T01:25:03.132" v="529" actId="1076"/>
          <ac:spMkLst>
            <pc:docMk/>
            <pc:sldMk cId="1026742113" sldId="289"/>
            <ac:spMk id="8" creationId="{E5EEF5F8-E731-DA3B-EA81-C3DE8EFB60A5}"/>
          </ac:spMkLst>
        </pc:spChg>
        <pc:spChg chg="add mod">
          <ac:chgData name="Wilmer Ortega Erazo" userId="19082e28a51afb61" providerId="LiveId" clId="{30D428CD-1BB2-4A03-8594-A68FE992CDE1}" dt="2023-09-05T01:25:03.132" v="529" actId="1076"/>
          <ac:spMkLst>
            <pc:docMk/>
            <pc:sldMk cId="1026742113" sldId="289"/>
            <ac:spMk id="9" creationId="{6DC219DA-2A1F-4C0C-2427-284A0453DBA8}"/>
          </ac:spMkLst>
        </pc:spChg>
        <pc:spChg chg="mod">
          <ac:chgData name="Wilmer Ortega Erazo" userId="19082e28a51afb61" providerId="LiveId" clId="{30D428CD-1BB2-4A03-8594-A68FE992CDE1}" dt="2023-09-05T01:25:03.132" v="529" actId="1076"/>
          <ac:spMkLst>
            <pc:docMk/>
            <pc:sldMk cId="1026742113" sldId="289"/>
            <ac:spMk id="11" creationId="{DBDF6F51-6426-2D44-FE0A-5B7104BA1E04}"/>
          </ac:spMkLst>
        </pc:spChg>
        <pc:spChg chg="mod">
          <ac:chgData name="Wilmer Ortega Erazo" userId="19082e28a51afb61" providerId="LiveId" clId="{30D428CD-1BB2-4A03-8594-A68FE992CDE1}" dt="2023-09-05T01:25:03.132" v="529" actId="1076"/>
          <ac:spMkLst>
            <pc:docMk/>
            <pc:sldMk cId="1026742113" sldId="289"/>
            <ac:spMk id="12" creationId="{2596DE32-A525-A0FC-9EA8-FEA88B458716}"/>
          </ac:spMkLst>
        </pc:spChg>
        <pc:spChg chg="add mod">
          <ac:chgData name="Wilmer Ortega Erazo" userId="19082e28a51afb61" providerId="LiveId" clId="{30D428CD-1BB2-4A03-8594-A68FE992CDE1}" dt="2023-09-05T01:25:03.132" v="529" actId="1076"/>
          <ac:spMkLst>
            <pc:docMk/>
            <pc:sldMk cId="1026742113" sldId="289"/>
            <ac:spMk id="13" creationId="{138F521B-C419-6EBF-527D-9C7A817E97C8}"/>
          </ac:spMkLst>
        </pc:spChg>
        <pc:spChg chg="add mod">
          <ac:chgData name="Wilmer Ortega Erazo" userId="19082e28a51afb61" providerId="LiveId" clId="{30D428CD-1BB2-4A03-8594-A68FE992CDE1}" dt="2023-09-05T01:25:03.132" v="529" actId="1076"/>
          <ac:spMkLst>
            <pc:docMk/>
            <pc:sldMk cId="1026742113" sldId="289"/>
            <ac:spMk id="14" creationId="{ACFAA1AE-807C-A5DD-5248-6D24460FF516}"/>
          </ac:spMkLst>
        </pc:spChg>
        <pc:spChg chg="add mod">
          <ac:chgData name="Wilmer Ortega Erazo" userId="19082e28a51afb61" providerId="LiveId" clId="{30D428CD-1BB2-4A03-8594-A68FE992CDE1}" dt="2023-09-05T01:25:03.132" v="529" actId="1076"/>
          <ac:spMkLst>
            <pc:docMk/>
            <pc:sldMk cId="1026742113" sldId="289"/>
            <ac:spMk id="15" creationId="{5983F020-CD75-E816-C8C7-67B45CCA339A}"/>
          </ac:spMkLst>
        </pc:spChg>
        <pc:spChg chg="add mod">
          <ac:chgData name="Wilmer Ortega Erazo" userId="19082e28a51afb61" providerId="LiveId" clId="{30D428CD-1BB2-4A03-8594-A68FE992CDE1}" dt="2023-09-05T01:25:03.132" v="529" actId="1076"/>
          <ac:spMkLst>
            <pc:docMk/>
            <pc:sldMk cId="1026742113" sldId="289"/>
            <ac:spMk id="16" creationId="{C1E188D4-E7A4-5082-0214-AF81B23E73A9}"/>
          </ac:spMkLst>
        </pc:spChg>
        <pc:spChg chg="add mod">
          <ac:chgData name="Wilmer Ortega Erazo" userId="19082e28a51afb61" providerId="LiveId" clId="{30D428CD-1BB2-4A03-8594-A68FE992CDE1}" dt="2023-09-05T01:25:03.132" v="529" actId="1076"/>
          <ac:spMkLst>
            <pc:docMk/>
            <pc:sldMk cId="1026742113" sldId="289"/>
            <ac:spMk id="17" creationId="{B2A400D5-7414-8E1D-3735-A2393D29FA4A}"/>
          </ac:spMkLst>
        </pc:spChg>
        <pc:spChg chg="add mod">
          <ac:chgData name="Wilmer Ortega Erazo" userId="19082e28a51afb61" providerId="LiveId" clId="{30D428CD-1BB2-4A03-8594-A68FE992CDE1}" dt="2023-09-05T01:25:03.132" v="529" actId="1076"/>
          <ac:spMkLst>
            <pc:docMk/>
            <pc:sldMk cId="1026742113" sldId="289"/>
            <ac:spMk id="18" creationId="{A26EE6B1-60D3-A26E-121A-A4CD14D2F90A}"/>
          </ac:spMkLst>
        </pc:spChg>
        <pc:spChg chg="add mod">
          <ac:chgData name="Wilmer Ortega Erazo" userId="19082e28a51afb61" providerId="LiveId" clId="{30D428CD-1BB2-4A03-8594-A68FE992CDE1}" dt="2023-09-05T01:25:03.132" v="529" actId="1076"/>
          <ac:spMkLst>
            <pc:docMk/>
            <pc:sldMk cId="1026742113" sldId="289"/>
            <ac:spMk id="19" creationId="{07C25959-8124-4D1D-66BA-57C70B04A33F}"/>
          </ac:spMkLst>
        </pc:spChg>
        <pc:spChg chg="add mod">
          <ac:chgData name="Wilmer Ortega Erazo" userId="19082e28a51afb61" providerId="LiveId" clId="{30D428CD-1BB2-4A03-8594-A68FE992CDE1}" dt="2023-09-05T01:25:03.132" v="529" actId="1076"/>
          <ac:spMkLst>
            <pc:docMk/>
            <pc:sldMk cId="1026742113" sldId="289"/>
            <ac:spMk id="20" creationId="{3EE8A5A0-5DCF-62BB-AF06-9A7ADA1D1662}"/>
          </ac:spMkLst>
        </pc:spChg>
        <pc:spChg chg="add mod">
          <ac:chgData name="Wilmer Ortega Erazo" userId="19082e28a51afb61" providerId="LiveId" clId="{30D428CD-1BB2-4A03-8594-A68FE992CDE1}" dt="2023-09-05T01:25:03.132" v="529" actId="1076"/>
          <ac:spMkLst>
            <pc:docMk/>
            <pc:sldMk cId="1026742113" sldId="289"/>
            <ac:spMk id="21" creationId="{4F160779-B87D-1C2E-EB12-F6FB9D5323D1}"/>
          </ac:spMkLst>
        </pc:spChg>
        <pc:spChg chg="add mod">
          <ac:chgData name="Wilmer Ortega Erazo" userId="19082e28a51afb61" providerId="LiveId" clId="{30D428CD-1BB2-4A03-8594-A68FE992CDE1}" dt="2023-09-05T01:25:03.132" v="529" actId="1076"/>
          <ac:spMkLst>
            <pc:docMk/>
            <pc:sldMk cId="1026742113" sldId="289"/>
            <ac:spMk id="22" creationId="{C2AA0FF6-5396-6687-26FC-0432A6C19CDD}"/>
          </ac:spMkLst>
        </pc:spChg>
        <pc:spChg chg="add mod">
          <ac:chgData name="Wilmer Ortega Erazo" userId="19082e28a51afb61" providerId="LiveId" clId="{30D428CD-1BB2-4A03-8594-A68FE992CDE1}" dt="2023-09-05T01:25:03.132" v="529" actId="1076"/>
          <ac:spMkLst>
            <pc:docMk/>
            <pc:sldMk cId="1026742113" sldId="289"/>
            <ac:spMk id="23" creationId="{01C53F67-5A46-1628-AFAD-1DFF4F9EEB09}"/>
          </ac:spMkLst>
        </pc:spChg>
        <pc:spChg chg="add mod">
          <ac:chgData name="Wilmer Ortega Erazo" userId="19082e28a51afb61" providerId="LiveId" clId="{30D428CD-1BB2-4A03-8594-A68FE992CDE1}" dt="2023-09-05T01:25:03.132" v="529" actId="1076"/>
          <ac:spMkLst>
            <pc:docMk/>
            <pc:sldMk cId="1026742113" sldId="289"/>
            <ac:spMk id="24" creationId="{C81FBC0D-169F-351C-FA4D-29BCEAA6D0F9}"/>
          </ac:spMkLst>
        </pc:spChg>
        <pc:spChg chg="add mod">
          <ac:chgData name="Wilmer Ortega Erazo" userId="19082e28a51afb61" providerId="LiveId" clId="{30D428CD-1BB2-4A03-8594-A68FE992CDE1}" dt="2023-09-05T01:25:03.132" v="529" actId="1076"/>
          <ac:spMkLst>
            <pc:docMk/>
            <pc:sldMk cId="1026742113" sldId="289"/>
            <ac:spMk id="25" creationId="{8472F9A2-4B81-481A-E4A3-E1E17198D3F4}"/>
          </ac:spMkLst>
        </pc:spChg>
        <pc:spChg chg="add mod">
          <ac:chgData name="Wilmer Ortega Erazo" userId="19082e28a51afb61" providerId="LiveId" clId="{30D428CD-1BB2-4A03-8594-A68FE992CDE1}" dt="2023-09-05T01:25:03.132" v="529" actId="1076"/>
          <ac:spMkLst>
            <pc:docMk/>
            <pc:sldMk cId="1026742113" sldId="289"/>
            <ac:spMk id="26" creationId="{9742E011-C34A-331D-6388-D2638D0B9605}"/>
          </ac:spMkLst>
        </pc:spChg>
        <pc:spChg chg="add mod">
          <ac:chgData name="Wilmer Ortega Erazo" userId="19082e28a51afb61" providerId="LiveId" clId="{30D428CD-1BB2-4A03-8594-A68FE992CDE1}" dt="2023-09-05T01:25:03.132" v="529" actId="1076"/>
          <ac:spMkLst>
            <pc:docMk/>
            <pc:sldMk cId="1026742113" sldId="289"/>
            <ac:spMk id="27" creationId="{3FAD0C66-8F6F-48D8-4DAC-E3B82BCB5AD7}"/>
          </ac:spMkLst>
        </pc:spChg>
        <pc:spChg chg="add mod">
          <ac:chgData name="Wilmer Ortega Erazo" userId="19082e28a51afb61" providerId="LiveId" clId="{30D428CD-1BB2-4A03-8594-A68FE992CDE1}" dt="2023-09-05T01:25:03.132" v="529" actId="1076"/>
          <ac:spMkLst>
            <pc:docMk/>
            <pc:sldMk cId="1026742113" sldId="289"/>
            <ac:spMk id="28" creationId="{29BE6E80-2E98-7E5A-3518-520D45E15A44}"/>
          </ac:spMkLst>
        </pc:spChg>
        <pc:spChg chg="add mod">
          <ac:chgData name="Wilmer Ortega Erazo" userId="19082e28a51afb61" providerId="LiveId" clId="{30D428CD-1BB2-4A03-8594-A68FE992CDE1}" dt="2023-09-05T01:25:03.132" v="529" actId="1076"/>
          <ac:spMkLst>
            <pc:docMk/>
            <pc:sldMk cId="1026742113" sldId="289"/>
            <ac:spMk id="29" creationId="{DBB6FBB2-3FEC-0C28-90D8-B071E08F0DEF}"/>
          </ac:spMkLst>
        </pc:spChg>
        <pc:spChg chg="add mod">
          <ac:chgData name="Wilmer Ortega Erazo" userId="19082e28a51afb61" providerId="LiveId" clId="{30D428CD-1BB2-4A03-8594-A68FE992CDE1}" dt="2023-09-05T01:25:03.132" v="529" actId="1076"/>
          <ac:spMkLst>
            <pc:docMk/>
            <pc:sldMk cId="1026742113" sldId="289"/>
            <ac:spMk id="30" creationId="{C3C19B6F-946D-017F-B388-044D96E1C5BD}"/>
          </ac:spMkLst>
        </pc:spChg>
        <pc:spChg chg="add mod">
          <ac:chgData name="Wilmer Ortega Erazo" userId="19082e28a51afb61" providerId="LiveId" clId="{30D428CD-1BB2-4A03-8594-A68FE992CDE1}" dt="2023-09-05T01:25:03.132" v="529" actId="1076"/>
          <ac:spMkLst>
            <pc:docMk/>
            <pc:sldMk cId="1026742113" sldId="289"/>
            <ac:spMk id="31" creationId="{5EE7FE0D-8A01-80FB-12ED-E3282382A006}"/>
          </ac:spMkLst>
        </pc:spChg>
        <pc:spChg chg="add mod">
          <ac:chgData name="Wilmer Ortega Erazo" userId="19082e28a51afb61" providerId="LiveId" clId="{30D428CD-1BB2-4A03-8594-A68FE992CDE1}" dt="2023-09-05T01:25:03.132" v="529" actId="1076"/>
          <ac:spMkLst>
            <pc:docMk/>
            <pc:sldMk cId="1026742113" sldId="289"/>
            <ac:spMk id="32" creationId="{6721BD02-964D-0570-497A-B4604892A936}"/>
          </ac:spMkLst>
        </pc:spChg>
        <pc:spChg chg="add mod">
          <ac:chgData name="Wilmer Ortega Erazo" userId="19082e28a51afb61" providerId="LiveId" clId="{30D428CD-1BB2-4A03-8594-A68FE992CDE1}" dt="2023-09-05T01:25:03.132" v="529" actId="1076"/>
          <ac:spMkLst>
            <pc:docMk/>
            <pc:sldMk cId="1026742113" sldId="289"/>
            <ac:spMk id="33" creationId="{66D5D997-BA7C-DBFC-2843-69073BAB512D}"/>
          </ac:spMkLst>
        </pc:spChg>
        <pc:spChg chg="add mod">
          <ac:chgData name="Wilmer Ortega Erazo" userId="19082e28a51afb61" providerId="LiveId" clId="{30D428CD-1BB2-4A03-8594-A68FE992CDE1}" dt="2023-09-05T01:25:03.132" v="529" actId="1076"/>
          <ac:spMkLst>
            <pc:docMk/>
            <pc:sldMk cId="1026742113" sldId="289"/>
            <ac:spMk id="34" creationId="{B75D9A6D-0165-E719-8FBB-58C7E820B13A}"/>
          </ac:spMkLst>
        </pc:spChg>
        <pc:grpChg chg="add mod">
          <ac:chgData name="Wilmer Ortega Erazo" userId="19082e28a51afb61" providerId="LiveId" clId="{30D428CD-1BB2-4A03-8594-A68FE992CDE1}" dt="2023-09-05T01:25:03.132" v="529" actId="1076"/>
          <ac:grpSpMkLst>
            <pc:docMk/>
            <pc:sldMk cId="1026742113" sldId="289"/>
            <ac:grpSpMk id="10" creationId="{1FD471BA-0F9B-AA56-BD20-71404F9C05E6}"/>
          </ac:grpSpMkLst>
        </pc:grpChg>
      </pc:sldChg>
      <pc:sldChg chg="addSp delSp modSp add mod">
        <pc:chgData name="Wilmer Ortega Erazo" userId="19082e28a51afb61" providerId="LiveId" clId="{30D428CD-1BB2-4A03-8594-A68FE992CDE1}" dt="2023-09-05T01:28:22.607" v="553" actId="255"/>
        <pc:sldMkLst>
          <pc:docMk/>
          <pc:sldMk cId="919220694" sldId="290"/>
        </pc:sldMkLst>
        <pc:spChg chg="del">
          <ac:chgData name="Wilmer Ortega Erazo" userId="19082e28a51afb61" providerId="LiveId" clId="{30D428CD-1BB2-4A03-8594-A68FE992CDE1}" dt="2023-09-05T01:26:03.478" v="534" actId="478"/>
          <ac:spMkLst>
            <pc:docMk/>
            <pc:sldMk cId="919220694" sldId="290"/>
            <ac:spMk id="3" creationId="{ECF9E434-F456-3C56-C833-248E46A7834A}"/>
          </ac:spMkLst>
        </pc:spChg>
        <pc:spChg chg="mod">
          <ac:chgData name="Wilmer Ortega Erazo" userId="19082e28a51afb61" providerId="LiveId" clId="{30D428CD-1BB2-4A03-8594-A68FE992CDE1}" dt="2023-09-05T01:25:58.170" v="533" actId="790"/>
          <ac:spMkLst>
            <pc:docMk/>
            <pc:sldMk cId="919220694" sldId="290"/>
            <ac:spMk id="4" creationId="{A29C0834-3DBC-9FB3-0E0A-F77D599198EB}"/>
          </ac:spMkLst>
        </pc:spChg>
        <pc:spChg chg="del">
          <ac:chgData name="Wilmer Ortega Erazo" userId="19082e28a51afb61" providerId="LiveId" clId="{30D428CD-1BB2-4A03-8594-A68FE992CDE1}" dt="2023-09-05T01:26:03.478" v="534" actId="478"/>
          <ac:spMkLst>
            <pc:docMk/>
            <pc:sldMk cId="919220694" sldId="290"/>
            <ac:spMk id="5" creationId="{F9F8B8C1-ECE7-7FEC-40E3-C2A2C6775BC2}"/>
          </ac:spMkLst>
        </pc:spChg>
        <pc:spChg chg="del">
          <ac:chgData name="Wilmer Ortega Erazo" userId="19082e28a51afb61" providerId="LiveId" clId="{30D428CD-1BB2-4A03-8594-A68FE992CDE1}" dt="2023-09-05T01:26:03.478" v="534" actId="478"/>
          <ac:spMkLst>
            <pc:docMk/>
            <pc:sldMk cId="919220694" sldId="290"/>
            <ac:spMk id="7" creationId="{D8CC332A-BE40-F867-6BD5-C15BF1A04144}"/>
          </ac:spMkLst>
        </pc:spChg>
        <pc:spChg chg="del">
          <ac:chgData name="Wilmer Ortega Erazo" userId="19082e28a51afb61" providerId="LiveId" clId="{30D428CD-1BB2-4A03-8594-A68FE992CDE1}" dt="2023-09-05T01:26:03.478" v="534" actId="478"/>
          <ac:spMkLst>
            <pc:docMk/>
            <pc:sldMk cId="919220694" sldId="290"/>
            <ac:spMk id="8" creationId="{E5EEF5F8-E731-DA3B-EA81-C3DE8EFB60A5}"/>
          </ac:spMkLst>
        </pc:spChg>
        <pc:spChg chg="del">
          <ac:chgData name="Wilmer Ortega Erazo" userId="19082e28a51afb61" providerId="LiveId" clId="{30D428CD-1BB2-4A03-8594-A68FE992CDE1}" dt="2023-09-05T01:26:03.478" v="534" actId="478"/>
          <ac:spMkLst>
            <pc:docMk/>
            <pc:sldMk cId="919220694" sldId="290"/>
            <ac:spMk id="9" creationId="{6DC219DA-2A1F-4C0C-2427-284A0453DBA8}"/>
          </ac:spMkLst>
        </pc:spChg>
        <pc:spChg chg="del">
          <ac:chgData name="Wilmer Ortega Erazo" userId="19082e28a51afb61" providerId="LiveId" clId="{30D428CD-1BB2-4A03-8594-A68FE992CDE1}" dt="2023-09-05T01:26:03.478" v="534" actId="478"/>
          <ac:spMkLst>
            <pc:docMk/>
            <pc:sldMk cId="919220694" sldId="290"/>
            <ac:spMk id="13" creationId="{138F521B-C419-6EBF-527D-9C7A817E97C8}"/>
          </ac:spMkLst>
        </pc:spChg>
        <pc:spChg chg="del">
          <ac:chgData name="Wilmer Ortega Erazo" userId="19082e28a51afb61" providerId="LiveId" clId="{30D428CD-1BB2-4A03-8594-A68FE992CDE1}" dt="2023-09-05T01:26:03.478" v="534" actId="478"/>
          <ac:spMkLst>
            <pc:docMk/>
            <pc:sldMk cId="919220694" sldId="290"/>
            <ac:spMk id="14" creationId="{ACFAA1AE-807C-A5DD-5248-6D24460FF516}"/>
          </ac:spMkLst>
        </pc:spChg>
        <pc:spChg chg="del">
          <ac:chgData name="Wilmer Ortega Erazo" userId="19082e28a51afb61" providerId="LiveId" clId="{30D428CD-1BB2-4A03-8594-A68FE992CDE1}" dt="2023-09-05T01:26:03.478" v="534" actId="478"/>
          <ac:spMkLst>
            <pc:docMk/>
            <pc:sldMk cId="919220694" sldId="290"/>
            <ac:spMk id="15" creationId="{5983F020-CD75-E816-C8C7-67B45CCA339A}"/>
          </ac:spMkLst>
        </pc:spChg>
        <pc:spChg chg="del">
          <ac:chgData name="Wilmer Ortega Erazo" userId="19082e28a51afb61" providerId="LiveId" clId="{30D428CD-1BB2-4A03-8594-A68FE992CDE1}" dt="2023-09-05T01:26:03.478" v="534" actId="478"/>
          <ac:spMkLst>
            <pc:docMk/>
            <pc:sldMk cId="919220694" sldId="290"/>
            <ac:spMk id="16" creationId="{C1E188D4-E7A4-5082-0214-AF81B23E73A9}"/>
          </ac:spMkLst>
        </pc:spChg>
        <pc:spChg chg="del">
          <ac:chgData name="Wilmer Ortega Erazo" userId="19082e28a51afb61" providerId="LiveId" clId="{30D428CD-1BB2-4A03-8594-A68FE992CDE1}" dt="2023-09-05T01:26:03.478" v="534" actId="478"/>
          <ac:spMkLst>
            <pc:docMk/>
            <pc:sldMk cId="919220694" sldId="290"/>
            <ac:spMk id="17" creationId="{B2A400D5-7414-8E1D-3735-A2393D29FA4A}"/>
          </ac:spMkLst>
        </pc:spChg>
        <pc:spChg chg="del">
          <ac:chgData name="Wilmer Ortega Erazo" userId="19082e28a51afb61" providerId="LiveId" clId="{30D428CD-1BB2-4A03-8594-A68FE992CDE1}" dt="2023-09-05T01:26:03.478" v="534" actId="478"/>
          <ac:spMkLst>
            <pc:docMk/>
            <pc:sldMk cId="919220694" sldId="290"/>
            <ac:spMk id="18" creationId="{A26EE6B1-60D3-A26E-121A-A4CD14D2F90A}"/>
          </ac:spMkLst>
        </pc:spChg>
        <pc:spChg chg="del">
          <ac:chgData name="Wilmer Ortega Erazo" userId="19082e28a51afb61" providerId="LiveId" clId="{30D428CD-1BB2-4A03-8594-A68FE992CDE1}" dt="2023-09-05T01:26:03.478" v="534" actId="478"/>
          <ac:spMkLst>
            <pc:docMk/>
            <pc:sldMk cId="919220694" sldId="290"/>
            <ac:spMk id="19" creationId="{07C25959-8124-4D1D-66BA-57C70B04A33F}"/>
          </ac:spMkLst>
        </pc:spChg>
        <pc:spChg chg="del">
          <ac:chgData name="Wilmer Ortega Erazo" userId="19082e28a51afb61" providerId="LiveId" clId="{30D428CD-1BB2-4A03-8594-A68FE992CDE1}" dt="2023-09-05T01:26:03.478" v="534" actId="478"/>
          <ac:spMkLst>
            <pc:docMk/>
            <pc:sldMk cId="919220694" sldId="290"/>
            <ac:spMk id="20" creationId="{3EE8A5A0-5DCF-62BB-AF06-9A7ADA1D1662}"/>
          </ac:spMkLst>
        </pc:spChg>
        <pc:spChg chg="del">
          <ac:chgData name="Wilmer Ortega Erazo" userId="19082e28a51afb61" providerId="LiveId" clId="{30D428CD-1BB2-4A03-8594-A68FE992CDE1}" dt="2023-09-05T01:26:03.478" v="534" actId="478"/>
          <ac:spMkLst>
            <pc:docMk/>
            <pc:sldMk cId="919220694" sldId="290"/>
            <ac:spMk id="21" creationId="{4F160779-B87D-1C2E-EB12-F6FB9D5323D1}"/>
          </ac:spMkLst>
        </pc:spChg>
        <pc:spChg chg="del">
          <ac:chgData name="Wilmer Ortega Erazo" userId="19082e28a51afb61" providerId="LiveId" clId="{30D428CD-1BB2-4A03-8594-A68FE992CDE1}" dt="2023-09-05T01:26:03.478" v="534" actId="478"/>
          <ac:spMkLst>
            <pc:docMk/>
            <pc:sldMk cId="919220694" sldId="290"/>
            <ac:spMk id="22" creationId="{C2AA0FF6-5396-6687-26FC-0432A6C19CDD}"/>
          </ac:spMkLst>
        </pc:spChg>
        <pc:spChg chg="del">
          <ac:chgData name="Wilmer Ortega Erazo" userId="19082e28a51afb61" providerId="LiveId" clId="{30D428CD-1BB2-4A03-8594-A68FE992CDE1}" dt="2023-09-05T01:26:03.478" v="534" actId="478"/>
          <ac:spMkLst>
            <pc:docMk/>
            <pc:sldMk cId="919220694" sldId="290"/>
            <ac:spMk id="23" creationId="{01C53F67-5A46-1628-AFAD-1DFF4F9EEB09}"/>
          </ac:spMkLst>
        </pc:spChg>
        <pc:spChg chg="del">
          <ac:chgData name="Wilmer Ortega Erazo" userId="19082e28a51afb61" providerId="LiveId" clId="{30D428CD-1BB2-4A03-8594-A68FE992CDE1}" dt="2023-09-05T01:26:03.478" v="534" actId="478"/>
          <ac:spMkLst>
            <pc:docMk/>
            <pc:sldMk cId="919220694" sldId="290"/>
            <ac:spMk id="24" creationId="{C81FBC0D-169F-351C-FA4D-29BCEAA6D0F9}"/>
          </ac:spMkLst>
        </pc:spChg>
        <pc:spChg chg="del">
          <ac:chgData name="Wilmer Ortega Erazo" userId="19082e28a51afb61" providerId="LiveId" clId="{30D428CD-1BB2-4A03-8594-A68FE992CDE1}" dt="2023-09-05T01:26:03.478" v="534" actId="478"/>
          <ac:spMkLst>
            <pc:docMk/>
            <pc:sldMk cId="919220694" sldId="290"/>
            <ac:spMk id="25" creationId="{8472F9A2-4B81-481A-E4A3-E1E17198D3F4}"/>
          </ac:spMkLst>
        </pc:spChg>
        <pc:spChg chg="del">
          <ac:chgData name="Wilmer Ortega Erazo" userId="19082e28a51afb61" providerId="LiveId" clId="{30D428CD-1BB2-4A03-8594-A68FE992CDE1}" dt="2023-09-05T01:26:03.478" v="534" actId="478"/>
          <ac:spMkLst>
            <pc:docMk/>
            <pc:sldMk cId="919220694" sldId="290"/>
            <ac:spMk id="26" creationId="{9742E011-C34A-331D-6388-D2638D0B9605}"/>
          </ac:spMkLst>
        </pc:spChg>
        <pc:spChg chg="del">
          <ac:chgData name="Wilmer Ortega Erazo" userId="19082e28a51afb61" providerId="LiveId" clId="{30D428CD-1BB2-4A03-8594-A68FE992CDE1}" dt="2023-09-05T01:26:03.478" v="534" actId="478"/>
          <ac:spMkLst>
            <pc:docMk/>
            <pc:sldMk cId="919220694" sldId="290"/>
            <ac:spMk id="27" creationId="{3FAD0C66-8F6F-48D8-4DAC-E3B82BCB5AD7}"/>
          </ac:spMkLst>
        </pc:spChg>
        <pc:spChg chg="del">
          <ac:chgData name="Wilmer Ortega Erazo" userId="19082e28a51afb61" providerId="LiveId" clId="{30D428CD-1BB2-4A03-8594-A68FE992CDE1}" dt="2023-09-05T01:26:03.478" v="534" actId="478"/>
          <ac:spMkLst>
            <pc:docMk/>
            <pc:sldMk cId="919220694" sldId="290"/>
            <ac:spMk id="28" creationId="{29BE6E80-2E98-7E5A-3518-520D45E15A44}"/>
          </ac:spMkLst>
        </pc:spChg>
        <pc:spChg chg="del">
          <ac:chgData name="Wilmer Ortega Erazo" userId="19082e28a51afb61" providerId="LiveId" clId="{30D428CD-1BB2-4A03-8594-A68FE992CDE1}" dt="2023-09-05T01:26:03.478" v="534" actId="478"/>
          <ac:spMkLst>
            <pc:docMk/>
            <pc:sldMk cId="919220694" sldId="290"/>
            <ac:spMk id="29" creationId="{DBB6FBB2-3FEC-0C28-90D8-B071E08F0DEF}"/>
          </ac:spMkLst>
        </pc:spChg>
        <pc:spChg chg="del">
          <ac:chgData name="Wilmer Ortega Erazo" userId="19082e28a51afb61" providerId="LiveId" clId="{30D428CD-1BB2-4A03-8594-A68FE992CDE1}" dt="2023-09-05T01:26:03.478" v="534" actId="478"/>
          <ac:spMkLst>
            <pc:docMk/>
            <pc:sldMk cId="919220694" sldId="290"/>
            <ac:spMk id="30" creationId="{C3C19B6F-946D-017F-B388-044D96E1C5BD}"/>
          </ac:spMkLst>
        </pc:spChg>
        <pc:spChg chg="del">
          <ac:chgData name="Wilmer Ortega Erazo" userId="19082e28a51afb61" providerId="LiveId" clId="{30D428CD-1BB2-4A03-8594-A68FE992CDE1}" dt="2023-09-05T01:26:03.478" v="534" actId="478"/>
          <ac:spMkLst>
            <pc:docMk/>
            <pc:sldMk cId="919220694" sldId="290"/>
            <ac:spMk id="31" creationId="{5EE7FE0D-8A01-80FB-12ED-E3282382A006}"/>
          </ac:spMkLst>
        </pc:spChg>
        <pc:spChg chg="del">
          <ac:chgData name="Wilmer Ortega Erazo" userId="19082e28a51afb61" providerId="LiveId" clId="{30D428CD-1BB2-4A03-8594-A68FE992CDE1}" dt="2023-09-05T01:26:03.478" v="534" actId="478"/>
          <ac:spMkLst>
            <pc:docMk/>
            <pc:sldMk cId="919220694" sldId="290"/>
            <ac:spMk id="32" creationId="{6721BD02-964D-0570-497A-B4604892A936}"/>
          </ac:spMkLst>
        </pc:spChg>
        <pc:spChg chg="del">
          <ac:chgData name="Wilmer Ortega Erazo" userId="19082e28a51afb61" providerId="LiveId" clId="{30D428CD-1BB2-4A03-8594-A68FE992CDE1}" dt="2023-09-05T01:26:03.478" v="534" actId="478"/>
          <ac:spMkLst>
            <pc:docMk/>
            <pc:sldMk cId="919220694" sldId="290"/>
            <ac:spMk id="33" creationId="{66D5D997-BA7C-DBFC-2843-69073BAB512D}"/>
          </ac:spMkLst>
        </pc:spChg>
        <pc:spChg chg="del">
          <ac:chgData name="Wilmer Ortega Erazo" userId="19082e28a51afb61" providerId="LiveId" clId="{30D428CD-1BB2-4A03-8594-A68FE992CDE1}" dt="2023-09-05T01:26:03.478" v="534" actId="478"/>
          <ac:spMkLst>
            <pc:docMk/>
            <pc:sldMk cId="919220694" sldId="290"/>
            <ac:spMk id="34" creationId="{B75D9A6D-0165-E719-8FBB-58C7E820B13A}"/>
          </ac:spMkLst>
        </pc:spChg>
        <pc:spChg chg="add mod">
          <ac:chgData name="Wilmer Ortega Erazo" userId="19082e28a51afb61" providerId="LiveId" clId="{30D428CD-1BB2-4A03-8594-A68FE992CDE1}" dt="2023-09-05T01:28:22.607" v="553" actId="255"/>
          <ac:spMkLst>
            <pc:docMk/>
            <pc:sldMk cId="919220694" sldId="290"/>
            <ac:spMk id="35" creationId="{EF759D08-E3D8-09CF-00AD-BB1C754D16A6}"/>
          </ac:spMkLst>
        </pc:spChg>
        <pc:spChg chg="add mod">
          <ac:chgData name="Wilmer Ortega Erazo" userId="19082e28a51afb61" providerId="LiveId" clId="{30D428CD-1BB2-4A03-8594-A68FE992CDE1}" dt="2023-09-05T01:26:17.648" v="536" actId="1076"/>
          <ac:spMkLst>
            <pc:docMk/>
            <pc:sldMk cId="919220694" sldId="290"/>
            <ac:spMk id="36" creationId="{846113C3-6A4F-B534-A228-26A9AE65AE49}"/>
          </ac:spMkLst>
        </pc:spChg>
        <pc:spChg chg="add mod">
          <ac:chgData name="Wilmer Ortega Erazo" userId="19082e28a51afb61" providerId="LiveId" clId="{30D428CD-1BB2-4A03-8594-A68FE992CDE1}" dt="2023-09-05T01:26:17.648" v="536" actId="1076"/>
          <ac:spMkLst>
            <pc:docMk/>
            <pc:sldMk cId="919220694" sldId="290"/>
            <ac:spMk id="37" creationId="{5B528829-F3F8-B9C7-2C70-E2E0E7CC4633}"/>
          </ac:spMkLst>
        </pc:spChg>
        <pc:spChg chg="add mod">
          <ac:chgData name="Wilmer Ortega Erazo" userId="19082e28a51afb61" providerId="LiveId" clId="{30D428CD-1BB2-4A03-8594-A68FE992CDE1}" dt="2023-09-05T01:26:17.648" v="536" actId="1076"/>
          <ac:spMkLst>
            <pc:docMk/>
            <pc:sldMk cId="919220694" sldId="290"/>
            <ac:spMk id="38" creationId="{EDD2A5F0-959C-5ACC-17FF-9D005A283D19}"/>
          </ac:spMkLst>
        </pc:spChg>
        <pc:spChg chg="add mod">
          <ac:chgData name="Wilmer Ortega Erazo" userId="19082e28a51afb61" providerId="LiveId" clId="{30D428CD-1BB2-4A03-8594-A68FE992CDE1}" dt="2023-09-05T01:26:17.648" v="536" actId="1076"/>
          <ac:spMkLst>
            <pc:docMk/>
            <pc:sldMk cId="919220694" sldId="290"/>
            <ac:spMk id="39" creationId="{DD31C1DE-3112-4921-57BD-2009A968AE60}"/>
          </ac:spMkLst>
        </pc:spChg>
        <pc:spChg chg="add mod">
          <ac:chgData name="Wilmer Ortega Erazo" userId="19082e28a51afb61" providerId="LiveId" clId="{30D428CD-1BB2-4A03-8594-A68FE992CDE1}" dt="2023-09-05T01:26:17.648" v="536" actId="1076"/>
          <ac:spMkLst>
            <pc:docMk/>
            <pc:sldMk cId="919220694" sldId="290"/>
            <ac:spMk id="40" creationId="{3CF21045-E05E-84F0-A2ED-17565494669B}"/>
          </ac:spMkLst>
        </pc:spChg>
        <pc:spChg chg="add mod">
          <ac:chgData name="Wilmer Ortega Erazo" userId="19082e28a51afb61" providerId="LiveId" clId="{30D428CD-1BB2-4A03-8594-A68FE992CDE1}" dt="2023-09-05T01:26:17.648" v="536" actId="1076"/>
          <ac:spMkLst>
            <pc:docMk/>
            <pc:sldMk cId="919220694" sldId="290"/>
            <ac:spMk id="41" creationId="{A03BAF82-47A7-88DB-CB82-9EB8EDA4FA84}"/>
          </ac:spMkLst>
        </pc:spChg>
        <pc:spChg chg="add mod">
          <ac:chgData name="Wilmer Ortega Erazo" userId="19082e28a51afb61" providerId="LiveId" clId="{30D428CD-1BB2-4A03-8594-A68FE992CDE1}" dt="2023-09-05T01:26:17.648" v="536" actId="1076"/>
          <ac:spMkLst>
            <pc:docMk/>
            <pc:sldMk cId="919220694" sldId="290"/>
            <ac:spMk id="42" creationId="{D6FB5317-0D20-E56A-76F3-677C7BA68518}"/>
          </ac:spMkLst>
        </pc:spChg>
        <pc:spChg chg="add mod">
          <ac:chgData name="Wilmer Ortega Erazo" userId="19082e28a51afb61" providerId="LiveId" clId="{30D428CD-1BB2-4A03-8594-A68FE992CDE1}" dt="2023-09-05T01:26:17.648" v="536" actId="1076"/>
          <ac:spMkLst>
            <pc:docMk/>
            <pc:sldMk cId="919220694" sldId="290"/>
            <ac:spMk id="43" creationId="{130391BD-2414-F236-5AB3-5B3D32B8D7E6}"/>
          </ac:spMkLst>
        </pc:spChg>
        <pc:spChg chg="add mod">
          <ac:chgData name="Wilmer Ortega Erazo" userId="19082e28a51afb61" providerId="LiveId" clId="{30D428CD-1BB2-4A03-8594-A68FE992CDE1}" dt="2023-09-05T01:26:17.648" v="536" actId="1076"/>
          <ac:spMkLst>
            <pc:docMk/>
            <pc:sldMk cId="919220694" sldId="290"/>
            <ac:spMk id="44" creationId="{766581AE-76AD-B6DF-69D6-E0626B762D23}"/>
          </ac:spMkLst>
        </pc:spChg>
        <pc:spChg chg="add mod">
          <ac:chgData name="Wilmer Ortega Erazo" userId="19082e28a51afb61" providerId="LiveId" clId="{30D428CD-1BB2-4A03-8594-A68FE992CDE1}" dt="2023-09-05T01:26:17.648" v="536" actId="1076"/>
          <ac:spMkLst>
            <pc:docMk/>
            <pc:sldMk cId="919220694" sldId="290"/>
            <ac:spMk id="45" creationId="{17B92120-E8B9-7DFE-1F5A-E8EE75ECF028}"/>
          </ac:spMkLst>
        </pc:spChg>
        <pc:spChg chg="add mod">
          <ac:chgData name="Wilmer Ortega Erazo" userId="19082e28a51afb61" providerId="LiveId" clId="{30D428CD-1BB2-4A03-8594-A68FE992CDE1}" dt="2023-09-05T01:26:17.648" v="536" actId="1076"/>
          <ac:spMkLst>
            <pc:docMk/>
            <pc:sldMk cId="919220694" sldId="290"/>
            <ac:spMk id="46" creationId="{915F64FF-FC8B-A30D-B76B-B71F30DAA97D}"/>
          </ac:spMkLst>
        </pc:spChg>
        <pc:spChg chg="add mod">
          <ac:chgData name="Wilmer Ortega Erazo" userId="19082e28a51afb61" providerId="LiveId" clId="{30D428CD-1BB2-4A03-8594-A68FE992CDE1}" dt="2023-09-05T01:26:17.648" v="536" actId="1076"/>
          <ac:spMkLst>
            <pc:docMk/>
            <pc:sldMk cId="919220694" sldId="290"/>
            <ac:spMk id="47" creationId="{832C58C9-EE1E-F933-EB22-D2A0988DA4CE}"/>
          </ac:spMkLst>
        </pc:spChg>
        <pc:spChg chg="mod">
          <ac:chgData name="Wilmer Ortega Erazo" userId="19082e28a51afb61" providerId="LiveId" clId="{30D428CD-1BB2-4A03-8594-A68FE992CDE1}" dt="2023-09-05T01:26:17.648" v="536" actId="1076"/>
          <ac:spMkLst>
            <pc:docMk/>
            <pc:sldMk cId="919220694" sldId="290"/>
            <ac:spMk id="49" creationId="{E8A7F5C6-A197-40E0-E52B-13522B4E201F}"/>
          </ac:spMkLst>
        </pc:spChg>
        <pc:spChg chg="mod">
          <ac:chgData name="Wilmer Ortega Erazo" userId="19082e28a51afb61" providerId="LiveId" clId="{30D428CD-1BB2-4A03-8594-A68FE992CDE1}" dt="2023-09-05T01:26:17.648" v="536" actId="1076"/>
          <ac:spMkLst>
            <pc:docMk/>
            <pc:sldMk cId="919220694" sldId="290"/>
            <ac:spMk id="50" creationId="{65B63CEC-A002-B816-B837-DE412FB2AFCC}"/>
          </ac:spMkLst>
        </pc:spChg>
        <pc:spChg chg="add mod">
          <ac:chgData name="Wilmer Ortega Erazo" userId="19082e28a51afb61" providerId="LiveId" clId="{30D428CD-1BB2-4A03-8594-A68FE992CDE1}" dt="2023-09-05T01:26:17.648" v="536" actId="1076"/>
          <ac:spMkLst>
            <pc:docMk/>
            <pc:sldMk cId="919220694" sldId="290"/>
            <ac:spMk id="51" creationId="{00A57F3F-04C4-FC46-9397-EE7A05351E90}"/>
          </ac:spMkLst>
        </pc:spChg>
        <pc:spChg chg="add mod">
          <ac:chgData name="Wilmer Ortega Erazo" userId="19082e28a51afb61" providerId="LiveId" clId="{30D428CD-1BB2-4A03-8594-A68FE992CDE1}" dt="2023-09-05T01:26:17.648" v="536" actId="1076"/>
          <ac:spMkLst>
            <pc:docMk/>
            <pc:sldMk cId="919220694" sldId="290"/>
            <ac:spMk id="52" creationId="{C036C1C7-BE60-B4C8-0625-F29428558813}"/>
          </ac:spMkLst>
        </pc:spChg>
        <pc:spChg chg="add mod">
          <ac:chgData name="Wilmer Ortega Erazo" userId="19082e28a51afb61" providerId="LiveId" clId="{30D428CD-1BB2-4A03-8594-A68FE992CDE1}" dt="2023-09-05T01:26:17.648" v="536" actId="1076"/>
          <ac:spMkLst>
            <pc:docMk/>
            <pc:sldMk cId="919220694" sldId="290"/>
            <ac:spMk id="53" creationId="{A0422CED-43B0-7CD1-0449-22024466F33E}"/>
          </ac:spMkLst>
        </pc:spChg>
        <pc:spChg chg="add mod">
          <ac:chgData name="Wilmer Ortega Erazo" userId="19082e28a51afb61" providerId="LiveId" clId="{30D428CD-1BB2-4A03-8594-A68FE992CDE1}" dt="2023-09-05T01:26:17.648" v="536" actId="1076"/>
          <ac:spMkLst>
            <pc:docMk/>
            <pc:sldMk cId="919220694" sldId="290"/>
            <ac:spMk id="54" creationId="{4872EE90-7510-89A4-5B16-961FFD331AED}"/>
          </ac:spMkLst>
        </pc:spChg>
        <pc:spChg chg="add mod">
          <ac:chgData name="Wilmer Ortega Erazo" userId="19082e28a51afb61" providerId="LiveId" clId="{30D428CD-1BB2-4A03-8594-A68FE992CDE1}" dt="2023-09-05T01:26:17.648" v="536" actId="1076"/>
          <ac:spMkLst>
            <pc:docMk/>
            <pc:sldMk cId="919220694" sldId="290"/>
            <ac:spMk id="55" creationId="{6235CF67-C4AC-1C67-74C9-618B1F0D0739}"/>
          </ac:spMkLst>
        </pc:spChg>
        <pc:spChg chg="add mod">
          <ac:chgData name="Wilmer Ortega Erazo" userId="19082e28a51afb61" providerId="LiveId" clId="{30D428CD-1BB2-4A03-8594-A68FE992CDE1}" dt="2023-09-05T01:26:17.648" v="536" actId="1076"/>
          <ac:spMkLst>
            <pc:docMk/>
            <pc:sldMk cId="919220694" sldId="290"/>
            <ac:spMk id="56" creationId="{58726505-9DCB-4C3C-37E0-AE8CC83BDCC4}"/>
          </ac:spMkLst>
        </pc:spChg>
        <pc:spChg chg="add mod">
          <ac:chgData name="Wilmer Ortega Erazo" userId="19082e28a51afb61" providerId="LiveId" clId="{30D428CD-1BB2-4A03-8594-A68FE992CDE1}" dt="2023-09-05T01:26:17.648" v="536" actId="1076"/>
          <ac:spMkLst>
            <pc:docMk/>
            <pc:sldMk cId="919220694" sldId="290"/>
            <ac:spMk id="57" creationId="{89093424-9493-5EE2-9552-6AD581769740}"/>
          </ac:spMkLst>
        </pc:spChg>
        <pc:spChg chg="add mod">
          <ac:chgData name="Wilmer Ortega Erazo" userId="19082e28a51afb61" providerId="LiveId" clId="{30D428CD-1BB2-4A03-8594-A68FE992CDE1}" dt="2023-09-05T01:26:17.648" v="536" actId="1076"/>
          <ac:spMkLst>
            <pc:docMk/>
            <pc:sldMk cId="919220694" sldId="290"/>
            <ac:spMk id="58" creationId="{9726710E-8EEC-8F7B-FD55-2F3DD2D855DD}"/>
          </ac:spMkLst>
        </pc:spChg>
        <pc:spChg chg="add mod">
          <ac:chgData name="Wilmer Ortega Erazo" userId="19082e28a51afb61" providerId="LiveId" clId="{30D428CD-1BB2-4A03-8594-A68FE992CDE1}" dt="2023-09-05T01:26:17.648" v="536" actId="1076"/>
          <ac:spMkLst>
            <pc:docMk/>
            <pc:sldMk cId="919220694" sldId="290"/>
            <ac:spMk id="59" creationId="{62B39ED9-03FF-923D-DFFB-661DB6D808F6}"/>
          </ac:spMkLst>
        </pc:spChg>
        <pc:spChg chg="add mod">
          <ac:chgData name="Wilmer Ortega Erazo" userId="19082e28a51afb61" providerId="LiveId" clId="{30D428CD-1BB2-4A03-8594-A68FE992CDE1}" dt="2023-09-05T01:26:17.648" v="536" actId="1076"/>
          <ac:spMkLst>
            <pc:docMk/>
            <pc:sldMk cId="919220694" sldId="290"/>
            <ac:spMk id="60" creationId="{E4304B57-6D19-CCF2-B213-92D07017EA16}"/>
          </ac:spMkLst>
        </pc:spChg>
        <pc:spChg chg="add mod">
          <ac:chgData name="Wilmer Ortega Erazo" userId="19082e28a51afb61" providerId="LiveId" clId="{30D428CD-1BB2-4A03-8594-A68FE992CDE1}" dt="2023-09-05T01:26:17.648" v="536" actId="1076"/>
          <ac:spMkLst>
            <pc:docMk/>
            <pc:sldMk cId="919220694" sldId="290"/>
            <ac:spMk id="61" creationId="{9735694C-F0CC-753E-D258-81FFED9ECF14}"/>
          </ac:spMkLst>
        </pc:spChg>
        <pc:spChg chg="add mod">
          <ac:chgData name="Wilmer Ortega Erazo" userId="19082e28a51afb61" providerId="LiveId" clId="{30D428CD-1BB2-4A03-8594-A68FE992CDE1}" dt="2023-09-05T01:26:17.648" v="536" actId="1076"/>
          <ac:spMkLst>
            <pc:docMk/>
            <pc:sldMk cId="919220694" sldId="290"/>
            <ac:spMk id="62" creationId="{15B05DE0-0A6F-CCFE-1E95-1015B205F39A}"/>
          </ac:spMkLst>
        </pc:spChg>
        <pc:spChg chg="add mod">
          <ac:chgData name="Wilmer Ortega Erazo" userId="19082e28a51afb61" providerId="LiveId" clId="{30D428CD-1BB2-4A03-8594-A68FE992CDE1}" dt="2023-09-05T01:26:17.648" v="536" actId="1076"/>
          <ac:spMkLst>
            <pc:docMk/>
            <pc:sldMk cId="919220694" sldId="290"/>
            <ac:spMk id="63" creationId="{5EE8BBCF-14ED-24FF-008C-CF0AF5878A14}"/>
          </ac:spMkLst>
        </pc:spChg>
        <pc:spChg chg="add mod">
          <ac:chgData name="Wilmer Ortega Erazo" userId="19082e28a51afb61" providerId="LiveId" clId="{30D428CD-1BB2-4A03-8594-A68FE992CDE1}" dt="2023-09-05T01:26:17.648" v="536" actId="1076"/>
          <ac:spMkLst>
            <pc:docMk/>
            <pc:sldMk cId="919220694" sldId="290"/>
            <ac:spMk id="64" creationId="{5BD13983-0528-F3B0-E993-369D00A1E94C}"/>
          </ac:spMkLst>
        </pc:spChg>
        <pc:grpChg chg="del">
          <ac:chgData name="Wilmer Ortega Erazo" userId="19082e28a51afb61" providerId="LiveId" clId="{30D428CD-1BB2-4A03-8594-A68FE992CDE1}" dt="2023-09-05T01:26:03.478" v="534" actId="478"/>
          <ac:grpSpMkLst>
            <pc:docMk/>
            <pc:sldMk cId="919220694" sldId="290"/>
            <ac:grpSpMk id="10" creationId="{1FD471BA-0F9B-AA56-BD20-71404F9C05E6}"/>
          </ac:grpSpMkLst>
        </pc:grpChg>
        <pc:grpChg chg="add mod">
          <ac:chgData name="Wilmer Ortega Erazo" userId="19082e28a51afb61" providerId="LiveId" clId="{30D428CD-1BB2-4A03-8594-A68FE992CDE1}" dt="2023-09-05T01:26:17.648" v="536" actId="1076"/>
          <ac:grpSpMkLst>
            <pc:docMk/>
            <pc:sldMk cId="919220694" sldId="290"/>
            <ac:grpSpMk id="48" creationId="{FB69E3F1-A7C1-16AB-FA83-26BB308CD142}"/>
          </ac:grpSpMkLst>
        </pc:grpChg>
      </pc:sldChg>
      <pc:sldChg chg="addSp delSp modSp add">
        <pc:chgData name="Wilmer Ortega Erazo" userId="19082e28a51afb61" providerId="LiveId" clId="{30D428CD-1BB2-4A03-8594-A68FE992CDE1}" dt="2023-09-05T01:29:09.311" v="557" actId="1076"/>
        <pc:sldMkLst>
          <pc:docMk/>
          <pc:sldMk cId="978730975" sldId="291"/>
        </pc:sldMkLst>
        <pc:spChg chg="add mod">
          <ac:chgData name="Wilmer Ortega Erazo" userId="19082e28a51afb61" providerId="LiveId" clId="{30D428CD-1BB2-4A03-8594-A68FE992CDE1}" dt="2023-09-05T01:29:09.311" v="557" actId="1076"/>
          <ac:spMkLst>
            <pc:docMk/>
            <pc:sldMk cId="978730975" sldId="291"/>
            <ac:spMk id="3" creationId="{A28050C7-4C56-6A0A-810D-D914951409A2}"/>
          </ac:spMkLst>
        </pc:spChg>
        <pc:spChg chg="del">
          <ac:chgData name="Wilmer Ortega Erazo" userId="19082e28a51afb61" providerId="LiveId" clId="{30D428CD-1BB2-4A03-8594-A68FE992CDE1}" dt="2023-09-05T01:29:01.930" v="555" actId="478"/>
          <ac:spMkLst>
            <pc:docMk/>
            <pc:sldMk cId="978730975" sldId="291"/>
            <ac:spMk id="4" creationId="{A29C0834-3DBC-9FB3-0E0A-F77D599198EB}"/>
          </ac:spMkLst>
        </pc:spChg>
        <pc:spChg chg="add mod">
          <ac:chgData name="Wilmer Ortega Erazo" userId="19082e28a51afb61" providerId="LiveId" clId="{30D428CD-1BB2-4A03-8594-A68FE992CDE1}" dt="2023-09-05T01:29:09.311" v="557" actId="1076"/>
          <ac:spMkLst>
            <pc:docMk/>
            <pc:sldMk cId="978730975" sldId="291"/>
            <ac:spMk id="5" creationId="{D706CAF8-F257-B936-2CE4-C3EFF662FE02}"/>
          </ac:spMkLst>
        </pc:spChg>
        <pc:spChg chg="add mod">
          <ac:chgData name="Wilmer Ortega Erazo" userId="19082e28a51afb61" providerId="LiveId" clId="{30D428CD-1BB2-4A03-8594-A68FE992CDE1}" dt="2023-09-05T01:29:09.311" v="557" actId="1076"/>
          <ac:spMkLst>
            <pc:docMk/>
            <pc:sldMk cId="978730975" sldId="291"/>
            <ac:spMk id="7" creationId="{EC73DB14-719B-693E-D7D7-9BDBE71CCEF6}"/>
          </ac:spMkLst>
        </pc:spChg>
        <pc:spChg chg="add mod">
          <ac:chgData name="Wilmer Ortega Erazo" userId="19082e28a51afb61" providerId="LiveId" clId="{30D428CD-1BB2-4A03-8594-A68FE992CDE1}" dt="2023-09-05T01:29:09.311" v="557" actId="1076"/>
          <ac:spMkLst>
            <pc:docMk/>
            <pc:sldMk cId="978730975" sldId="291"/>
            <ac:spMk id="8" creationId="{59031919-C778-ADC0-4D46-4BBCB73CA1FB}"/>
          </ac:spMkLst>
        </pc:spChg>
        <pc:spChg chg="add mod">
          <ac:chgData name="Wilmer Ortega Erazo" userId="19082e28a51afb61" providerId="LiveId" clId="{30D428CD-1BB2-4A03-8594-A68FE992CDE1}" dt="2023-09-05T01:29:09.311" v="557" actId="1076"/>
          <ac:spMkLst>
            <pc:docMk/>
            <pc:sldMk cId="978730975" sldId="291"/>
            <ac:spMk id="9" creationId="{D56D0D83-02F0-C616-2B34-639583EE6656}"/>
          </ac:spMkLst>
        </pc:spChg>
        <pc:spChg chg="add mod">
          <ac:chgData name="Wilmer Ortega Erazo" userId="19082e28a51afb61" providerId="LiveId" clId="{30D428CD-1BB2-4A03-8594-A68FE992CDE1}" dt="2023-09-05T01:29:09.311" v="557" actId="1076"/>
          <ac:spMkLst>
            <pc:docMk/>
            <pc:sldMk cId="978730975" sldId="291"/>
            <ac:spMk id="10" creationId="{AA59B314-FA61-0596-B73A-FEA451630A6B}"/>
          </ac:spMkLst>
        </pc:spChg>
        <pc:spChg chg="mod">
          <ac:chgData name="Wilmer Ortega Erazo" userId="19082e28a51afb61" providerId="LiveId" clId="{30D428CD-1BB2-4A03-8594-A68FE992CDE1}" dt="2023-09-05T01:29:09.311" v="557" actId="1076"/>
          <ac:spMkLst>
            <pc:docMk/>
            <pc:sldMk cId="978730975" sldId="291"/>
            <ac:spMk id="12" creationId="{4FE2E37C-9033-AF2A-BAE7-08FC88BE1145}"/>
          </ac:spMkLst>
        </pc:spChg>
        <pc:spChg chg="mod">
          <ac:chgData name="Wilmer Ortega Erazo" userId="19082e28a51afb61" providerId="LiveId" clId="{30D428CD-1BB2-4A03-8594-A68FE992CDE1}" dt="2023-09-05T01:29:09.311" v="557" actId="1076"/>
          <ac:spMkLst>
            <pc:docMk/>
            <pc:sldMk cId="978730975" sldId="291"/>
            <ac:spMk id="13" creationId="{B0C6088E-9670-0F05-2A60-BF536E7DF622}"/>
          </ac:spMkLst>
        </pc:spChg>
        <pc:spChg chg="add mod">
          <ac:chgData name="Wilmer Ortega Erazo" userId="19082e28a51afb61" providerId="LiveId" clId="{30D428CD-1BB2-4A03-8594-A68FE992CDE1}" dt="2023-09-05T01:29:09.311" v="557" actId="1076"/>
          <ac:spMkLst>
            <pc:docMk/>
            <pc:sldMk cId="978730975" sldId="291"/>
            <ac:spMk id="14" creationId="{79310CD5-B93B-5578-6E0F-9AE73BE9F876}"/>
          </ac:spMkLst>
        </pc:spChg>
        <pc:spChg chg="add mod">
          <ac:chgData name="Wilmer Ortega Erazo" userId="19082e28a51afb61" providerId="LiveId" clId="{30D428CD-1BB2-4A03-8594-A68FE992CDE1}" dt="2023-09-05T01:29:09.311" v="557" actId="1076"/>
          <ac:spMkLst>
            <pc:docMk/>
            <pc:sldMk cId="978730975" sldId="291"/>
            <ac:spMk id="15" creationId="{25DD74CE-BAC1-1A04-8209-3E2C11514377}"/>
          </ac:spMkLst>
        </pc:spChg>
        <pc:spChg chg="add mod">
          <ac:chgData name="Wilmer Ortega Erazo" userId="19082e28a51afb61" providerId="LiveId" clId="{30D428CD-1BB2-4A03-8594-A68FE992CDE1}" dt="2023-09-05T01:29:09.311" v="557" actId="1076"/>
          <ac:spMkLst>
            <pc:docMk/>
            <pc:sldMk cId="978730975" sldId="291"/>
            <ac:spMk id="16" creationId="{797A3AA5-D8F9-4109-0C27-7DFD445A5486}"/>
          </ac:spMkLst>
        </pc:spChg>
        <pc:spChg chg="add mod">
          <ac:chgData name="Wilmer Ortega Erazo" userId="19082e28a51afb61" providerId="LiveId" clId="{30D428CD-1BB2-4A03-8594-A68FE992CDE1}" dt="2023-09-05T01:29:09.311" v="557" actId="1076"/>
          <ac:spMkLst>
            <pc:docMk/>
            <pc:sldMk cId="978730975" sldId="291"/>
            <ac:spMk id="17" creationId="{1C47F673-2BAA-7789-D7BC-69A2B5E65901}"/>
          </ac:spMkLst>
        </pc:spChg>
        <pc:spChg chg="add mod">
          <ac:chgData name="Wilmer Ortega Erazo" userId="19082e28a51afb61" providerId="LiveId" clId="{30D428CD-1BB2-4A03-8594-A68FE992CDE1}" dt="2023-09-05T01:29:09.311" v="557" actId="1076"/>
          <ac:spMkLst>
            <pc:docMk/>
            <pc:sldMk cId="978730975" sldId="291"/>
            <ac:spMk id="18" creationId="{FB68BDD6-0E2F-10E8-EFA2-DB9C4758B9E8}"/>
          </ac:spMkLst>
        </pc:spChg>
        <pc:spChg chg="add mod">
          <ac:chgData name="Wilmer Ortega Erazo" userId="19082e28a51afb61" providerId="LiveId" clId="{30D428CD-1BB2-4A03-8594-A68FE992CDE1}" dt="2023-09-05T01:29:09.311" v="557" actId="1076"/>
          <ac:spMkLst>
            <pc:docMk/>
            <pc:sldMk cId="978730975" sldId="291"/>
            <ac:spMk id="19" creationId="{15AD916C-5A35-A9FC-A3EA-66FDD3F346DA}"/>
          </ac:spMkLst>
        </pc:spChg>
        <pc:spChg chg="add mod">
          <ac:chgData name="Wilmer Ortega Erazo" userId="19082e28a51afb61" providerId="LiveId" clId="{30D428CD-1BB2-4A03-8594-A68FE992CDE1}" dt="2023-09-05T01:29:09.311" v="557" actId="1076"/>
          <ac:spMkLst>
            <pc:docMk/>
            <pc:sldMk cId="978730975" sldId="291"/>
            <ac:spMk id="20" creationId="{8C9108C4-8DBA-E0B5-270D-91CF516561C4}"/>
          </ac:spMkLst>
        </pc:spChg>
        <pc:spChg chg="add mod">
          <ac:chgData name="Wilmer Ortega Erazo" userId="19082e28a51afb61" providerId="LiveId" clId="{30D428CD-1BB2-4A03-8594-A68FE992CDE1}" dt="2023-09-05T01:29:09.311" v="557" actId="1076"/>
          <ac:spMkLst>
            <pc:docMk/>
            <pc:sldMk cId="978730975" sldId="291"/>
            <ac:spMk id="21" creationId="{D2D06B8C-48D8-0F7C-B8CE-DDE658F2D7A8}"/>
          </ac:spMkLst>
        </pc:spChg>
        <pc:spChg chg="add mod">
          <ac:chgData name="Wilmer Ortega Erazo" userId="19082e28a51afb61" providerId="LiveId" clId="{30D428CD-1BB2-4A03-8594-A68FE992CDE1}" dt="2023-09-05T01:29:09.311" v="557" actId="1076"/>
          <ac:spMkLst>
            <pc:docMk/>
            <pc:sldMk cId="978730975" sldId="291"/>
            <ac:spMk id="22" creationId="{ACC000E4-8E1C-D2A6-4A91-2A6ADA16DA11}"/>
          </ac:spMkLst>
        </pc:spChg>
        <pc:spChg chg="add mod">
          <ac:chgData name="Wilmer Ortega Erazo" userId="19082e28a51afb61" providerId="LiveId" clId="{30D428CD-1BB2-4A03-8594-A68FE992CDE1}" dt="2023-09-05T01:29:09.311" v="557" actId="1076"/>
          <ac:spMkLst>
            <pc:docMk/>
            <pc:sldMk cId="978730975" sldId="291"/>
            <ac:spMk id="23" creationId="{06B686DA-1CCC-6344-B176-E57D17132BD9}"/>
          </ac:spMkLst>
        </pc:spChg>
        <pc:spChg chg="add mod">
          <ac:chgData name="Wilmer Ortega Erazo" userId="19082e28a51afb61" providerId="LiveId" clId="{30D428CD-1BB2-4A03-8594-A68FE992CDE1}" dt="2023-09-05T01:29:09.311" v="557" actId="1076"/>
          <ac:spMkLst>
            <pc:docMk/>
            <pc:sldMk cId="978730975" sldId="291"/>
            <ac:spMk id="24" creationId="{8BD0F828-C98C-D89E-4A89-BADA09643E0A}"/>
          </ac:spMkLst>
        </pc:spChg>
        <pc:spChg chg="add mod">
          <ac:chgData name="Wilmer Ortega Erazo" userId="19082e28a51afb61" providerId="LiveId" clId="{30D428CD-1BB2-4A03-8594-A68FE992CDE1}" dt="2023-09-05T01:29:09.311" v="557" actId="1076"/>
          <ac:spMkLst>
            <pc:docMk/>
            <pc:sldMk cId="978730975" sldId="291"/>
            <ac:spMk id="25" creationId="{AB823F32-9612-2190-15C9-3D64414EA7FD}"/>
          </ac:spMkLst>
        </pc:spChg>
        <pc:spChg chg="add mod">
          <ac:chgData name="Wilmer Ortega Erazo" userId="19082e28a51afb61" providerId="LiveId" clId="{30D428CD-1BB2-4A03-8594-A68FE992CDE1}" dt="2023-09-05T01:29:09.311" v="557" actId="1076"/>
          <ac:spMkLst>
            <pc:docMk/>
            <pc:sldMk cId="978730975" sldId="291"/>
            <ac:spMk id="26" creationId="{CF080870-76F8-79CF-59E5-D8D1D2B568E9}"/>
          </ac:spMkLst>
        </pc:spChg>
        <pc:spChg chg="add mod">
          <ac:chgData name="Wilmer Ortega Erazo" userId="19082e28a51afb61" providerId="LiveId" clId="{30D428CD-1BB2-4A03-8594-A68FE992CDE1}" dt="2023-09-05T01:29:09.311" v="557" actId="1076"/>
          <ac:spMkLst>
            <pc:docMk/>
            <pc:sldMk cId="978730975" sldId="291"/>
            <ac:spMk id="27" creationId="{C17CF9C8-5AAE-13EB-2EE3-3F3B71FC7B64}"/>
          </ac:spMkLst>
        </pc:spChg>
        <pc:spChg chg="add mod">
          <ac:chgData name="Wilmer Ortega Erazo" userId="19082e28a51afb61" providerId="LiveId" clId="{30D428CD-1BB2-4A03-8594-A68FE992CDE1}" dt="2023-09-05T01:29:09.311" v="557" actId="1076"/>
          <ac:spMkLst>
            <pc:docMk/>
            <pc:sldMk cId="978730975" sldId="291"/>
            <ac:spMk id="28" creationId="{A9ACFCB8-5F20-D713-237A-DCFCA309DE4E}"/>
          </ac:spMkLst>
        </pc:spChg>
        <pc:spChg chg="add mod">
          <ac:chgData name="Wilmer Ortega Erazo" userId="19082e28a51afb61" providerId="LiveId" clId="{30D428CD-1BB2-4A03-8594-A68FE992CDE1}" dt="2023-09-05T01:29:09.311" v="557" actId="1076"/>
          <ac:spMkLst>
            <pc:docMk/>
            <pc:sldMk cId="978730975" sldId="291"/>
            <ac:spMk id="29" creationId="{74B56184-5785-E417-5AC3-6237056710E1}"/>
          </ac:spMkLst>
        </pc:spChg>
        <pc:spChg chg="add mod">
          <ac:chgData name="Wilmer Ortega Erazo" userId="19082e28a51afb61" providerId="LiveId" clId="{30D428CD-1BB2-4A03-8594-A68FE992CDE1}" dt="2023-09-05T01:29:09.311" v="557" actId="1076"/>
          <ac:spMkLst>
            <pc:docMk/>
            <pc:sldMk cId="978730975" sldId="291"/>
            <ac:spMk id="30" creationId="{C82B0AB6-3E36-E696-A1F6-F6E9C30FEB99}"/>
          </ac:spMkLst>
        </pc:spChg>
        <pc:spChg chg="add mod">
          <ac:chgData name="Wilmer Ortega Erazo" userId="19082e28a51afb61" providerId="LiveId" clId="{30D428CD-1BB2-4A03-8594-A68FE992CDE1}" dt="2023-09-05T01:29:09.311" v="557" actId="1076"/>
          <ac:spMkLst>
            <pc:docMk/>
            <pc:sldMk cId="978730975" sldId="291"/>
            <ac:spMk id="31" creationId="{DEEFC039-5C59-233A-6155-607AA155D30C}"/>
          </ac:spMkLst>
        </pc:spChg>
        <pc:spChg chg="add mod">
          <ac:chgData name="Wilmer Ortega Erazo" userId="19082e28a51afb61" providerId="LiveId" clId="{30D428CD-1BB2-4A03-8594-A68FE992CDE1}" dt="2023-09-05T01:29:09.311" v="557" actId="1076"/>
          <ac:spMkLst>
            <pc:docMk/>
            <pc:sldMk cId="978730975" sldId="291"/>
            <ac:spMk id="32" creationId="{57CD5F6A-FD91-2DDA-86AA-CBBE1FB1A83B}"/>
          </ac:spMkLst>
        </pc:spChg>
        <pc:spChg chg="add mod">
          <ac:chgData name="Wilmer Ortega Erazo" userId="19082e28a51afb61" providerId="LiveId" clId="{30D428CD-1BB2-4A03-8594-A68FE992CDE1}" dt="2023-09-05T01:29:09.311" v="557" actId="1076"/>
          <ac:spMkLst>
            <pc:docMk/>
            <pc:sldMk cId="978730975" sldId="291"/>
            <ac:spMk id="33" creationId="{A614D133-244D-E8FC-FDBF-0B8E807285DE}"/>
          </ac:spMkLst>
        </pc:spChg>
        <pc:spChg chg="add mod">
          <ac:chgData name="Wilmer Ortega Erazo" userId="19082e28a51afb61" providerId="LiveId" clId="{30D428CD-1BB2-4A03-8594-A68FE992CDE1}" dt="2023-09-05T01:29:09.311" v="557" actId="1076"/>
          <ac:spMkLst>
            <pc:docMk/>
            <pc:sldMk cId="978730975" sldId="291"/>
            <ac:spMk id="34" creationId="{3415E347-4C1E-9669-0061-71B37DAD5545}"/>
          </ac:spMkLst>
        </pc:spChg>
        <pc:spChg chg="del">
          <ac:chgData name="Wilmer Ortega Erazo" userId="19082e28a51afb61" providerId="LiveId" clId="{30D428CD-1BB2-4A03-8594-A68FE992CDE1}" dt="2023-09-05T01:29:01.930" v="555" actId="478"/>
          <ac:spMkLst>
            <pc:docMk/>
            <pc:sldMk cId="978730975" sldId="291"/>
            <ac:spMk id="35" creationId="{EF759D08-E3D8-09CF-00AD-BB1C754D16A6}"/>
          </ac:spMkLst>
        </pc:spChg>
        <pc:spChg chg="del">
          <ac:chgData name="Wilmer Ortega Erazo" userId="19082e28a51afb61" providerId="LiveId" clId="{30D428CD-1BB2-4A03-8594-A68FE992CDE1}" dt="2023-09-05T01:29:01.930" v="555" actId="478"/>
          <ac:spMkLst>
            <pc:docMk/>
            <pc:sldMk cId="978730975" sldId="291"/>
            <ac:spMk id="36" creationId="{846113C3-6A4F-B534-A228-26A9AE65AE49}"/>
          </ac:spMkLst>
        </pc:spChg>
        <pc:spChg chg="del">
          <ac:chgData name="Wilmer Ortega Erazo" userId="19082e28a51afb61" providerId="LiveId" clId="{30D428CD-1BB2-4A03-8594-A68FE992CDE1}" dt="2023-09-05T01:29:01.930" v="555" actId="478"/>
          <ac:spMkLst>
            <pc:docMk/>
            <pc:sldMk cId="978730975" sldId="291"/>
            <ac:spMk id="37" creationId="{5B528829-F3F8-B9C7-2C70-E2E0E7CC4633}"/>
          </ac:spMkLst>
        </pc:spChg>
        <pc:spChg chg="del">
          <ac:chgData name="Wilmer Ortega Erazo" userId="19082e28a51afb61" providerId="LiveId" clId="{30D428CD-1BB2-4A03-8594-A68FE992CDE1}" dt="2023-09-05T01:29:01.930" v="555" actId="478"/>
          <ac:spMkLst>
            <pc:docMk/>
            <pc:sldMk cId="978730975" sldId="291"/>
            <ac:spMk id="38" creationId="{EDD2A5F0-959C-5ACC-17FF-9D005A283D19}"/>
          </ac:spMkLst>
        </pc:spChg>
        <pc:spChg chg="del">
          <ac:chgData name="Wilmer Ortega Erazo" userId="19082e28a51afb61" providerId="LiveId" clId="{30D428CD-1BB2-4A03-8594-A68FE992CDE1}" dt="2023-09-05T01:29:01.930" v="555" actId="478"/>
          <ac:spMkLst>
            <pc:docMk/>
            <pc:sldMk cId="978730975" sldId="291"/>
            <ac:spMk id="39" creationId="{DD31C1DE-3112-4921-57BD-2009A968AE60}"/>
          </ac:spMkLst>
        </pc:spChg>
        <pc:spChg chg="del">
          <ac:chgData name="Wilmer Ortega Erazo" userId="19082e28a51afb61" providerId="LiveId" clId="{30D428CD-1BB2-4A03-8594-A68FE992CDE1}" dt="2023-09-05T01:29:01.930" v="555" actId="478"/>
          <ac:spMkLst>
            <pc:docMk/>
            <pc:sldMk cId="978730975" sldId="291"/>
            <ac:spMk id="40" creationId="{3CF21045-E05E-84F0-A2ED-17565494669B}"/>
          </ac:spMkLst>
        </pc:spChg>
        <pc:spChg chg="del">
          <ac:chgData name="Wilmer Ortega Erazo" userId="19082e28a51afb61" providerId="LiveId" clId="{30D428CD-1BB2-4A03-8594-A68FE992CDE1}" dt="2023-09-05T01:29:01.930" v="555" actId="478"/>
          <ac:spMkLst>
            <pc:docMk/>
            <pc:sldMk cId="978730975" sldId="291"/>
            <ac:spMk id="41" creationId="{A03BAF82-47A7-88DB-CB82-9EB8EDA4FA84}"/>
          </ac:spMkLst>
        </pc:spChg>
        <pc:spChg chg="del">
          <ac:chgData name="Wilmer Ortega Erazo" userId="19082e28a51afb61" providerId="LiveId" clId="{30D428CD-1BB2-4A03-8594-A68FE992CDE1}" dt="2023-09-05T01:29:01.930" v="555" actId="478"/>
          <ac:spMkLst>
            <pc:docMk/>
            <pc:sldMk cId="978730975" sldId="291"/>
            <ac:spMk id="42" creationId="{D6FB5317-0D20-E56A-76F3-677C7BA68518}"/>
          </ac:spMkLst>
        </pc:spChg>
        <pc:spChg chg="del">
          <ac:chgData name="Wilmer Ortega Erazo" userId="19082e28a51afb61" providerId="LiveId" clId="{30D428CD-1BB2-4A03-8594-A68FE992CDE1}" dt="2023-09-05T01:29:01.930" v="555" actId="478"/>
          <ac:spMkLst>
            <pc:docMk/>
            <pc:sldMk cId="978730975" sldId="291"/>
            <ac:spMk id="43" creationId="{130391BD-2414-F236-5AB3-5B3D32B8D7E6}"/>
          </ac:spMkLst>
        </pc:spChg>
        <pc:spChg chg="del">
          <ac:chgData name="Wilmer Ortega Erazo" userId="19082e28a51afb61" providerId="LiveId" clId="{30D428CD-1BB2-4A03-8594-A68FE992CDE1}" dt="2023-09-05T01:29:01.930" v="555" actId="478"/>
          <ac:spMkLst>
            <pc:docMk/>
            <pc:sldMk cId="978730975" sldId="291"/>
            <ac:spMk id="44" creationId="{766581AE-76AD-B6DF-69D6-E0626B762D23}"/>
          </ac:spMkLst>
        </pc:spChg>
        <pc:spChg chg="del">
          <ac:chgData name="Wilmer Ortega Erazo" userId="19082e28a51afb61" providerId="LiveId" clId="{30D428CD-1BB2-4A03-8594-A68FE992CDE1}" dt="2023-09-05T01:29:01.930" v="555" actId="478"/>
          <ac:spMkLst>
            <pc:docMk/>
            <pc:sldMk cId="978730975" sldId="291"/>
            <ac:spMk id="45" creationId="{17B92120-E8B9-7DFE-1F5A-E8EE75ECF028}"/>
          </ac:spMkLst>
        </pc:spChg>
        <pc:spChg chg="del">
          <ac:chgData name="Wilmer Ortega Erazo" userId="19082e28a51afb61" providerId="LiveId" clId="{30D428CD-1BB2-4A03-8594-A68FE992CDE1}" dt="2023-09-05T01:29:01.930" v="555" actId="478"/>
          <ac:spMkLst>
            <pc:docMk/>
            <pc:sldMk cId="978730975" sldId="291"/>
            <ac:spMk id="46" creationId="{915F64FF-FC8B-A30D-B76B-B71F30DAA97D}"/>
          </ac:spMkLst>
        </pc:spChg>
        <pc:spChg chg="del">
          <ac:chgData name="Wilmer Ortega Erazo" userId="19082e28a51afb61" providerId="LiveId" clId="{30D428CD-1BB2-4A03-8594-A68FE992CDE1}" dt="2023-09-05T01:29:01.930" v="555" actId="478"/>
          <ac:spMkLst>
            <pc:docMk/>
            <pc:sldMk cId="978730975" sldId="291"/>
            <ac:spMk id="47" creationId="{832C58C9-EE1E-F933-EB22-D2A0988DA4CE}"/>
          </ac:spMkLst>
        </pc:spChg>
        <pc:spChg chg="del">
          <ac:chgData name="Wilmer Ortega Erazo" userId="19082e28a51afb61" providerId="LiveId" clId="{30D428CD-1BB2-4A03-8594-A68FE992CDE1}" dt="2023-09-05T01:29:01.930" v="555" actId="478"/>
          <ac:spMkLst>
            <pc:docMk/>
            <pc:sldMk cId="978730975" sldId="291"/>
            <ac:spMk id="51" creationId="{00A57F3F-04C4-FC46-9397-EE7A05351E90}"/>
          </ac:spMkLst>
        </pc:spChg>
        <pc:spChg chg="del">
          <ac:chgData name="Wilmer Ortega Erazo" userId="19082e28a51afb61" providerId="LiveId" clId="{30D428CD-1BB2-4A03-8594-A68FE992CDE1}" dt="2023-09-05T01:29:01.930" v="555" actId="478"/>
          <ac:spMkLst>
            <pc:docMk/>
            <pc:sldMk cId="978730975" sldId="291"/>
            <ac:spMk id="52" creationId="{C036C1C7-BE60-B4C8-0625-F29428558813}"/>
          </ac:spMkLst>
        </pc:spChg>
        <pc:spChg chg="del">
          <ac:chgData name="Wilmer Ortega Erazo" userId="19082e28a51afb61" providerId="LiveId" clId="{30D428CD-1BB2-4A03-8594-A68FE992CDE1}" dt="2023-09-05T01:29:01.930" v="555" actId="478"/>
          <ac:spMkLst>
            <pc:docMk/>
            <pc:sldMk cId="978730975" sldId="291"/>
            <ac:spMk id="53" creationId="{A0422CED-43B0-7CD1-0449-22024466F33E}"/>
          </ac:spMkLst>
        </pc:spChg>
        <pc:spChg chg="del">
          <ac:chgData name="Wilmer Ortega Erazo" userId="19082e28a51afb61" providerId="LiveId" clId="{30D428CD-1BB2-4A03-8594-A68FE992CDE1}" dt="2023-09-05T01:29:01.930" v="555" actId="478"/>
          <ac:spMkLst>
            <pc:docMk/>
            <pc:sldMk cId="978730975" sldId="291"/>
            <ac:spMk id="54" creationId="{4872EE90-7510-89A4-5B16-961FFD331AED}"/>
          </ac:spMkLst>
        </pc:spChg>
        <pc:spChg chg="del">
          <ac:chgData name="Wilmer Ortega Erazo" userId="19082e28a51afb61" providerId="LiveId" clId="{30D428CD-1BB2-4A03-8594-A68FE992CDE1}" dt="2023-09-05T01:29:01.930" v="555" actId="478"/>
          <ac:spMkLst>
            <pc:docMk/>
            <pc:sldMk cId="978730975" sldId="291"/>
            <ac:spMk id="55" creationId="{6235CF67-C4AC-1C67-74C9-618B1F0D0739}"/>
          </ac:spMkLst>
        </pc:spChg>
        <pc:spChg chg="del">
          <ac:chgData name="Wilmer Ortega Erazo" userId="19082e28a51afb61" providerId="LiveId" clId="{30D428CD-1BB2-4A03-8594-A68FE992CDE1}" dt="2023-09-05T01:29:01.930" v="555" actId="478"/>
          <ac:spMkLst>
            <pc:docMk/>
            <pc:sldMk cId="978730975" sldId="291"/>
            <ac:spMk id="56" creationId="{58726505-9DCB-4C3C-37E0-AE8CC83BDCC4}"/>
          </ac:spMkLst>
        </pc:spChg>
        <pc:spChg chg="del">
          <ac:chgData name="Wilmer Ortega Erazo" userId="19082e28a51afb61" providerId="LiveId" clId="{30D428CD-1BB2-4A03-8594-A68FE992CDE1}" dt="2023-09-05T01:29:01.930" v="555" actId="478"/>
          <ac:spMkLst>
            <pc:docMk/>
            <pc:sldMk cId="978730975" sldId="291"/>
            <ac:spMk id="57" creationId="{89093424-9493-5EE2-9552-6AD581769740}"/>
          </ac:spMkLst>
        </pc:spChg>
        <pc:spChg chg="del">
          <ac:chgData name="Wilmer Ortega Erazo" userId="19082e28a51afb61" providerId="LiveId" clId="{30D428CD-1BB2-4A03-8594-A68FE992CDE1}" dt="2023-09-05T01:29:01.930" v="555" actId="478"/>
          <ac:spMkLst>
            <pc:docMk/>
            <pc:sldMk cId="978730975" sldId="291"/>
            <ac:spMk id="58" creationId="{9726710E-8EEC-8F7B-FD55-2F3DD2D855DD}"/>
          </ac:spMkLst>
        </pc:spChg>
        <pc:spChg chg="del">
          <ac:chgData name="Wilmer Ortega Erazo" userId="19082e28a51afb61" providerId="LiveId" clId="{30D428CD-1BB2-4A03-8594-A68FE992CDE1}" dt="2023-09-05T01:29:01.930" v="555" actId="478"/>
          <ac:spMkLst>
            <pc:docMk/>
            <pc:sldMk cId="978730975" sldId="291"/>
            <ac:spMk id="59" creationId="{62B39ED9-03FF-923D-DFFB-661DB6D808F6}"/>
          </ac:spMkLst>
        </pc:spChg>
        <pc:spChg chg="del">
          <ac:chgData name="Wilmer Ortega Erazo" userId="19082e28a51afb61" providerId="LiveId" clId="{30D428CD-1BB2-4A03-8594-A68FE992CDE1}" dt="2023-09-05T01:29:01.930" v="555" actId="478"/>
          <ac:spMkLst>
            <pc:docMk/>
            <pc:sldMk cId="978730975" sldId="291"/>
            <ac:spMk id="60" creationId="{E4304B57-6D19-CCF2-B213-92D07017EA16}"/>
          </ac:spMkLst>
        </pc:spChg>
        <pc:spChg chg="del">
          <ac:chgData name="Wilmer Ortega Erazo" userId="19082e28a51afb61" providerId="LiveId" clId="{30D428CD-1BB2-4A03-8594-A68FE992CDE1}" dt="2023-09-05T01:29:01.930" v="555" actId="478"/>
          <ac:spMkLst>
            <pc:docMk/>
            <pc:sldMk cId="978730975" sldId="291"/>
            <ac:spMk id="61" creationId="{9735694C-F0CC-753E-D258-81FFED9ECF14}"/>
          </ac:spMkLst>
        </pc:spChg>
        <pc:spChg chg="del">
          <ac:chgData name="Wilmer Ortega Erazo" userId="19082e28a51afb61" providerId="LiveId" clId="{30D428CD-1BB2-4A03-8594-A68FE992CDE1}" dt="2023-09-05T01:29:01.930" v="555" actId="478"/>
          <ac:spMkLst>
            <pc:docMk/>
            <pc:sldMk cId="978730975" sldId="291"/>
            <ac:spMk id="62" creationId="{15B05DE0-0A6F-CCFE-1E95-1015B205F39A}"/>
          </ac:spMkLst>
        </pc:spChg>
        <pc:spChg chg="del">
          <ac:chgData name="Wilmer Ortega Erazo" userId="19082e28a51afb61" providerId="LiveId" clId="{30D428CD-1BB2-4A03-8594-A68FE992CDE1}" dt="2023-09-05T01:29:01.930" v="555" actId="478"/>
          <ac:spMkLst>
            <pc:docMk/>
            <pc:sldMk cId="978730975" sldId="291"/>
            <ac:spMk id="63" creationId="{5EE8BBCF-14ED-24FF-008C-CF0AF5878A14}"/>
          </ac:spMkLst>
        </pc:spChg>
        <pc:spChg chg="del">
          <ac:chgData name="Wilmer Ortega Erazo" userId="19082e28a51afb61" providerId="LiveId" clId="{30D428CD-1BB2-4A03-8594-A68FE992CDE1}" dt="2023-09-05T01:29:01.930" v="555" actId="478"/>
          <ac:spMkLst>
            <pc:docMk/>
            <pc:sldMk cId="978730975" sldId="291"/>
            <ac:spMk id="64" creationId="{5BD13983-0528-F3B0-E993-369D00A1E94C}"/>
          </ac:spMkLst>
        </pc:spChg>
        <pc:spChg chg="add mod">
          <ac:chgData name="Wilmer Ortega Erazo" userId="19082e28a51afb61" providerId="LiveId" clId="{30D428CD-1BB2-4A03-8594-A68FE992CDE1}" dt="2023-09-05T01:29:09.311" v="557" actId="1076"/>
          <ac:spMkLst>
            <pc:docMk/>
            <pc:sldMk cId="978730975" sldId="291"/>
            <ac:spMk id="65" creationId="{C10461B4-4602-90DF-C20A-BF58759B85A2}"/>
          </ac:spMkLst>
        </pc:spChg>
        <pc:spChg chg="mod">
          <ac:chgData name="Wilmer Ortega Erazo" userId="19082e28a51afb61" providerId="LiveId" clId="{30D428CD-1BB2-4A03-8594-A68FE992CDE1}" dt="2023-09-05T01:29:09.311" v="557" actId="1076"/>
          <ac:spMkLst>
            <pc:docMk/>
            <pc:sldMk cId="978730975" sldId="291"/>
            <ac:spMk id="67" creationId="{50B3AE51-64C4-4F3A-8110-9351394ADE74}"/>
          </ac:spMkLst>
        </pc:spChg>
        <pc:spChg chg="mod">
          <ac:chgData name="Wilmer Ortega Erazo" userId="19082e28a51afb61" providerId="LiveId" clId="{30D428CD-1BB2-4A03-8594-A68FE992CDE1}" dt="2023-09-05T01:29:09.311" v="557" actId="1076"/>
          <ac:spMkLst>
            <pc:docMk/>
            <pc:sldMk cId="978730975" sldId="291"/>
            <ac:spMk id="68" creationId="{C9D144E5-F5AE-6A36-FB09-46273D3556EE}"/>
          </ac:spMkLst>
        </pc:spChg>
        <pc:spChg chg="add mod">
          <ac:chgData name="Wilmer Ortega Erazo" userId="19082e28a51afb61" providerId="LiveId" clId="{30D428CD-1BB2-4A03-8594-A68FE992CDE1}" dt="2023-09-05T01:29:09.311" v="557" actId="1076"/>
          <ac:spMkLst>
            <pc:docMk/>
            <pc:sldMk cId="978730975" sldId="291"/>
            <ac:spMk id="69" creationId="{6EF2A7E8-A6E1-50FE-73AD-351F73783564}"/>
          </ac:spMkLst>
        </pc:spChg>
        <pc:spChg chg="add mod">
          <ac:chgData name="Wilmer Ortega Erazo" userId="19082e28a51afb61" providerId="LiveId" clId="{30D428CD-1BB2-4A03-8594-A68FE992CDE1}" dt="2023-09-05T01:29:09.311" v="557" actId="1076"/>
          <ac:spMkLst>
            <pc:docMk/>
            <pc:sldMk cId="978730975" sldId="291"/>
            <ac:spMk id="70" creationId="{32CD9597-DCA1-0A73-51FC-AF1653E7C63C}"/>
          </ac:spMkLst>
        </pc:spChg>
        <pc:spChg chg="add mod">
          <ac:chgData name="Wilmer Ortega Erazo" userId="19082e28a51afb61" providerId="LiveId" clId="{30D428CD-1BB2-4A03-8594-A68FE992CDE1}" dt="2023-09-05T01:29:09.311" v="557" actId="1076"/>
          <ac:spMkLst>
            <pc:docMk/>
            <pc:sldMk cId="978730975" sldId="291"/>
            <ac:spMk id="71" creationId="{DFC6E761-E2DC-DB4C-97FF-F777CF422486}"/>
          </ac:spMkLst>
        </pc:spChg>
        <pc:spChg chg="add mod">
          <ac:chgData name="Wilmer Ortega Erazo" userId="19082e28a51afb61" providerId="LiveId" clId="{30D428CD-1BB2-4A03-8594-A68FE992CDE1}" dt="2023-09-05T01:29:09.311" v="557" actId="1076"/>
          <ac:spMkLst>
            <pc:docMk/>
            <pc:sldMk cId="978730975" sldId="291"/>
            <ac:spMk id="72" creationId="{F5030EF0-B2FB-732A-10C8-E902BB990559}"/>
          </ac:spMkLst>
        </pc:spChg>
        <pc:spChg chg="add mod">
          <ac:chgData name="Wilmer Ortega Erazo" userId="19082e28a51afb61" providerId="LiveId" clId="{30D428CD-1BB2-4A03-8594-A68FE992CDE1}" dt="2023-09-05T01:29:09.311" v="557" actId="1076"/>
          <ac:spMkLst>
            <pc:docMk/>
            <pc:sldMk cId="978730975" sldId="291"/>
            <ac:spMk id="73" creationId="{7CE69FE4-7954-961C-7777-0187ACB4F3CB}"/>
          </ac:spMkLst>
        </pc:spChg>
        <pc:spChg chg="add mod">
          <ac:chgData name="Wilmer Ortega Erazo" userId="19082e28a51afb61" providerId="LiveId" clId="{30D428CD-1BB2-4A03-8594-A68FE992CDE1}" dt="2023-09-05T01:29:09.311" v="557" actId="1076"/>
          <ac:spMkLst>
            <pc:docMk/>
            <pc:sldMk cId="978730975" sldId="291"/>
            <ac:spMk id="74" creationId="{8E8ABDD4-E3F0-1753-AD60-5C2DB82B7F9D}"/>
          </ac:spMkLst>
        </pc:spChg>
        <pc:spChg chg="add mod">
          <ac:chgData name="Wilmer Ortega Erazo" userId="19082e28a51afb61" providerId="LiveId" clId="{30D428CD-1BB2-4A03-8594-A68FE992CDE1}" dt="2023-09-05T01:29:09.311" v="557" actId="1076"/>
          <ac:spMkLst>
            <pc:docMk/>
            <pc:sldMk cId="978730975" sldId="291"/>
            <ac:spMk id="75" creationId="{6B195412-9B79-B04C-3963-22469010499D}"/>
          </ac:spMkLst>
        </pc:spChg>
        <pc:spChg chg="add mod">
          <ac:chgData name="Wilmer Ortega Erazo" userId="19082e28a51afb61" providerId="LiveId" clId="{30D428CD-1BB2-4A03-8594-A68FE992CDE1}" dt="2023-09-05T01:29:09.311" v="557" actId="1076"/>
          <ac:spMkLst>
            <pc:docMk/>
            <pc:sldMk cId="978730975" sldId="291"/>
            <ac:spMk id="76" creationId="{A63B769B-7A54-EB4C-5284-A254BBD24D9F}"/>
          </ac:spMkLst>
        </pc:spChg>
        <pc:spChg chg="add mod">
          <ac:chgData name="Wilmer Ortega Erazo" userId="19082e28a51afb61" providerId="LiveId" clId="{30D428CD-1BB2-4A03-8594-A68FE992CDE1}" dt="2023-09-05T01:29:09.311" v="557" actId="1076"/>
          <ac:spMkLst>
            <pc:docMk/>
            <pc:sldMk cId="978730975" sldId="291"/>
            <ac:spMk id="77" creationId="{1440C0AA-7B5E-E57A-C49D-1CC58E0D5384}"/>
          </ac:spMkLst>
        </pc:spChg>
        <pc:spChg chg="add mod">
          <ac:chgData name="Wilmer Ortega Erazo" userId="19082e28a51afb61" providerId="LiveId" clId="{30D428CD-1BB2-4A03-8594-A68FE992CDE1}" dt="2023-09-05T01:29:09.311" v="557" actId="1076"/>
          <ac:spMkLst>
            <pc:docMk/>
            <pc:sldMk cId="978730975" sldId="291"/>
            <ac:spMk id="78" creationId="{E0A662B3-8C0A-A676-3A28-EABD54534807}"/>
          </ac:spMkLst>
        </pc:spChg>
        <pc:spChg chg="add mod">
          <ac:chgData name="Wilmer Ortega Erazo" userId="19082e28a51afb61" providerId="LiveId" clId="{30D428CD-1BB2-4A03-8594-A68FE992CDE1}" dt="2023-09-05T01:29:09.311" v="557" actId="1076"/>
          <ac:spMkLst>
            <pc:docMk/>
            <pc:sldMk cId="978730975" sldId="291"/>
            <ac:spMk id="79" creationId="{778FFC87-6990-3DB0-D164-E84CCF1CF124}"/>
          </ac:spMkLst>
        </pc:spChg>
        <pc:spChg chg="add mod">
          <ac:chgData name="Wilmer Ortega Erazo" userId="19082e28a51afb61" providerId="LiveId" clId="{30D428CD-1BB2-4A03-8594-A68FE992CDE1}" dt="2023-09-05T01:29:09.311" v="557" actId="1076"/>
          <ac:spMkLst>
            <pc:docMk/>
            <pc:sldMk cId="978730975" sldId="291"/>
            <ac:spMk id="80" creationId="{1D472EA1-9AC2-BA93-8A7C-380644382C16}"/>
          </ac:spMkLst>
        </pc:spChg>
        <pc:spChg chg="add mod">
          <ac:chgData name="Wilmer Ortega Erazo" userId="19082e28a51afb61" providerId="LiveId" clId="{30D428CD-1BB2-4A03-8594-A68FE992CDE1}" dt="2023-09-05T01:29:09.311" v="557" actId="1076"/>
          <ac:spMkLst>
            <pc:docMk/>
            <pc:sldMk cId="978730975" sldId="291"/>
            <ac:spMk id="81" creationId="{016DCEBE-5156-EB76-6C91-A89120AD0AB6}"/>
          </ac:spMkLst>
        </pc:spChg>
        <pc:spChg chg="add mod">
          <ac:chgData name="Wilmer Ortega Erazo" userId="19082e28a51afb61" providerId="LiveId" clId="{30D428CD-1BB2-4A03-8594-A68FE992CDE1}" dt="2023-09-05T01:29:09.311" v="557" actId="1076"/>
          <ac:spMkLst>
            <pc:docMk/>
            <pc:sldMk cId="978730975" sldId="291"/>
            <ac:spMk id="82" creationId="{E5E66A92-9A0B-4D16-C8F5-67D7FEA9AAE0}"/>
          </ac:spMkLst>
        </pc:spChg>
        <pc:spChg chg="add mod">
          <ac:chgData name="Wilmer Ortega Erazo" userId="19082e28a51afb61" providerId="LiveId" clId="{30D428CD-1BB2-4A03-8594-A68FE992CDE1}" dt="2023-09-05T01:29:09.311" v="557" actId="1076"/>
          <ac:spMkLst>
            <pc:docMk/>
            <pc:sldMk cId="978730975" sldId="291"/>
            <ac:spMk id="83" creationId="{1599BE9D-9EBE-C0AF-C7C9-C6A43C08D955}"/>
          </ac:spMkLst>
        </pc:spChg>
        <pc:spChg chg="add mod">
          <ac:chgData name="Wilmer Ortega Erazo" userId="19082e28a51afb61" providerId="LiveId" clId="{30D428CD-1BB2-4A03-8594-A68FE992CDE1}" dt="2023-09-05T01:29:09.311" v="557" actId="1076"/>
          <ac:spMkLst>
            <pc:docMk/>
            <pc:sldMk cId="978730975" sldId="291"/>
            <ac:spMk id="84" creationId="{3B6BB628-D6EF-F7FE-E2BD-B5D6161AF6C4}"/>
          </ac:spMkLst>
        </pc:spChg>
        <pc:spChg chg="add mod">
          <ac:chgData name="Wilmer Ortega Erazo" userId="19082e28a51afb61" providerId="LiveId" clId="{30D428CD-1BB2-4A03-8594-A68FE992CDE1}" dt="2023-09-05T01:29:09.311" v="557" actId="1076"/>
          <ac:spMkLst>
            <pc:docMk/>
            <pc:sldMk cId="978730975" sldId="291"/>
            <ac:spMk id="85" creationId="{9BF15E90-D2C8-FE07-67E2-EF670BA58109}"/>
          </ac:spMkLst>
        </pc:spChg>
        <pc:spChg chg="add mod">
          <ac:chgData name="Wilmer Ortega Erazo" userId="19082e28a51afb61" providerId="LiveId" clId="{30D428CD-1BB2-4A03-8594-A68FE992CDE1}" dt="2023-09-05T01:29:09.311" v="557" actId="1076"/>
          <ac:spMkLst>
            <pc:docMk/>
            <pc:sldMk cId="978730975" sldId="291"/>
            <ac:spMk id="86" creationId="{0B6A1BBB-EFF7-371B-212A-73EA78E10578}"/>
          </ac:spMkLst>
        </pc:spChg>
        <pc:spChg chg="add mod">
          <ac:chgData name="Wilmer Ortega Erazo" userId="19082e28a51afb61" providerId="LiveId" clId="{30D428CD-1BB2-4A03-8594-A68FE992CDE1}" dt="2023-09-05T01:29:09.311" v="557" actId="1076"/>
          <ac:spMkLst>
            <pc:docMk/>
            <pc:sldMk cId="978730975" sldId="291"/>
            <ac:spMk id="87" creationId="{DB3E3369-93BD-F9C8-84EF-5FD294C06C2B}"/>
          </ac:spMkLst>
        </pc:spChg>
        <pc:spChg chg="add mod">
          <ac:chgData name="Wilmer Ortega Erazo" userId="19082e28a51afb61" providerId="LiveId" clId="{30D428CD-1BB2-4A03-8594-A68FE992CDE1}" dt="2023-09-05T01:29:09.311" v="557" actId="1076"/>
          <ac:spMkLst>
            <pc:docMk/>
            <pc:sldMk cId="978730975" sldId="291"/>
            <ac:spMk id="88" creationId="{AFE6A341-2F4D-1344-FCB2-562B90D9C40C}"/>
          </ac:spMkLst>
        </pc:spChg>
        <pc:spChg chg="add mod">
          <ac:chgData name="Wilmer Ortega Erazo" userId="19082e28a51afb61" providerId="LiveId" clId="{30D428CD-1BB2-4A03-8594-A68FE992CDE1}" dt="2023-09-05T01:29:09.311" v="557" actId="1076"/>
          <ac:spMkLst>
            <pc:docMk/>
            <pc:sldMk cId="978730975" sldId="291"/>
            <ac:spMk id="89" creationId="{C4E5E1A8-BF6C-B043-A66E-DFB98CB7CE4E}"/>
          </ac:spMkLst>
        </pc:spChg>
        <pc:spChg chg="add mod">
          <ac:chgData name="Wilmer Ortega Erazo" userId="19082e28a51afb61" providerId="LiveId" clId="{30D428CD-1BB2-4A03-8594-A68FE992CDE1}" dt="2023-09-05T01:29:09.311" v="557" actId="1076"/>
          <ac:spMkLst>
            <pc:docMk/>
            <pc:sldMk cId="978730975" sldId="291"/>
            <ac:spMk id="90" creationId="{908E1263-2C3F-E950-C0E6-DB5753F75F4A}"/>
          </ac:spMkLst>
        </pc:spChg>
        <pc:spChg chg="add mod">
          <ac:chgData name="Wilmer Ortega Erazo" userId="19082e28a51afb61" providerId="LiveId" clId="{30D428CD-1BB2-4A03-8594-A68FE992CDE1}" dt="2023-09-05T01:29:09.311" v="557" actId="1076"/>
          <ac:spMkLst>
            <pc:docMk/>
            <pc:sldMk cId="978730975" sldId="291"/>
            <ac:spMk id="91" creationId="{23DE639E-E921-F53F-D893-2EBF2496D9B0}"/>
          </ac:spMkLst>
        </pc:spChg>
        <pc:spChg chg="add mod">
          <ac:chgData name="Wilmer Ortega Erazo" userId="19082e28a51afb61" providerId="LiveId" clId="{30D428CD-1BB2-4A03-8594-A68FE992CDE1}" dt="2023-09-05T01:29:09.311" v="557" actId="1076"/>
          <ac:spMkLst>
            <pc:docMk/>
            <pc:sldMk cId="978730975" sldId="291"/>
            <ac:spMk id="92" creationId="{CD50C32F-6098-1B3C-BA30-F4EEEBD041F5}"/>
          </ac:spMkLst>
        </pc:spChg>
        <pc:spChg chg="add mod">
          <ac:chgData name="Wilmer Ortega Erazo" userId="19082e28a51afb61" providerId="LiveId" clId="{30D428CD-1BB2-4A03-8594-A68FE992CDE1}" dt="2023-09-05T01:29:09.311" v="557" actId="1076"/>
          <ac:spMkLst>
            <pc:docMk/>
            <pc:sldMk cId="978730975" sldId="291"/>
            <ac:spMk id="93" creationId="{588CFE83-D4C5-2C1F-739D-2ACA3C10611D}"/>
          </ac:spMkLst>
        </pc:spChg>
        <pc:spChg chg="add mod">
          <ac:chgData name="Wilmer Ortega Erazo" userId="19082e28a51afb61" providerId="LiveId" clId="{30D428CD-1BB2-4A03-8594-A68FE992CDE1}" dt="2023-09-05T01:29:09.311" v="557" actId="1076"/>
          <ac:spMkLst>
            <pc:docMk/>
            <pc:sldMk cId="978730975" sldId="291"/>
            <ac:spMk id="94" creationId="{6E6C0BF2-E0A5-1C4A-85F7-A29A20A0BD78}"/>
          </ac:spMkLst>
        </pc:spChg>
        <pc:spChg chg="add mod">
          <ac:chgData name="Wilmer Ortega Erazo" userId="19082e28a51afb61" providerId="LiveId" clId="{30D428CD-1BB2-4A03-8594-A68FE992CDE1}" dt="2023-09-05T01:29:09.311" v="557" actId="1076"/>
          <ac:spMkLst>
            <pc:docMk/>
            <pc:sldMk cId="978730975" sldId="291"/>
            <ac:spMk id="95" creationId="{9AAEE21B-D4E9-4FFD-9D76-23BF090FD2F1}"/>
          </ac:spMkLst>
        </pc:spChg>
        <pc:spChg chg="add mod">
          <ac:chgData name="Wilmer Ortega Erazo" userId="19082e28a51afb61" providerId="LiveId" clId="{30D428CD-1BB2-4A03-8594-A68FE992CDE1}" dt="2023-09-05T01:29:09.311" v="557" actId="1076"/>
          <ac:spMkLst>
            <pc:docMk/>
            <pc:sldMk cId="978730975" sldId="291"/>
            <ac:spMk id="96" creationId="{ABFFFA56-1DB4-D066-53DB-8FF1F099F718}"/>
          </ac:spMkLst>
        </pc:spChg>
        <pc:spChg chg="add mod">
          <ac:chgData name="Wilmer Ortega Erazo" userId="19082e28a51afb61" providerId="LiveId" clId="{30D428CD-1BB2-4A03-8594-A68FE992CDE1}" dt="2023-09-05T01:29:09.311" v="557" actId="1076"/>
          <ac:spMkLst>
            <pc:docMk/>
            <pc:sldMk cId="978730975" sldId="291"/>
            <ac:spMk id="97" creationId="{0257AC89-B982-6F87-CBB3-3D05CB200F8D}"/>
          </ac:spMkLst>
        </pc:spChg>
        <pc:spChg chg="add mod">
          <ac:chgData name="Wilmer Ortega Erazo" userId="19082e28a51afb61" providerId="LiveId" clId="{30D428CD-1BB2-4A03-8594-A68FE992CDE1}" dt="2023-09-05T01:29:09.311" v="557" actId="1076"/>
          <ac:spMkLst>
            <pc:docMk/>
            <pc:sldMk cId="978730975" sldId="291"/>
            <ac:spMk id="98" creationId="{8BA46035-1F9B-A32D-8E3C-4A371E8BF37C}"/>
          </ac:spMkLst>
        </pc:spChg>
        <pc:spChg chg="add mod">
          <ac:chgData name="Wilmer Ortega Erazo" userId="19082e28a51afb61" providerId="LiveId" clId="{30D428CD-1BB2-4A03-8594-A68FE992CDE1}" dt="2023-09-05T01:29:09.311" v="557" actId="1076"/>
          <ac:spMkLst>
            <pc:docMk/>
            <pc:sldMk cId="978730975" sldId="291"/>
            <ac:spMk id="99" creationId="{C9069E12-A4E6-4B48-FBEF-2FBDC224B6A8}"/>
          </ac:spMkLst>
        </pc:spChg>
        <pc:spChg chg="add mod">
          <ac:chgData name="Wilmer Ortega Erazo" userId="19082e28a51afb61" providerId="LiveId" clId="{30D428CD-1BB2-4A03-8594-A68FE992CDE1}" dt="2023-09-05T01:29:09.311" v="557" actId="1076"/>
          <ac:spMkLst>
            <pc:docMk/>
            <pc:sldMk cId="978730975" sldId="291"/>
            <ac:spMk id="100" creationId="{DE095695-EC6F-2656-460D-B3A18126F130}"/>
          </ac:spMkLst>
        </pc:spChg>
        <pc:spChg chg="add mod">
          <ac:chgData name="Wilmer Ortega Erazo" userId="19082e28a51afb61" providerId="LiveId" clId="{30D428CD-1BB2-4A03-8594-A68FE992CDE1}" dt="2023-09-05T01:29:09.311" v="557" actId="1076"/>
          <ac:spMkLst>
            <pc:docMk/>
            <pc:sldMk cId="978730975" sldId="291"/>
            <ac:spMk id="101" creationId="{1AAD3622-C386-61EF-B5D8-1634CE1369B4}"/>
          </ac:spMkLst>
        </pc:spChg>
        <pc:spChg chg="add mod">
          <ac:chgData name="Wilmer Ortega Erazo" userId="19082e28a51afb61" providerId="LiveId" clId="{30D428CD-1BB2-4A03-8594-A68FE992CDE1}" dt="2023-09-05T01:29:09.311" v="557" actId="1076"/>
          <ac:spMkLst>
            <pc:docMk/>
            <pc:sldMk cId="978730975" sldId="291"/>
            <ac:spMk id="102" creationId="{7B2B4416-0B13-CF0E-9587-404D51C94DF6}"/>
          </ac:spMkLst>
        </pc:spChg>
        <pc:spChg chg="add mod">
          <ac:chgData name="Wilmer Ortega Erazo" userId="19082e28a51afb61" providerId="LiveId" clId="{30D428CD-1BB2-4A03-8594-A68FE992CDE1}" dt="2023-09-05T01:29:09.311" v="557" actId="1076"/>
          <ac:spMkLst>
            <pc:docMk/>
            <pc:sldMk cId="978730975" sldId="291"/>
            <ac:spMk id="103" creationId="{9527342E-2C70-A25A-1CEA-AC1AC8910E84}"/>
          </ac:spMkLst>
        </pc:spChg>
        <pc:spChg chg="add mod">
          <ac:chgData name="Wilmer Ortega Erazo" userId="19082e28a51afb61" providerId="LiveId" clId="{30D428CD-1BB2-4A03-8594-A68FE992CDE1}" dt="2023-09-05T01:29:09.311" v="557" actId="1076"/>
          <ac:spMkLst>
            <pc:docMk/>
            <pc:sldMk cId="978730975" sldId="291"/>
            <ac:spMk id="104" creationId="{3B81FF88-FA43-A582-1A01-CC3153F013BA}"/>
          </ac:spMkLst>
        </pc:spChg>
        <pc:grpChg chg="add mod">
          <ac:chgData name="Wilmer Ortega Erazo" userId="19082e28a51afb61" providerId="LiveId" clId="{30D428CD-1BB2-4A03-8594-A68FE992CDE1}" dt="2023-09-05T01:29:09.311" v="557" actId="1076"/>
          <ac:grpSpMkLst>
            <pc:docMk/>
            <pc:sldMk cId="978730975" sldId="291"/>
            <ac:grpSpMk id="11" creationId="{FDB39646-F7E1-43BF-BCD5-944D61FCF344}"/>
          </ac:grpSpMkLst>
        </pc:grpChg>
        <pc:grpChg chg="del">
          <ac:chgData name="Wilmer Ortega Erazo" userId="19082e28a51afb61" providerId="LiveId" clId="{30D428CD-1BB2-4A03-8594-A68FE992CDE1}" dt="2023-09-05T01:29:01.930" v="555" actId="478"/>
          <ac:grpSpMkLst>
            <pc:docMk/>
            <pc:sldMk cId="978730975" sldId="291"/>
            <ac:grpSpMk id="48" creationId="{FB69E3F1-A7C1-16AB-FA83-26BB308CD142}"/>
          </ac:grpSpMkLst>
        </pc:grpChg>
        <pc:grpChg chg="add mod">
          <ac:chgData name="Wilmer Ortega Erazo" userId="19082e28a51afb61" providerId="LiveId" clId="{30D428CD-1BB2-4A03-8594-A68FE992CDE1}" dt="2023-09-05T01:29:09.311" v="557" actId="1076"/>
          <ac:grpSpMkLst>
            <pc:docMk/>
            <pc:sldMk cId="978730975" sldId="291"/>
            <ac:grpSpMk id="66" creationId="{C9F2F47E-595A-C0EC-93B9-B1CCF3D12DF7}"/>
          </ac:grpSpMkLst>
        </pc:grpChg>
      </pc:sldChg>
      <pc:sldChg chg="delSp modSp add mod ord">
        <pc:chgData name="Wilmer Ortega Erazo" userId="19082e28a51afb61" providerId="LiveId" clId="{30D428CD-1BB2-4A03-8594-A68FE992CDE1}" dt="2023-09-05T01:31:36.449" v="567" actId="33524"/>
        <pc:sldMkLst>
          <pc:docMk/>
          <pc:sldMk cId="4012074948" sldId="292"/>
        </pc:sldMkLst>
        <pc:spChg chg="mod">
          <ac:chgData name="Wilmer Ortega Erazo" userId="19082e28a51afb61" providerId="LiveId" clId="{30D428CD-1BB2-4A03-8594-A68FE992CDE1}" dt="2023-09-05T01:31:36.449" v="567" actId="33524"/>
          <ac:spMkLst>
            <pc:docMk/>
            <pc:sldMk cId="4012074948" sldId="292"/>
            <ac:spMk id="4" creationId="{A29C0834-3DBC-9FB3-0E0A-F77D599198EB}"/>
          </ac:spMkLst>
        </pc:spChg>
        <pc:spChg chg="del">
          <ac:chgData name="Wilmer Ortega Erazo" userId="19082e28a51afb61" providerId="LiveId" clId="{30D428CD-1BB2-4A03-8594-A68FE992CDE1}" dt="2023-09-05T01:30:51.178" v="561" actId="478"/>
          <ac:spMkLst>
            <pc:docMk/>
            <pc:sldMk cId="4012074948" sldId="292"/>
            <ac:spMk id="35" creationId="{EF759D08-E3D8-09CF-00AD-BB1C754D16A6}"/>
          </ac:spMkLst>
        </pc:spChg>
        <pc:spChg chg="del">
          <ac:chgData name="Wilmer Ortega Erazo" userId="19082e28a51afb61" providerId="LiveId" clId="{30D428CD-1BB2-4A03-8594-A68FE992CDE1}" dt="2023-09-05T01:30:51.178" v="561" actId="478"/>
          <ac:spMkLst>
            <pc:docMk/>
            <pc:sldMk cId="4012074948" sldId="292"/>
            <ac:spMk id="36" creationId="{846113C3-6A4F-B534-A228-26A9AE65AE49}"/>
          </ac:spMkLst>
        </pc:spChg>
        <pc:spChg chg="del">
          <ac:chgData name="Wilmer Ortega Erazo" userId="19082e28a51afb61" providerId="LiveId" clId="{30D428CD-1BB2-4A03-8594-A68FE992CDE1}" dt="2023-09-05T01:30:51.178" v="561" actId="478"/>
          <ac:spMkLst>
            <pc:docMk/>
            <pc:sldMk cId="4012074948" sldId="292"/>
            <ac:spMk id="37" creationId="{5B528829-F3F8-B9C7-2C70-E2E0E7CC4633}"/>
          </ac:spMkLst>
        </pc:spChg>
        <pc:spChg chg="del">
          <ac:chgData name="Wilmer Ortega Erazo" userId="19082e28a51afb61" providerId="LiveId" clId="{30D428CD-1BB2-4A03-8594-A68FE992CDE1}" dt="2023-09-05T01:30:51.178" v="561" actId="478"/>
          <ac:spMkLst>
            <pc:docMk/>
            <pc:sldMk cId="4012074948" sldId="292"/>
            <ac:spMk id="38" creationId="{EDD2A5F0-959C-5ACC-17FF-9D005A283D19}"/>
          </ac:spMkLst>
        </pc:spChg>
        <pc:spChg chg="del">
          <ac:chgData name="Wilmer Ortega Erazo" userId="19082e28a51afb61" providerId="LiveId" clId="{30D428CD-1BB2-4A03-8594-A68FE992CDE1}" dt="2023-09-05T01:30:51.178" v="561" actId="478"/>
          <ac:spMkLst>
            <pc:docMk/>
            <pc:sldMk cId="4012074948" sldId="292"/>
            <ac:spMk id="39" creationId="{DD31C1DE-3112-4921-57BD-2009A968AE60}"/>
          </ac:spMkLst>
        </pc:spChg>
        <pc:spChg chg="del">
          <ac:chgData name="Wilmer Ortega Erazo" userId="19082e28a51afb61" providerId="LiveId" clId="{30D428CD-1BB2-4A03-8594-A68FE992CDE1}" dt="2023-09-05T01:30:51.178" v="561" actId="478"/>
          <ac:spMkLst>
            <pc:docMk/>
            <pc:sldMk cId="4012074948" sldId="292"/>
            <ac:spMk id="40" creationId="{3CF21045-E05E-84F0-A2ED-17565494669B}"/>
          </ac:spMkLst>
        </pc:spChg>
        <pc:spChg chg="del">
          <ac:chgData name="Wilmer Ortega Erazo" userId="19082e28a51afb61" providerId="LiveId" clId="{30D428CD-1BB2-4A03-8594-A68FE992CDE1}" dt="2023-09-05T01:30:51.178" v="561" actId="478"/>
          <ac:spMkLst>
            <pc:docMk/>
            <pc:sldMk cId="4012074948" sldId="292"/>
            <ac:spMk id="41" creationId="{A03BAF82-47A7-88DB-CB82-9EB8EDA4FA84}"/>
          </ac:spMkLst>
        </pc:spChg>
        <pc:spChg chg="del">
          <ac:chgData name="Wilmer Ortega Erazo" userId="19082e28a51afb61" providerId="LiveId" clId="{30D428CD-1BB2-4A03-8594-A68FE992CDE1}" dt="2023-09-05T01:30:51.178" v="561" actId="478"/>
          <ac:spMkLst>
            <pc:docMk/>
            <pc:sldMk cId="4012074948" sldId="292"/>
            <ac:spMk id="42" creationId="{D6FB5317-0D20-E56A-76F3-677C7BA68518}"/>
          </ac:spMkLst>
        </pc:spChg>
        <pc:spChg chg="del">
          <ac:chgData name="Wilmer Ortega Erazo" userId="19082e28a51afb61" providerId="LiveId" clId="{30D428CD-1BB2-4A03-8594-A68FE992CDE1}" dt="2023-09-05T01:30:51.178" v="561" actId="478"/>
          <ac:spMkLst>
            <pc:docMk/>
            <pc:sldMk cId="4012074948" sldId="292"/>
            <ac:spMk id="43" creationId="{130391BD-2414-F236-5AB3-5B3D32B8D7E6}"/>
          </ac:spMkLst>
        </pc:spChg>
        <pc:spChg chg="del">
          <ac:chgData name="Wilmer Ortega Erazo" userId="19082e28a51afb61" providerId="LiveId" clId="{30D428CD-1BB2-4A03-8594-A68FE992CDE1}" dt="2023-09-05T01:30:51.178" v="561" actId="478"/>
          <ac:spMkLst>
            <pc:docMk/>
            <pc:sldMk cId="4012074948" sldId="292"/>
            <ac:spMk id="44" creationId="{766581AE-76AD-B6DF-69D6-E0626B762D23}"/>
          </ac:spMkLst>
        </pc:spChg>
        <pc:spChg chg="del">
          <ac:chgData name="Wilmer Ortega Erazo" userId="19082e28a51afb61" providerId="LiveId" clId="{30D428CD-1BB2-4A03-8594-A68FE992CDE1}" dt="2023-09-05T01:30:51.178" v="561" actId="478"/>
          <ac:spMkLst>
            <pc:docMk/>
            <pc:sldMk cId="4012074948" sldId="292"/>
            <ac:spMk id="45" creationId="{17B92120-E8B9-7DFE-1F5A-E8EE75ECF028}"/>
          </ac:spMkLst>
        </pc:spChg>
        <pc:spChg chg="del">
          <ac:chgData name="Wilmer Ortega Erazo" userId="19082e28a51afb61" providerId="LiveId" clId="{30D428CD-1BB2-4A03-8594-A68FE992CDE1}" dt="2023-09-05T01:30:51.178" v="561" actId="478"/>
          <ac:spMkLst>
            <pc:docMk/>
            <pc:sldMk cId="4012074948" sldId="292"/>
            <ac:spMk id="46" creationId="{915F64FF-FC8B-A30D-B76B-B71F30DAA97D}"/>
          </ac:spMkLst>
        </pc:spChg>
        <pc:spChg chg="del">
          <ac:chgData name="Wilmer Ortega Erazo" userId="19082e28a51afb61" providerId="LiveId" clId="{30D428CD-1BB2-4A03-8594-A68FE992CDE1}" dt="2023-09-05T01:30:51.178" v="561" actId="478"/>
          <ac:spMkLst>
            <pc:docMk/>
            <pc:sldMk cId="4012074948" sldId="292"/>
            <ac:spMk id="47" creationId="{832C58C9-EE1E-F933-EB22-D2A0988DA4CE}"/>
          </ac:spMkLst>
        </pc:spChg>
        <pc:spChg chg="del">
          <ac:chgData name="Wilmer Ortega Erazo" userId="19082e28a51afb61" providerId="LiveId" clId="{30D428CD-1BB2-4A03-8594-A68FE992CDE1}" dt="2023-09-05T01:30:51.178" v="561" actId="478"/>
          <ac:spMkLst>
            <pc:docMk/>
            <pc:sldMk cId="4012074948" sldId="292"/>
            <ac:spMk id="51" creationId="{00A57F3F-04C4-FC46-9397-EE7A05351E90}"/>
          </ac:spMkLst>
        </pc:spChg>
        <pc:spChg chg="del">
          <ac:chgData name="Wilmer Ortega Erazo" userId="19082e28a51afb61" providerId="LiveId" clId="{30D428CD-1BB2-4A03-8594-A68FE992CDE1}" dt="2023-09-05T01:30:51.178" v="561" actId="478"/>
          <ac:spMkLst>
            <pc:docMk/>
            <pc:sldMk cId="4012074948" sldId="292"/>
            <ac:spMk id="52" creationId="{C036C1C7-BE60-B4C8-0625-F29428558813}"/>
          </ac:spMkLst>
        </pc:spChg>
        <pc:spChg chg="del">
          <ac:chgData name="Wilmer Ortega Erazo" userId="19082e28a51afb61" providerId="LiveId" clId="{30D428CD-1BB2-4A03-8594-A68FE992CDE1}" dt="2023-09-05T01:30:51.178" v="561" actId="478"/>
          <ac:spMkLst>
            <pc:docMk/>
            <pc:sldMk cId="4012074948" sldId="292"/>
            <ac:spMk id="53" creationId="{A0422CED-43B0-7CD1-0449-22024466F33E}"/>
          </ac:spMkLst>
        </pc:spChg>
        <pc:spChg chg="del">
          <ac:chgData name="Wilmer Ortega Erazo" userId="19082e28a51afb61" providerId="LiveId" clId="{30D428CD-1BB2-4A03-8594-A68FE992CDE1}" dt="2023-09-05T01:30:51.178" v="561" actId="478"/>
          <ac:spMkLst>
            <pc:docMk/>
            <pc:sldMk cId="4012074948" sldId="292"/>
            <ac:spMk id="54" creationId="{4872EE90-7510-89A4-5B16-961FFD331AED}"/>
          </ac:spMkLst>
        </pc:spChg>
        <pc:spChg chg="del">
          <ac:chgData name="Wilmer Ortega Erazo" userId="19082e28a51afb61" providerId="LiveId" clId="{30D428CD-1BB2-4A03-8594-A68FE992CDE1}" dt="2023-09-05T01:30:51.178" v="561" actId="478"/>
          <ac:spMkLst>
            <pc:docMk/>
            <pc:sldMk cId="4012074948" sldId="292"/>
            <ac:spMk id="55" creationId="{6235CF67-C4AC-1C67-74C9-618B1F0D0739}"/>
          </ac:spMkLst>
        </pc:spChg>
        <pc:spChg chg="del">
          <ac:chgData name="Wilmer Ortega Erazo" userId="19082e28a51afb61" providerId="LiveId" clId="{30D428CD-1BB2-4A03-8594-A68FE992CDE1}" dt="2023-09-05T01:30:51.178" v="561" actId="478"/>
          <ac:spMkLst>
            <pc:docMk/>
            <pc:sldMk cId="4012074948" sldId="292"/>
            <ac:spMk id="56" creationId="{58726505-9DCB-4C3C-37E0-AE8CC83BDCC4}"/>
          </ac:spMkLst>
        </pc:spChg>
        <pc:spChg chg="del">
          <ac:chgData name="Wilmer Ortega Erazo" userId="19082e28a51afb61" providerId="LiveId" clId="{30D428CD-1BB2-4A03-8594-A68FE992CDE1}" dt="2023-09-05T01:30:51.178" v="561" actId="478"/>
          <ac:spMkLst>
            <pc:docMk/>
            <pc:sldMk cId="4012074948" sldId="292"/>
            <ac:spMk id="57" creationId="{89093424-9493-5EE2-9552-6AD581769740}"/>
          </ac:spMkLst>
        </pc:spChg>
        <pc:spChg chg="del">
          <ac:chgData name="Wilmer Ortega Erazo" userId="19082e28a51afb61" providerId="LiveId" clId="{30D428CD-1BB2-4A03-8594-A68FE992CDE1}" dt="2023-09-05T01:30:51.178" v="561" actId="478"/>
          <ac:spMkLst>
            <pc:docMk/>
            <pc:sldMk cId="4012074948" sldId="292"/>
            <ac:spMk id="58" creationId="{9726710E-8EEC-8F7B-FD55-2F3DD2D855DD}"/>
          </ac:spMkLst>
        </pc:spChg>
        <pc:spChg chg="del">
          <ac:chgData name="Wilmer Ortega Erazo" userId="19082e28a51afb61" providerId="LiveId" clId="{30D428CD-1BB2-4A03-8594-A68FE992CDE1}" dt="2023-09-05T01:30:51.178" v="561" actId="478"/>
          <ac:spMkLst>
            <pc:docMk/>
            <pc:sldMk cId="4012074948" sldId="292"/>
            <ac:spMk id="59" creationId="{62B39ED9-03FF-923D-DFFB-661DB6D808F6}"/>
          </ac:spMkLst>
        </pc:spChg>
        <pc:spChg chg="del">
          <ac:chgData name="Wilmer Ortega Erazo" userId="19082e28a51afb61" providerId="LiveId" clId="{30D428CD-1BB2-4A03-8594-A68FE992CDE1}" dt="2023-09-05T01:30:51.178" v="561" actId="478"/>
          <ac:spMkLst>
            <pc:docMk/>
            <pc:sldMk cId="4012074948" sldId="292"/>
            <ac:spMk id="60" creationId="{E4304B57-6D19-CCF2-B213-92D07017EA16}"/>
          </ac:spMkLst>
        </pc:spChg>
        <pc:spChg chg="del">
          <ac:chgData name="Wilmer Ortega Erazo" userId="19082e28a51afb61" providerId="LiveId" clId="{30D428CD-1BB2-4A03-8594-A68FE992CDE1}" dt="2023-09-05T01:30:51.178" v="561" actId="478"/>
          <ac:spMkLst>
            <pc:docMk/>
            <pc:sldMk cId="4012074948" sldId="292"/>
            <ac:spMk id="61" creationId="{9735694C-F0CC-753E-D258-81FFED9ECF14}"/>
          </ac:spMkLst>
        </pc:spChg>
        <pc:spChg chg="del">
          <ac:chgData name="Wilmer Ortega Erazo" userId="19082e28a51afb61" providerId="LiveId" clId="{30D428CD-1BB2-4A03-8594-A68FE992CDE1}" dt="2023-09-05T01:30:51.178" v="561" actId="478"/>
          <ac:spMkLst>
            <pc:docMk/>
            <pc:sldMk cId="4012074948" sldId="292"/>
            <ac:spMk id="62" creationId="{15B05DE0-0A6F-CCFE-1E95-1015B205F39A}"/>
          </ac:spMkLst>
        </pc:spChg>
        <pc:spChg chg="del">
          <ac:chgData name="Wilmer Ortega Erazo" userId="19082e28a51afb61" providerId="LiveId" clId="{30D428CD-1BB2-4A03-8594-A68FE992CDE1}" dt="2023-09-05T01:30:51.178" v="561" actId="478"/>
          <ac:spMkLst>
            <pc:docMk/>
            <pc:sldMk cId="4012074948" sldId="292"/>
            <ac:spMk id="63" creationId="{5EE8BBCF-14ED-24FF-008C-CF0AF5878A14}"/>
          </ac:spMkLst>
        </pc:spChg>
        <pc:spChg chg="del">
          <ac:chgData name="Wilmer Ortega Erazo" userId="19082e28a51afb61" providerId="LiveId" clId="{30D428CD-1BB2-4A03-8594-A68FE992CDE1}" dt="2023-09-05T01:30:51.178" v="561" actId="478"/>
          <ac:spMkLst>
            <pc:docMk/>
            <pc:sldMk cId="4012074948" sldId="292"/>
            <ac:spMk id="64" creationId="{5BD13983-0528-F3B0-E993-369D00A1E94C}"/>
          </ac:spMkLst>
        </pc:spChg>
        <pc:grpChg chg="del">
          <ac:chgData name="Wilmer Ortega Erazo" userId="19082e28a51afb61" providerId="LiveId" clId="{30D428CD-1BB2-4A03-8594-A68FE992CDE1}" dt="2023-09-05T01:30:51.178" v="561" actId="478"/>
          <ac:grpSpMkLst>
            <pc:docMk/>
            <pc:sldMk cId="4012074948" sldId="292"/>
            <ac:grpSpMk id="48" creationId="{FB69E3F1-A7C1-16AB-FA83-26BB308CD142}"/>
          </ac:grpSpMkLst>
        </pc:grpChg>
      </pc:sldChg>
      <pc:sldChg chg="modSp add mod">
        <pc:chgData name="Wilmer Ortega Erazo" userId="19082e28a51afb61" providerId="LiveId" clId="{30D428CD-1BB2-4A03-8594-A68FE992CDE1}" dt="2023-09-05T01:32:03.854" v="570" actId="255"/>
        <pc:sldMkLst>
          <pc:docMk/>
          <pc:sldMk cId="900314451" sldId="293"/>
        </pc:sldMkLst>
        <pc:spChg chg="mod">
          <ac:chgData name="Wilmer Ortega Erazo" userId="19082e28a51afb61" providerId="LiveId" clId="{30D428CD-1BB2-4A03-8594-A68FE992CDE1}" dt="2023-09-05T01:32:03.854" v="570" actId="255"/>
          <ac:spMkLst>
            <pc:docMk/>
            <pc:sldMk cId="900314451" sldId="293"/>
            <ac:spMk id="4" creationId="{A29C0834-3DBC-9FB3-0E0A-F77D599198EB}"/>
          </ac:spMkLst>
        </pc:spChg>
      </pc:sldChg>
      <pc:sldChg chg="addSp modSp add mod ord">
        <pc:chgData name="Wilmer Ortega Erazo" userId="19082e28a51afb61" providerId="LiveId" clId="{30D428CD-1BB2-4A03-8594-A68FE992CDE1}" dt="2023-09-12T01:47:27.099" v="702"/>
        <pc:sldMkLst>
          <pc:docMk/>
          <pc:sldMk cId="70218217" sldId="294"/>
        </pc:sldMkLst>
        <pc:spChg chg="add mod">
          <ac:chgData name="Wilmer Ortega Erazo" userId="19082e28a51afb61" providerId="LiveId" clId="{30D428CD-1BB2-4A03-8594-A68FE992CDE1}" dt="2023-09-05T01:37:07.417" v="576" actId="1076"/>
          <ac:spMkLst>
            <pc:docMk/>
            <pc:sldMk cId="70218217" sldId="294"/>
            <ac:spMk id="3" creationId="{964CD30E-C6E3-8C35-48C2-3E708151CEFD}"/>
          </ac:spMkLst>
        </pc:spChg>
        <pc:spChg chg="mod">
          <ac:chgData name="Wilmer Ortega Erazo" userId="19082e28a51afb61" providerId="LiveId" clId="{30D428CD-1BB2-4A03-8594-A68FE992CDE1}" dt="2023-09-05T01:36:45.883" v="573"/>
          <ac:spMkLst>
            <pc:docMk/>
            <pc:sldMk cId="70218217" sldId="294"/>
            <ac:spMk id="4" creationId="{A29C0834-3DBC-9FB3-0E0A-F77D599198EB}"/>
          </ac:spMkLst>
        </pc:spChg>
        <pc:spChg chg="add mod">
          <ac:chgData name="Wilmer Ortega Erazo" userId="19082e28a51afb61" providerId="LiveId" clId="{30D428CD-1BB2-4A03-8594-A68FE992CDE1}" dt="2023-09-05T01:37:07.417" v="576" actId="1076"/>
          <ac:spMkLst>
            <pc:docMk/>
            <pc:sldMk cId="70218217" sldId="294"/>
            <ac:spMk id="5" creationId="{813BCF18-D3F7-E6D7-E07D-0B7D73791E71}"/>
          </ac:spMkLst>
        </pc:spChg>
        <pc:spChg chg="add mod">
          <ac:chgData name="Wilmer Ortega Erazo" userId="19082e28a51afb61" providerId="LiveId" clId="{30D428CD-1BB2-4A03-8594-A68FE992CDE1}" dt="2023-09-05T01:37:07.417" v="576" actId="1076"/>
          <ac:spMkLst>
            <pc:docMk/>
            <pc:sldMk cId="70218217" sldId="294"/>
            <ac:spMk id="7" creationId="{E65962B5-3116-6E4B-E8B6-C6767AA76D65}"/>
          </ac:spMkLst>
        </pc:spChg>
        <pc:spChg chg="add mod">
          <ac:chgData name="Wilmer Ortega Erazo" userId="19082e28a51afb61" providerId="LiveId" clId="{30D428CD-1BB2-4A03-8594-A68FE992CDE1}" dt="2023-09-05T01:37:07.417" v="576" actId="1076"/>
          <ac:spMkLst>
            <pc:docMk/>
            <pc:sldMk cId="70218217" sldId="294"/>
            <ac:spMk id="8" creationId="{1829381E-7E9C-C939-762D-30CF49F0A857}"/>
          </ac:spMkLst>
        </pc:spChg>
        <pc:spChg chg="add mod">
          <ac:chgData name="Wilmer Ortega Erazo" userId="19082e28a51afb61" providerId="LiveId" clId="{30D428CD-1BB2-4A03-8594-A68FE992CDE1}" dt="2023-09-05T01:37:07.417" v="576" actId="1076"/>
          <ac:spMkLst>
            <pc:docMk/>
            <pc:sldMk cId="70218217" sldId="294"/>
            <ac:spMk id="13" creationId="{DC54ED64-DB46-1D7D-F72E-3C226195069B}"/>
          </ac:spMkLst>
        </pc:spChg>
        <pc:spChg chg="add mod">
          <ac:chgData name="Wilmer Ortega Erazo" userId="19082e28a51afb61" providerId="LiveId" clId="{30D428CD-1BB2-4A03-8594-A68FE992CDE1}" dt="2023-09-05T01:37:07.417" v="576" actId="1076"/>
          <ac:spMkLst>
            <pc:docMk/>
            <pc:sldMk cId="70218217" sldId="294"/>
            <ac:spMk id="18" creationId="{A2AA4D10-D4CE-BD71-A228-CD9CC36BE258}"/>
          </ac:spMkLst>
        </pc:spChg>
        <pc:spChg chg="add mod">
          <ac:chgData name="Wilmer Ortega Erazo" userId="19082e28a51afb61" providerId="LiveId" clId="{30D428CD-1BB2-4A03-8594-A68FE992CDE1}" dt="2023-09-05T01:37:07.417" v="576" actId="1076"/>
          <ac:spMkLst>
            <pc:docMk/>
            <pc:sldMk cId="70218217" sldId="294"/>
            <ac:spMk id="21" creationId="{DDFA1BC5-29BE-56A3-CE62-65AA2047AF85}"/>
          </ac:spMkLst>
        </pc:spChg>
        <pc:spChg chg="add mod">
          <ac:chgData name="Wilmer Ortega Erazo" userId="19082e28a51afb61" providerId="LiveId" clId="{30D428CD-1BB2-4A03-8594-A68FE992CDE1}" dt="2023-09-05T01:37:11.414" v="577" actId="1076"/>
          <ac:spMkLst>
            <pc:docMk/>
            <pc:sldMk cId="70218217" sldId="294"/>
            <ac:spMk id="24" creationId="{25A14CA6-4C07-1123-B97C-D07DB6F9D692}"/>
          </ac:spMkLst>
        </pc:spChg>
        <pc:cxnChg chg="add mod">
          <ac:chgData name="Wilmer Ortega Erazo" userId="19082e28a51afb61" providerId="LiveId" clId="{30D428CD-1BB2-4A03-8594-A68FE992CDE1}" dt="2023-09-05T01:37:07.417" v="576" actId="1076"/>
          <ac:cxnSpMkLst>
            <pc:docMk/>
            <pc:sldMk cId="70218217" sldId="294"/>
            <ac:cxnSpMk id="9" creationId="{24F9ACF9-A19A-1BF8-D501-CE0CB5A16712}"/>
          </ac:cxnSpMkLst>
        </pc:cxnChg>
        <pc:cxnChg chg="add mod">
          <ac:chgData name="Wilmer Ortega Erazo" userId="19082e28a51afb61" providerId="LiveId" clId="{30D428CD-1BB2-4A03-8594-A68FE992CDE1}" dt="2023-09-05T01:37:07.417" v="576" actId="1076"/>
          <ac:cxnSpMkLst>
            <pc:docMk/>
            <pc:sldMk cId="70218217" sldId="294"/>
            <ac:cxnSpMk id="10" creationId="{6543BC31-870E-8EFB-11BF-0901845981BF}"/>
          </ac:cxnSpMkLst>
        </pc:cxnChg>
        <pc:cxnChg chg="add mod">
          <ac:chgData name="Wilmer Ortega Erazo" userId="19082e28a51afb61" providerId="LiveId" clId="{30D428CD-1BB2-4A03-8594-A68FE992CDE1}" dt="2023-09-05T01:37:07.417" v="576" actId="1076"/>
          <ac:cxnSpMkLst>
            <pc:docMk/>
            <pc:sldMk cId="70218217" sldId="294"/>
            <ac:cxnSpMk id="11" creationId="{7C67E872-4AAB-27A5-0608-776A6063B4F8}"/>
          </ac:cxnSpMkLst>
        </pc:cxnChg>
        <pc:cxnChg chg="add mod">
          <ac:chgData name="Wilmer Ortega Erazo" userId="19082e28a51afb61" providerId="LiveId" clId="{30D428CD-1BB2-4A03-8594-A68FE992CDE1}" dt="2023-09-05T01:37:07.417" v="576" actId="1076"/>
          <ac:cxnSpMkLst>
            <pc:docMk/>
            <pc:sldMk cId="70218217" sldId="294"/>
            <ac:cxnSpMk id="12" creationId="{5D63B112-9364-2992-3CE7-D2DE97DB5B9F}"/>
          </ac:cxnSpMkLst>
        </pc:cxnChg>
        <pc:cxnChg chg="add mod">
          <ac:chgData name="Wilmer Ortega Erazo" userId="19082e28a51afb61" providerId="LiveId" clId="{30D428CD-1BB2-4A03-8594-A68FE992CDE1}" dt="2023-09-05T01:37:07.417" v="576" actId="1076"/>
          <ac:cxnSpMkLst>
            <pc:docMk/>
            <pc:sldMk cId="70218217" sldId="294"/>
            <ac:cxnSpMk id="14" creationId="{39F496CE-0143-D4BB-664B-D7EB01CBBC66}"/>
          </ac:cxnSpMkLst>
        </pc:cxnChg>
        <pc:cxnChg chg="add mod">
          <ac:chgData name="Wilmer Ortega Erazo" userId="19082e28a51afb61" providerId="LiveId" clId="{30D428CD-1BB2-4A03-8594-A68FE992CDE1}" dt="2023-09-05T01:37:07.417" v="576" actId="1076"/>
          <ac:cxnSpMkLst>
            <pc:docMk/>
            <pc:sldMk cId="70218217" sldId="294"/>
            <ac:cxnSpMk id="15" creationId="{D7BC473F-2131-8EBC-3730-EEE16BE3EC84}"/>
          </ac:cxnSpMkLst>
        </pc:cxnChg>
        <pc:cxnChg chg="add mod">
          <ac:chgData name="Wilmer Ortega Erazo" userId="19082e28a51afb61" providerId="LiveId" clId="{30D428CD-1BB2-4A03-8594-A68FE992CDE1}" dt="2023-09-05T01:37:07.417" v="576" actId="1076"/>
          <ac:cxnSpMkLst>
            <pc:docMk/>
            <pc:sldMk cId="70218217" sldId="294"/>
            <ac:cxnSpMk id="16" creationId="{4F0CD806-B0CF-AEFD-0AF9-BE9FC29774D9}"/>
          </ac:cxnSpMkLst>
        </pc:cxnChg>
        <pc:cxnChg chg="add mod">
          <ac:chgData name="Wilmer Ortega Erazo" userId="19082e28a51afb61" providerId="LiveId" clId="{30D428CD-1BB2-4A03-8594-A68FE992CDE1}" dt="2023-09-05T01:37:07.417" v="576" actId="1076"/>
          <ac:cxnSpMkLst>
            <pc:docMk/>
            <pc:sldMk cId="70218217" sldId="294"/>
            <ac:cxnSpMk id="17" creationId="{ED4A778D-F0A6-84B1-9AD3-2FCD5A85F4A1}"/>
          </ac:cxnSpMkLst>
        </pc:cxnChg>
        <pc:cxnChg chg="add mod">
          <ac:chgData name="Wilmer Ortega Erazo" userId="19082e28a51afb61" providerId="LiveId" clId="{30D428CD-1BB2-4A03-8594-A68FE992CDE1}" dt="2023-09-05T01:37:07.417" v="576" actId="1076"/>
          <ac:cxnSpMkLst>
            <pc:docMk/>
            <pc:sldMk cId="70218217" sldId="294"/>
            <ac:cxnSpMk id="19" creationId="{0F64F7D6-EDE8-29A3-DD85-FFAED54F4418}"/>
          </ac:cxnSpMkLst>
        </pc:cxnChg>
        <pc:cxnChg chg="add mod">
          <ac:chgData name="Wilmer Ortega Erazo" userId="19082e28a51afb61" providerId="LiveId" clId="{30D428CD-1BB2-4A03-8594-A68FE992CDE1}" dt="2023-09-05T01:37:07.417" v="576" actId="1076"/>
          <ac:cxnSpMkLst>
            <pc:docMk/>
            <pc:sldMk cId="70218217" sldId="294"/>
            <ac:cxnSpMk id="20" creationId="{C17A7339-629D-31E9-0B2D-A5951E7361A8}"/>
          </ac:cxnSpMkLst>
        </pc:cxnChg>
        <pc:cxnChg chg="add mod">
          <ac:chgData name="Wilmer Ortega Erazo" userId="19082e28a51afb61" providerId="LiveId" clId="{30D428CD-1BB2-4A03-8594-A68FE992CDE1}" dt="2023-09-05T01:37:07.417" v="576" actId="1076"/>
          <ac:cxnSpMkLst>
            <pc:docMk/>
            <pc:sldMk cId="70218217" sldId="294"/>
            <ac:cxnSpMk id="22" creationId="{17CF0DDD-C2BF-F25B-FC81-B8E968DCE345}"/>
          </ac:cxnSpMkLst>
        </pc:cxnChg>
        <pc:cxnChg chg="add mod">
          <ac:chgData name="Wilmer Ortega Erazo" userId="19082e28a51afb61" providerId="LiveId" clId="{30D428CD-1BB2-4A03-8594-A68FE992CDE1}" dt="2023-09-05T01:37:07.417" v="576" actId="1076"/>
          <ac:cxnSpMkLst>
            <pc:docMk/>
            <pc:sldMk cId="70218217" sldId="294"/>
            <ac:cxnSpMk id="23" creationId="{40E76D67-4239-02F8-F936-65AE3C69CBB1}"/>
          </ac:cxnSpMkLst>
        </pc:cxnChg>
        <pc:cxnChg chg="add mod">
          <ac:chgData name="Wilmer Ortega Erazo" userId="19082e28a51afb61" providerId="LiveId" clId="{30D428CD-1BB2-4A03-8594-A68FE992CDE1}" dt="2023-09-05T01:37:11.414" v="577" actId="1076"/>
          <ac:cxnSpMkLst>
            <pc:docMk/>
            <pc:sldMk cId="70218217" sldId="294"/>
            <ac:cxnSpMk id="25" creationId="{133F3073-D759-F03E-2C66-07CF8DAB68F8}"/>
          </ac:cxnSpMkLst>
        </pc:cxnChg>
      </pc:sldChg>
      <pc:sldChg chg="addSp delSp modSp add mod">
        <pc:chgData name="Wilmer Ortega Erazo" userId="19082e28a51afb61" providerId="LiveId" clId="{30D428CD-1BB2-4A03-8594-A68FE992CDE1}" dt="2023-09-05T01:39:43.337" v="585" actId="790"/>
        <pc:sldMkLst>
          <pc:docMk/>
          <pc:sldMk cId="1383735728" sldId="295"/>
        </pc:sldMkLst>
        <pc:spChg chg="del">
          <ac:chgData name="Wilmer Ortega Erazo" userId="19082e28a51afb61" providerId="LiveId" clId="{30D428CD-1BB2-4A03-8594-A68FE992CDE1}" dt="2023-09-05T01:37:33.374" v="579" actId="478"/>
          <ac:spMkLst>
            <pc:docMk/>
            <pc:sldMk cId="1383735728" sldId="295"/>
            <ac:spMk id="3" creationId="{964CD30E-C6E3-8C35-48C2-3E708151CEFD}"/>
          </ac:spMkLst>
        </pc:spChg>
        <pc:spChg chg="mod">
          <ac:chgData name="Wilmer Ortega Erazo" userId="19082e28a51afb61" providerId="LiveId" clId="{30D428CD-1BB2-4A03-8594-A68FE992CDE1}" dt="2023-09-05T01:39:43.337" v="585" actId="790"/>
          <ac:spMkLst>
            <pc:docMk/>
            <pc:sldMk cId="1383735728" sldId="295"/>
            <ac:spMk id="4" creationId="{A29C0834-3DBC-9FB3-0E0A-F77D599198EB}"/>
          </ac:spMkLst>
        </pc:spChg>
        <pc:spChg chg="del">
          <ac:chgData name="Wilmer Ortega Erazo" userId="19082e28a51afb61" providerId="LiveId" clId="{30D428CD-1BB2-4A03-8594-A68FE992CDE1}" dt="2023-09-05T01:37:33.374" v="579" actId="478"/>
          <ac:spMkLst>
            <pc:docMk/>
            <pc:sldMk cId="1383735728" sldId="295"/>
            <ac:spMk id="5" creationId="{813BCF18-D3F7-E6D7-E07D-0B7D73791E71}"/>
          </ac:spMkLst>
        </pc:spChg>
        <pc:spChg chg="del">
          <ac:chgData name="Wilmer Ortega Erazo" userId="19082e28a51afb61" providerId="LiveId" clId="{30D428CD-1BB2-4A03-8594-A68FE992CDE1}" dt="2023-09-05T01:37:33.374" v="579" actId="478"/>
          <ac:spMkLst>
            <pc:docMk/>
            <pc:sldMk cId="1383735728" sldId="295"/>
            <ac:spMk id="7" creationId="{E65962B5-3116-6E4B-E8B6-C6767AA76D65}"/>
          </ac:spMkLst>
        </pc:spChg>
        <pc:spChg chg="del">
          <ac:chgData name="Wilmer Ortega Erazo" userId="19082e28a51afb61" providerId="LiveId" clId="{30D428CD-1BB2-4A03-8594-A68FE992CDE1}" dt="2023-09-05T01:37:33.374" v="579" actId="478"/>
          <ac:spMkLst>
            <pc:docMk/>
            <pc:sldMk cId="1383735728" sldId="295"/>
            <ac:spMk id="8" creationId="{1829381E-7E9C-C939-762D-30CF49F0A857}"/>
          </ac:spMkLst>
        </pc:spChg>
        <pc:spChg chg="del">
          <ac:chgData name="Wilmer Ortega Erazo" userId="19082e28a51afb61" providerId="LiveId" clId="{30D428CD-1BB2-4A03-8594-A68FE992CDE1}" dt="2023-09-05T01:37:33.374" v="579" actId="478"/>
          <ac:spMkLst>
            <pc:docMk/>
            <pc:sldMk cId="1383735728" sldId="295"/>
            <ac:spMk id="13" creationId="{DC54ED64-DB46-1D7D-F72E-3C226195069B}"/>
          </ac:spMkLst>
        </pc:spChg>
        <pc:spChg chg="del">
          <ac:chgData name="Wilmer Ortega Erazo" userId="19082e28a51afb61" providerId="LiveId" clId="{30D428CD-1BB2-4A03-8594-A68FE992CDE1}" dt="2023-09-05T01:37:33.374" v="579" actId="478"/>
          <ac:spMkLst>
            <pc:docMk/>
            <pc:sldMk cId="1383735728" sldId="295"/>
            <ac:spMk id="18" creationId="{A2AA4D10-D4CE-BD71-A228-CD9CC36BE258}"/>
          </ac:spMkLst>
        </pc:spChg>
        <pc:spChg chg="del">
          <ac:chgData name="Wilmer Ortega Erazo" userId="19082e28a51afb61" providerId="LiveId" clId="{30D428CD-1BB2-4A03-8594-A68FE992CDE1}" dt="2023-09-05T01:37:33.374" v="579" actId="478"/>
          <ac:spMkLst>
            <pc:docMk/>
            <pc:sldMk cId="1383735728" sldId="295"/>
            <ac:spMk id="21" creationId="{DDFA1BC5-29BE-56A3-CE62-65AA2047AF85}"/>
          </ac:spMkLst>
        </pc:spChg>
        <pc:spChg chg="del">
          <ac:chgData name="Wilmer Ortega Erazo" userId="19082e28a51afb61" providerId="LiveId" clId="{30D428CD-1BB2-4A03-8594-A68FE992CDE1}" dt="2023-09-05T01:37:33.374" v="579" actId="478"/>
          <ac:spMkLst>
            <pc:docMk/>
            <pc:sldMk cId="1383735728" sldId="295"/>
            <ac:spMk id="24" creationId="{25A14CA6-4C07-1123-B97C-D07DB6F9D692}"/>
          </ac:spMkLst>
        </pc:spChg>
        <pc:spChg chg="add mod">
          <ac:chgData name="Wilmer Ortega Erazo" userId="19082e28a51afb61" providerId="LiveId" clId="{30D428CD-1BB2-4A03-8594-A68FE992CDE1}" dt="2023-09-05T01:37:50.896" v="582" actId="1076"/>
          <ac:spMkLst>
            <pc:docMk/>
            <pc:sldMk cId="1383735728" sldId="295"/>
            <ac:spMk id="26" creationId="{5AA81B2E-B8E3-4F54-D810-498A795FBC37}"/>
          </ac:spMkLst>
        </pc:spChg>
        <pc:spChg chg="add mod">
          <ac:chgData name="Wilmer Ortega Erazo" userId="19082e28a51afb61" providerId="LiveId" clId="{30D428CD-1BB2-4A03-8594-A68FE992CDE1}" dt="2023-09-05T01:37:50.896" v="582" actId="1076"/>
          <ac:spMkLst>
            <pc:docMk/>
            <pc:sldMk cId="1383735728" sldId="295"/>
            <ac:spMk id="27" creationId="{C63A21F6-A434-3C8A-6292-44CBC43A2995}"/>
          </ac:spMkLst>
        </pc:spChg>
        <pc:spChg chg="add mod">
          <ac:chgData name="Wilmer Ortega Erazo" userId="19082e28a51afb61" providerId="LiveId" clId="{30D428CD-1BB2-4A03-8594-A68FE992CDE1}" dt="2023-09-05T01:37:50.896" v="582" actId="1076"/>
          <ac:spMkLst>
            <pc:docMk/>
            <pc:sldMk cId="1383735728" sldId="295"/>
            <ac:spMk id="28" creationId="{DC9CA36F-79E2-B65D-3152-6C6226FD1FC4}"/>
          </ac:spMkLst>
        </pc:spChg>
        <pc:spChg chg="add mod">
          <ac:chgData name="Wilmer Ortega Erazo" userId="19082e28a51afb61" providerId="LiveId" clId="{30D428CD-1BB2-4A03-8594-A68FE992CDE1}" dt="2023-09-05T01:37:50.896" v="582" actId="1076"/>
          <ac:spMkLst>
            <pc:docMk/>
            <pc:sldMk cId="1383735728" sldId="295"/>
            <ac:spMk id="29" creationId="{2B0015CF-D090-5893-68CE-0D7CC23AF696}"/>
          </ac:spMkLst>
        </pc:spChg>
        <pc:spChg chg="add mod">
          <ac:chgData name="Wilmer Ortega Erazo" userId="19082e28a51afb61" providerId="LiveId" clId="{30D428CD-1BB2-4A03-8594-A68FE992CDE1}" dt="2023-09-05T01:37:50.896" v="582" actId="1076"/>
          <ac:spMkLst>
            <pc:docMk/>
            <pc:sldMk cId="1383735728" sldId="295"/>
            <ac:spMk id="30" creationId="{1A08BE54-707F-6C98-1F2C-5A98DA20D3EB}"/>
          </ac:spMkLst>
        </pc:spChg>
        <pc:spChg chg="mod">
          <ac:chgData name="Wilmer Ortega Erazo" userId="19082e28a51afb61" providerId="LiveId" clId="{30D428CD-1BB2-4A03-8594-A68FE992CDE1}" dt="2023-09-05T01:37:50.896" v="582" actId="1076"/>
          <ac:spMkLst>
            <pc:docMk/>
            <pc:sldMk cId="1383735728" sldId="295"/>
            <ac:spMk id="32" creationId="{A58E7D76-1A07-F45E-55D3-2A94F677B0CE}"/>
          </ac:spMkLst>
        </pc:spChg>
        <pc:spChg chg="mod">
          <ac:chgData name="Wilmer Ortega Erazo" userId="19082e28a51afb61" providerId="LiveId" clId="{30D428CD-1BB2-4A03-8594-A68FE992CDE1}" dt="2023-09-05T01:37:50.896" v="582" actId="1076"/>
          <ac:spMkLst>
            <pc:docMk/>
            <pc:sldMk cId="1383735728" sldId="295"/>
            <ac:spMk id="33" creationId="{6EFB1D06-E8E5-DF58-19BC-66378695B6E5}"/>
          </ac:spMkLst>
        </pc:spChg>
        <pc:spChg chg="add mod">
          <ac:chgData name="Wilmer Ortega Erazo" userId="19082e28a51afb61" providerId="LiveId" clId="{30D428CD-1BB2-4A03-8594-A68FE992CDE1}" dt="2023-09-05T01:37:50.896" v="582" actId="1076"/>
          <ac:spMkLst>
            <pc:docMk/>
            <pc:sldMk cId="1383735728" sldId="295"/>
            <ac:spMk id="34" creationId="{982DA66C-0E55-3DAC-B17C-13CB5029186B}"/>
          </ac:spMkLst>
        </pc:spChg>
        <pc:spChg chg="mod">
          <ac:chgData name="Wilmer Ortega Erazo" userId="19082e28a51afb61" providerId="LiveId" clId="{30D428CD-1BB2-4A03-8594-A68FE992CDE1}" dt="2023-09-05T01:37:50.896" v="582" actId="1076"/>
          <ac:spMkLst>
            <pc:docMk/>
            <pc:sldMk cId="1383735728" sldId="295"/>
            <ac:spMk id="36" creationId="{CFA2A9C3-1F0A-B44C-5FE8-0585CC1B26DB}"/>
          </ac:spMkLst>
        </pc:spChg>
        <pc:spChg chg="mod">
          <ac:chgData name="Wilmer Ortega Erazo" userId="19082e28a51afb61" providerId="LiveId" clId="{30D428CD-1BB2-4A03-8594-A68FE992CDE1}" dt="2023-09-05T01:37:50.896" v="582" actId="1076"/>
          <ac:spMkLst>
            <pc:docMk/>
            <pc:sldMk cId="1383735728" sldId="295"/>
            <ac:spMk id="37" creationId="{EF0CB329-39BD-95D5-5B12-5305E13C95F9}"/>
          </ac:spMkLst>
        </pc:spChg>
        <pc:spChg chg="add mod">
          <ac:chgData name="Wilmer Ortega Erazo" userId="19082e28a51afb61" providerId="LiveId" clId="{30D428CD-1BB2-4A03-8594-A68FE992CDE1}" dt="2023-09-05T01:37:50.896" v="582" actId="1076"/>
          <ac:spMkLst>
            <pc:docMk/>
            <pc:sldMk cId="1383735728" sldId="295"/>
            <ac:spMk id="38" creationId="{C6A47FDA-339A-D77E-DC34-05132E7CD280}"/>
          </ac:spMkLst>
        </pc:spChg>
        <pc:spChg chg="add mod">
          <ac:chgData name="Wilmer Ortega Erazo" userId="19082e28a51afb61" providerId="LiveId" clId="{30D428CD-1BB2-4A03-8594-A68FE992CDE1}" dt="2023-09-05T01:37:50.896" v="582" actId="1076"/>
          <ac:spMkLst>
            <pc:docMk/>
            <pc:sldMk cId="1383735728" sldId="295"/>
            <ac:spMk id="39" creationId="{10DA6EA1-C81C-B1F3-9A0B-F4C8348A8CF0}"/>
          </ac:spMkLst>
        </pc:spChg>
        <pc:spChg chg="add mod">
          <ac:chgData name="Wilmer Ortega Erazo" userId="19082e28a51afb61" providerId="LiveId" clId="{30D428CD-1BB2-4A03-8594-A68FE992CDE1}" dt="2023-09-05T01:37:50.896" v="582" actId="1076"/>
          <ac:spMkLst>
            <pc:docMk/>
            <pc:sldMk cId="1383735728" sldId="295"/>
            <ac:spMk id="40" creationId="{A33E3C73-A60C-BDC4-CD73-1BA12C9844D2}"/>
          </ac:spMkLst>
        </pc:spChg>
        <pc:spChg chg="add mod">
          <ac:chgData name="Wilmer Ortega Erazo" userId="19082e28a51afb61" providerId="LiveId" clId="{30D428CD-1BB2-4A03-8594-A68FE992CDE1}" dt="2023-09-05T01:37:50.896" v="582" actId="1076"/>
          <ac:spMkLst>
            <pc:docMk/>
            <pc:sldMk cId="1383735728" sldId="295"/>
            <ac:spMk id="41" creationId="{C17CA10B-04A7-C04B-73D2-202E86EB7CC9}"/>
          </ac:spMkLst>
        </pc:spChg>
        <pc:spChg chg="add mod">
          <ac:chgData name="Wilmer Ortega Erazo" userId="19082e28a51afb61" providerId="LiveId" clId="{30D428CD-1BB2-4A03-8594-A68FE992CDE1}" dt="2023-09-05T01:37:50.896" v="582" actId="1076"/>
          <ac:spMkLst>
            <pc:docMk/>
            <pc:sldMk cId="1383735728" sldId="295"/>
            <ac:spMk id="42" creationId="{71BAC5E9-D586-70D1-5810-1F62FD4B9A93}"/>
          </ac:spMkLst>
        </pc:spChg>
        <pc:spChg chg="add mod">
          <ac:chgData name="Wilmer Ortega Erazo" userId="19082e28a51afb61" providerId="LiveId" clId="{30D428CD-1BB2-4A03-8594-A68FE992CDE1}" dt="2023-09-05T01:37:50.896" v="582" actId="1076"/>
          <ac:spMkLst>
            <pc:docMk/>
            <pc:sldMk cId="1383735728" sldId="295"/>
            <ac:spMk id="43" creationId="{794EA177-753B-AA2D-03F8-C3CF0488E66E}"/>
          </ac:spMkLst>
        </pc:spChg>
        <pc:spChg chg="add mod">
          <ac:chgData name="Wilmer Ortega Erazo" userId="19082e28a51afb61" providerId="LiveId" clId="{30D428CD-1BB2-4A03-8594-A68FE992CDE1}" dt="2023-09-05T01:37:50.896" v="582" actId="1076"/>
          <ac:spMkLst>
            <pc:docMk/>
            <pc:sldMk cId="1383735728" sldId="295"/>
            <ac:spMk id="44" creationId="{5FC9FB5B-8A88-CB3A-8FF0-8421BFB95C11}"/>
          </ac:spMkLst>
        </pc:spChg>
        <pc:spChg chg="add mod">
          <ac:chgData name="Wilmer Ortega Erazo" userId="19082e28a51afb61" providerId="LiveId" clId="{30D428CD-1BB2-4A03-8594-A68FE992CDE1}" dt="2023-09-05T01:37:50.896" v="582" actId="1076"/>
          <ac:spMkLst>
            <pc:docMk/>
            <pc:sldMk cId="1383735728" sldId="295"/>
            <ac:spMk id="45" creationId="{B6564F8D-C2E3-6B9D-C9C4-24E625A8B690}"/>
          </ac:spMkLst>
        </pc:spChg>
        <pc:spChg chg="add mod">
          <ac:chgData name="Wilmer Ortega Erazo" userId="19082e28a51afb61" providerId="LiveId" clId="{30D428CD-1BB2-4A03-8594-A68FE992CDE1}" dt="2023-09-05T01:37:50.896" v="582" actId="1076"/>
          <ac:spMkLst>
            <pc:docMk/>
            <pc:sldMk cId="1383735728" sldId="295"/>
            <ac:spMk id="46" creationId="{C5B11015-51B9-C6A7-E774-AE3FEC8B0F69}"/>
          </ac:spMkLst>
        </pc:spChg>
        <pc:spChg chg="mod">
          <ac:chgData name="Wilmer Ortega Erazo" userId="19082e28a51afb61" providerId="LiveId" clId="{30D428CD-1BB2-4A03-8594-A68FE992CDE1}" dt="2023-09-05T01:37:50.896" v="582" actId="1076"/>
          <ac:spMkLst>
            <pc:docMk/>
            <pc:sldMk cId="1383735728" sldId="295"/>
            <ac:spMk id="48" creationId="{FF32122D-1241-3D9D-AC61-2987BE0BA6E5}"/>
          </ac:spMkLst>
        </pc:spChg>
        <pc:spChg chg="mod">
          <ac:chgData name="Wilmer Ortega Erazo" userId="19082e28a51afb61" providerId="LiveId" clId="{30D428CD-1BB2-4A03-8594-A68FE992CDE1}" dt="2023-09-05T01:37:50.896" v="582" actId="1076"/>
          <ac:spMkLst>
            <pc:docMk/>
            <pc:sldMk cId="1383735728" sldId="295"/>
            <ac:spMk id="49" creationId="{DBF2E8EE-270A-C8D7-69EA-328FEBF7E70E}"/>
          </ac:spMkLst>
        </pc:spChg>
        <pc:spChg chg="add mod">
          <ac:chgData name="Wilmer Ortega Erazo" userId="19082e28a51afb61" providerId="LiveId" clId="{30D428CD-1BB2-4A03-8594-A68FE992CDE1}" dt="2023-09-05T01:37:50.896" v="582" actId="1076"/>
          <ac:spMkLst>
            <pc:docMk/>
            <pc:sldMk cId="1383735728" sldId="295"/>
            <ac:spMk id="50" creationId="{165FB6C6-462B-ACD8-FB8D-B61C45ED2246}"/>
          </ac:spMkLst>
        </pc:spChg>
        <pc:spChg chg="mod">
          <ac:chgData name="Wilmer Ortega Erazo" userId="19082e28a51afb61" providerId="LiveId" clId="{30D428CD-1BB2-4A03-8594-A68FE992CDE1}" dt="2023-09-05T01:37:50.896" v="582" actId="1076"/>
          <ac:spMkLst>
            <pc:docMk/>
            <pc:sldMk cId="1383735728" sldId="295"/>
            <ac:spMk id="52" creationId="{160A3DC8-8A13-3453-B4BC-6E7FF99D6723}"/>
          </ac:spMkLst>
        </pc:spChg>
        <pc:spChg chg="mod">
          <ac:chgData name="Wilmer Ortega Erazo" userId="19082e28a51afb61" providerId="LiveId" clId="{30D428CD-1BB2-4A03-8594-A68FE992CDE1}" dt="2023-09-05T01:37:50.896" v="582" actId="1076"/>
          <ac:spMkLst>
            <pc:docMk/>
            <pc:sldMk cId="1383735728" sldId="295"/>
            <ac:spMk id="53" creationId="{D337047A-2D7C-274F-E367-9B9BE4DFB8C0}"/>
          </ac:spMkLst>
        </pc:spChg>
        <pc:spChg chg="add mod">
          <ac:chgData name="Wilmer Ortega Erazo" userId="19082e28a51afb61" providerId="LiveId" clId="{30D428CD-1BB2-4A03-8594-A68FE992CDE1}" dt="2023-09-05T01:37:50.896" v="582" actId="1076"/>
          <ac:spMkLst>
            <pc:docMk/>
            <pc:sldMk cId="1383735728" sldId="295"/>
            <ac:spMk id="54" creationId="{B487F340-D4BC-8935-AA55-A87FDAAF4100}"/>
          </ac:spMkLst>
        </pc:spChg>
        <pc:spChg chg="add mod">
          <ac:chgData name="Wilmer Ortega Erazo" userId="19082e28a51afb61" providerId="LiveId" clId="{30D428CD-1BB2-4A03-8594-A68FE992CDE1}" dt="2023-09-05T01:37:50.896" v="582" actId="1076"/>
          <ac:spMkLst>
            <pc:docMk/>
            <pc:sldMk cId="1383735728" sldId="295"/>
            <ac:spMk id="55" creationId="{8B297632-B64B-474B-B776-3F5088379017}"/>
          </ac:spMkLst>
        </pc:spChg>
        <pc:spChg chg="add mod">
          <ac:chgData name="Wilmer Ortega Erazo" userId="19082e28a51afb61" providerId="LiveId" clId="{30D428CD-1BB2-4A03-8594-A68FE992CDE1}" dt="2023-09-05T01:37:50.896" v="582" actId="1076"/>
          <ac:spMkLst>
            <pc:docMk/>
            <pc:sldMk cId="1383735728" sldId="295"/>
            <ac:spMk id="56" creationId="{986C7806-2615-6005-3B46-7F429F439B1F}"/>
          </ac:spMkLst>
        </pc:spChg>
        <pc:spChg chg="add mod">
          <ac:chgData name="Wilmer Ortega Erazo" userId="19082e28a51afb61" providerId="LiveId" clId="{30D428CD-1BB2-4A03-8594-A68FE992CDE1}" dt="2023-09-05T01:37:50.896" v="582" actId="1076"/>
          <ac:spMkLst>
            <pc:docMk/>
            <pc:sldMk cId="1383735728" sldId="295"/>
            <ac:spMk id="57" creationId="{03DCB7D1-EA59-364C-41B4-E2F1813F4FCD}"/>
          </ac:spMkLst>
        </pc:spChg>
        <pc:spChg chg="add mod">
          <ac:chgData name="Wilmer Ortega Erazo" userId="19082e28a51afb61" providerId="LiveId" clId="{30D428CD-1BB2-4A03-8594-A68FE992CDE1}" dt="2023-09-05T01:37:50.896" v="582" actId="1076"/>
          <ac:spMkLst>
            <pc:docMk/>
            <pc:sldMk cId="1383735728" sldId="295"/>
            <ac:spMk id="58" creationId="{E527666D-FEBA-9B4D-5D44-C083BE2BFD06}"/>
          </ac:spMkLst>
        </pc:spChg>
        <pc:spChg chg="add mod">
          <ac:chgData name="Wilmer Ortega Erazo" userId="19082e28a51afb61" providerId="LiveId" clId="{30D428CD-1BB2-4A03-8594-A68FE992CDE1}" dt="2023-09-05T01:37:50.896" v="582" actId="1076"/>
          <ac:spMkLst>
            <pc:docMk/>
            <pc:sldMk cId="1383735728" sldId="295"/>
            <ac:spMk id="59" creationId="{6C1DF50C-4049-198A-314A-3D9AB9BF4A3C}"/>
          </ac:spMkLst>
        </pc:spChg>
        <pc:spChg chg="add mod">
          <ac:chgData name="Wilmer Ortega Erazo" userId="19082e28a51afb61" providerId="LiveId" clId="{30D428CD-1BB2-4A03-8594-A68FE992CDE1}" dt="2023-09-05T01:37:50.896" v="582" actId="1076"/>
          <ac:spMkLst>
            <pc:docMk/>
            <pc:sldMk cId="1383735728" sldId="295"/>
            <ac:spMk id="60" creationId="{BB9CCCC5-A914-9240-23F1-CA17044F7FD8}"/>
          </ac:spMkLst>
        </pc:spChg>
        <pc:spChg chg="add mod">
          <ac:chgData name="Wilmer Ortega Erazo" userId="19082e28a51afb61" providerId="LiveId" clId="{30D428CD-1BB2-4A03-8594-A68FE992CDE1}" dt="2023-09-05T01:37:50.896" v="582" actId="1076"/>
          <ac:spMkLst>
            <pc:docMk/>
            <pc:sldMk cId="1383735728" sldId="295"/>
            <ac:spMk id="61" creationId="{37D7ACC6-A8ED-B614-4B0D-8E1E6E94FD69}"/>
          </ac:spMkLst>
        </pc:spChg>
        <pc:spChg chg="add mod">
          <ac:chgData name="Wilmer Ortega Erazo" userId="19082e28a51afb61" providerId="LiveId" clId="{30D428CD-1BB2-4A03-8594-A68FE992CDE1}" dt="2023-09-05T01:37:50.896" v="582" actId="1076"/>
          <ac:spMkLst>
            <pc:docMk/>
            <pc:sldMk cId="1383735728" sldId="295"/>
            <ac:spMk id="62" creationId="{10D7039E-1B22-BE86-C60C-54766FE8B730}"/>
          </ac:spMkLst>
        </pc:spChg>
        <pc:spChg chg="add mod">
          <ac:chgData name="Wilmer Ortega Erazo" userId="19082e28a51afb61" providerId="LiveId" clId="{30D428CD-1BB2-4A03-8594-A68FE992CDE1}" dt="2023-09-05T01:37:50.896" v="582" actId="1076"/>
          <ac:spMkLst>
            <pc:docMk/>
            <pc:sldMk cId="1383735728" sldId="295"/>
            <ac:spMk id="63" creationId="{E5BC4C30-70E4-9E50-D851-0EEFEE7DA056}"/>
          </ac:spMkLst>
        </pc:spChg>
        <pc:spChg chg="add mod">
          <ac:chgData name="Wilmer Ortega Erazo" userId="19082e28a51afb61" providerId="LiveId" clId="{30D428CD-1BB2-4A03-8594-A68FE992CDE1}" dt="2023-09-05T01:37:50.896" v="582" actId="1076"/>
          <ac:spMkLst>
            <pc:docMk/>
            <pc:sldMk cId="1383735728" sldId="295"/>
            <ac:spMk id="64" creationId="{CA9D2B10-5F83-1568-9727-5B8A00F2F3F0}"/>
          </ac:spMkLst>
        </pc:spChg>
        <pc:spChg chg="add mod">
          <ac:chgData name="Wilmer Ortega Erazo" userId="19082e28a51afb61" providerId="LiveId" clId="{30D428CD-1BB2-4A03-8594-A68FE992CDE1}" dt="2023-09-05T01:37:50.896" v="582" actId="1076"/>
          <ac:spMkLst>
            <pc:docMk/>
            <pc:sldMk cId="1383735728" sldId="295"/>
            <ac:spMk id="65" creationId="{72E45E37-9048-89A5-55DA-334232039BFD}"/>
          </ac:spMkLst>
        </pc:spChg>
        <pc:grpChg chg="add mod">
          <ac:chgData name="Wilmer Ortega Erazo" userId="19082e28a51afb61" providerId="LiveId" clId="{30D428CD-1BB2-4A03-8594-A68FE992CDE1}" dt="2023-09-05T01:37:50.896" v="582" actId="1076"/>
          <ac:grpSpMkLst>
            <pc:docMk/>
            <pc:sldMk cId="1383735728" sldId="295"/>
            <ac:grpSpMk id="31" creationId="{CE9B0043-677F-D83F-6A74-7890596232DE}"/>
          </ac:grpSpMkLst>
        </pc:grpChg>
        <pc:grpChg chg="add mod">
          <ac:chgData name="Wilmer Ortega Erazo" userId="19082e28a51afb61" providerId="LiveId" clId="{30D428CD-1BB2-4A03-8594-A68FE992CDE1}" dt="2023-09-05T01:37:50.896" v="582" actId="1076"/>
          <ac:grpSpMkLst>
            <pc:docMk/>
            <pc:sldMk cId="1383735728" sldId="295"/>
            <ac:grpSpMk id="35" creationId="{A401F6ED-6C1D-D9AB-EB6F-FDDAA98D5B53}"/>
          </ac:grpSpMkLst>
        </pc:grpChg>
        <pc:grpChg chg="add mod">
          <ac:chgData name="Wilmer Ortega Erazo" userId="19082e28a51afb61" providerId="LiveId" clId="{30D428CD-1BB2-4A03-8594-A68FE992CDE1}" dt="2023-09-05T01:37:50.896" v="582" actId="1076"/>
          <ac:grpSpMkLst>
            <pc:docMk/>
            <pc:sldMk cId="1383735728" sldId="295"/>
            <ac:grpSpMk id="47" creationId="{9DA51855-DA5C-F91E-4098-76C4158C5505}"/>
          </ac:grpSpMkLst>
        </pc:grpChg>
        <pc:grpChg chg="add mod">
          <ac:chgData name="Wilmer Ortega Erazo" userId="19082e28a51afb61" providerId="LiveId" clId="{30D428CD-1BB2-4A03-8594-A68FE992CDE1}" dt="2023-09-05T01:37:50.896" v="582" actId="1076"/>
          <ac:grpSpMkLst>
            <pc:docMk/>
            <pc:sldMk cId="1383735728" sldId="295"/>
            <ac:grpSpMk id="51" creationId="{5EA2E0CB-BBDF-4E7A-895C-C5CDC0043A00}"/>
          </ac:grpSpMkLst>
        </pc:grpChg>
        <pc:cxnChg chg="del mod">
          <ac:chgData name="Wilmer Ortega Erazo" userId="19082e28a51afb61" providerId="LiveId" clId="{30D428CD-1BB2-4A03-8594-A68FE992CDE1}" dt="2023-09-05T01:37:33.374" v="579" actId="478"/>
          <ac:cxnSpMkLst>
            <pc:docMk/>
            <pc:sldMk cId="1383735728" sldId="295"/>
            <ac:cxnSpMk id="9" creationId="{24F9ACF9-A19A-1BF8-D501-CE0CB5A16712}"/>
          </ac:cxnSpMkLst>
        </pc:cxnChg>
        <pc:cxnChg chg="del mod">
          <ac:chgData name="Wilmer Ortega Erazo" userId="19082e28a51afb61" providerId="LiveId" clId="{30D428CD-1BB2-4A03-8594-A68FE992CDE1}" dt="2023-09-05T01:37:33.374" v="579" actId="478"/>
          <ac:cxnSpMkLst>
            <pc:docMk/>
            <pc:sldMk cId="1383735728" sldId="295"/>
            <ac:cxnSpMk id="10" creationId="{6543BC31-870E-8EFB-11BF-0901845981BF}"/>
          </ac:cxnSpMkLst>
        </pc:cxnChg>
        <pc:cxnChg chg="del">
          <ac:chgData name="Wilmer Ortega Erazo" userId="19082e28a51afb61" providerId="LiveId" clId="{30D428CD-1BB2-4A03-8594-A68FE992CDE1}" dt="2023-09-05T01:37:33.374" v="579" actId="478"/>
          <ac:cxnSpMkLst>
            <pc:docMk/>
            <pc:sldMk cId="1383735728" sldId="295"/>
            <ac:cxnSpMk id="11" creationId="{7C67E872-4AAB-27A5-0608-776A6063B4F8}"/>
          </ac:cxnSpMkLst>
        </pc:cxnChg>
        <pc:cxnChg chg="del">
          <ac:chgData name="Wilmer Ortega Erazo" userId="19082e28a51afb61" providerId="LiveId" clId="{30D428CD-1BB2-4A03-8594-A68FE992CDE1}" dt="2023-09-05T01:37:33.374" v="579" actId="478"/>
          <ac:cxnSpMkLst>
            <pc:docMk/>
            <pc:sldMk cId="1383735728" sldId="295"/>
            <ac:cxnSpMk id="12" creationId="{5D63B112-9364-2992-3CE7-D2DE97DB5B9F}"/>
          </ac:cxnSpMkLst>
        </pc:cxnChg>
        <pc:cxnChg chg="del">
          <ac:chgData name="Wilmer Ortega Erazo" userId="19082e28a51afb61" providerId="LiveId" clId="{30D428CD-1BB2-4A03-8594-A68FE992CDE1}" dt="2023-09-05T01:37:33.374" v="579" actId="478"/>
          <ac:cxnSpMkLst>
            <pc:docMk/>
            <pc:sldMk cId="1383735728" sldId="295"/>
            <ac:cxnSpMk id="14" creationId="{39F496CE-0143-D4BB-664B-D7EB01CBBC66}"/>
          </ac:cxnSpMkLst>
        </pc:cxnChg>
        <pc:cxnChg chg="del mod">
          <ac:chgData name="Wilmer Ortega Erazo" userId="19082e28a51afb61" providerId="LiveId" clId="{30D428CD-1BB2-4A03-8594-A68FE992CDE1}" dt="2023-09-05T01:37:33.374" v="579" actId="478"/>
          <ac:cxnSpMkLst>
            <pc:docMk/>
            <pc:sldMk cId="1383735728" sldId="295"/>
            <ac:cxnSpMk id="15" creationId="{D7BC473F-2131-8EBC-3730-EEE16BE3EC84}"/>
          </ac:cxnSpMkLst>
        </pc:cxnChg>
        <pc:cxnChg chg="del mod">
          <ac:chgData name="Wilmer Ortega Erazo" userId="19082e28a51afb61" providerId="LiveId" clId="{30D428CD-1BB2-4A03-8594-A68FE992CDE1}" dt="2023-09-05T01:37:33.374" v="579" actId="478"/>
          <ac:cxnSpMkLst>
            <pc:docMk/>
            <pc:sldMk cId="1383735728" sldId="295"/>
            <ac:cxnSpMk id="16" creationId="{4F0CD806-B0CF-AEFD-0AF9-BE9FC29774D9}"/>
          </ac:cxnSpMkLst>
        </pc:cxnChg>
        <pc:cxnChg chg="del mod">
          <ac:chgData name="Wilmer Ortega Erazo" userId="19082e28a51afb61" providerId="LiveId" clId="{30D428CD-1BB2-4A03-8594-A68FE992CDE1}" dt="2023-09-05T01:37:33.374" v="579" actId="478"/>
          <ac:cxnSpMkLst>
            <pc:docMk/>
            <pc:sldMk cId="1383735728" sldId="295"/>
            <ac:cxnSpMk id="17" creationId="{ED4A778D-F0A6-84B1-9AD3-2FCD5A85F4A1}"/>
          </ac:cxnSpMkLst>
        </pc:cxnChg>
        <pc:cxnChg chg="del">
          <ac:chgData name="Wilmer Ortega Erazo" userId="19082e28a51afb61" providerId="LiveId" clId="{30D428CD-1BB2-4A03-8594-A68FE992CDE1}" dt="2023-09-05T01:37:33.374" v="579" actId="478"/>
          <ac:cxnSpMkLst>
            <pc:docMk/>
            <pc:sldMk cId="1383735728" sldId="295"/>
            <ac:cxnSpMk id="19" creationId="{0F64F7D6-EDE8-29A3-DD85-FFAED54F4418}"/>
          </ac:cxnSpMkLst>
        </pc:cxnChg>
        <pc:cxnChg chg="del mod">
          <ac:chgData name="Wilmer Ortega Erazo" userId="19082e28a51afb61" providerId="LiveId" clId="{30D428CD-1BB2-4A03-8594-A68FE992CDE1}" dt="2023-09-05T01:37:33.374" v="579" actId="478"/>
          <ac:cxnSpMkLst>
            <pc:docMk/>
            <pc:sldMk cId="1383735728" sldId="295"/>
            <ac:cxnSpMk id="20" creationId="{C17A7339-629D-31E9-0B2D-A5951E7361A8}"/>
          </ac:cxnSpMkLst>
        </pc:cxnChg>
        <pc:cxnChg chg="del">
          <ac:chgData name="Wilmer Ortega Erazo" userId="19082e28a51afb61" providerId="LiveId" clId="{30D428CD-1BB2-4A03-8594-A68FE992CDE1}" dt="2023-09-05T01:37:33.374" v="579" actId="478"/>
          <ac:cxnSpMkLst>
            <pc:docMk/>
            <pc:sldMk cId="1383735728" sldId="295"/>
            <ac:cxnSpMk id="22" creationId="{17CF0DDD-C2BF-F25B-FC81-B8E968DCE345}"/>
          </ac:cxnSpMkLst>
        </pc:cxnChg>
        <pc:cxnChg chg="del mod">
          <ac:chgData name="Wilmer Ortega Erazo" userId="19082e28a51afb61" providerId="LiveId" clId="{30D428CD-1BB2-4A03-8594-A68FE992CDE1}" dt="2023-09-05T01:37:33.374" v="579" actId="478"/>
          <ac:cxnSpMkLst>
            <pc:docMk/>
            <pc:sldMk cId="1383735728" sldId="295"/>
            <ac:cxnSpMk id="23" creationId="{40E76D67-4239-02F8-F936-65AE3C69CBB1}"/>
          </ac:cxnSpMkLst>
        </pc:cxnChg>
        <pc:cxnChg chg="del mod">
          <ac:chgData name="Wilmer Ortega Erazo" userId="19082e28a51afb61" providerId="LiveId" clId="{30D428CD-1BB2-4A03-8594-A68FE992CDE1}" dt="2023-09-05T01:37:33.374" v="579" actId="478"/>
          <ac:cxnSpMkLst>
            <pc:docMk/>
            <pc:sldMk cId="1383735728" sldId="295"/>
            <ac:cxnSpMk id="25" creationId="{133F3073-D759-F03E-2C66-07CF8DAB68F8}"/>
          </ac:cxnSpMkLst>
        </pc:cxnChg>
      </pc:sldChg>
      <pc:sldChg chg="addSp delSp modSp add mod">
        <pc:chgData name="Wilmer Ortega Erazo" userId="19082e28a51afb61" providerId="LiveId" clId="{30D428CD-1BB2-4A03-8594-A68FE992CDE1}" dt="2023-09-05T01:40:07.965" v="589" actId="1076"/>
        <pc:sldMkLst>
          <pc:docMk/>
          <pc:sldMk cId="1342916085" sldId="296"/>
        </pc:sldMkLst>
        <pc:spChg chg="add mod">
          <ac:chgData name="Wilmer Ortega Erazo" userId="19082e28a51afb61" providerId="LiveId" clId="{30D428CD-1BB2-4A03-8594-A68FE992CDE1}" dt="2023-09-05T01:40:07.965" v="589" actId="1076"/>
          <ac:spMkLst>
            <pc:docMk/>
            <pc:sldMk cId="1342916085" sldId="296"/>
            <ac:spMk id="3" creationId="{D1C3128C-DF94-7A3C-DDC6-8DF4D98AE068}"/>
          </ac:spMkLst>
        </pc:spChg>
        <pc:spChg chg="mod">
          <ac:chgData name="Wilmer Ortega Erazo" userId="19082e28a51afb61" providerId="LiveId" clId="{30D428CD-1BB2-4A03-8594-A68FE992CDE1}" dt="2023-09-05T01:39:56.374" v="587" actId="255"/>
          <ac:spMkLst>
            <pc:docMk/>
            <pc:sldMk cId="1342916085" sldId="296"/>
            <ac:spMk id="4" creationId="{A29C0834-3DBC-9FB3-0E0A-F77D599198EB}"/>
          </ac:spMkLst>
        </pc:spChg>
        <pc:spChg chg="add mod">
          <ac:chgData name="Wilmer Ortega Erazo" userId="19082e28a51afb61" providerId="LiveId" clId="{30D428CD-1BB2-4A03-8594-A68FE992CDE1}" dt="2023-09-05T01:40:07.965" v="589" actId="1076"/>
          <ac:spMkLst>
            <pc:docMk/>
            <pc:sldMk cId="1342916085" sldId="296"/>
            <ac:spMk id="5" creationId="{9AE71725-DCD0-DA8F-2C48-C8AC45D28DEA}"/>
          </ac:spMkLst>
        </pc:spChg>
        <pc:spChg chg="add mod">
          <ac:chgData name="Wilmer Ortega Erazo" userId="19082e28a51afb61" providerId="LiveId" clId="{30D428CD-1BB2-4A03-8594-A68FE992CDE1}" dt="2023-09-05T01:40:07.965" v="589" actId="1076"/>
          <ac:spMkLst>
            <pc:docMk/>
            <pc:sldMk cId="1342916085" sldId="296"/>
            <ac:spMk id="7" creationId="{3EF1F1BE-F6ED-E60F-5EE8-53B801B82A23}"/>
          </ac:spMkLst>
        </pc:spChg>
        <pc:spChg chg="add mod">
          <ac:chgData name="Wilmer Ortega Erazo" userId="19082e28a51afb61" providerId="LiveId" clId="{30D428CD-1BB2-4A03-8594-A68FE992CDE1}" dt="2023-09-05T01:40:07.965" v="589" actId="1076"/>
          <ac:spMkLst>
            <pc:docMk/>
            <pc:sldMk cId="1342916085" sldId="296"/>
            <ac:spMk id="8" creationId="{E944738A-D073-D7DE-E553-90B393BDDA00}"/>
          </ac:spMkLst>
        </pc:spChg>
        <pc:spChg chg="mod">
          <ac:chgData name="Wilmer Ortega Erazo" userId="19082e28a51afb61" providerId="LiveId" clId="{30D428CD-1BB2-4A03-8594-A68FE992CDE1}" dt="2023-09-05T01:40:07.965" v="589" actId="1076"/>
          <ac:spMkLst>
            <pc:docMk/>
            <pc:sldMk cId="1342916085" sldId="296"/>
            <ac:spMk id="10" creationId="{2A5DB142-E35F-8685-C5E0-83D5C748C7F2}"/>
          </ac:spMkLst>
        </pc:spChg>
        <pc:spChg chg="mod">
          <ac:chgData name="Wilmer Ortega Erazo" userId="19082e28a51afb61" providerId="LiveId" clId="{30D428CD-1BB2-4A03-8594-A68FE992CDE1}" dt="2023-09-05T01:40:07.965" v="589" actId="1076"/>
          <ac:spMkLst>
            <pc:docMk/>
            <pc:sldMk cId="1342916085" sldId="296"/>
            <ac:spMk id="11" creationId="{C50F2A1A-8FAE-01A9-7A25-FB86C9BE8E19}"/>
          </ac:spMkLst>
        </pc:spChg>
        <pc:spChg chg="add mod">
          <ac:chgData name="Wilmer Ortega Erazo" userId="19082e28a51afb61" providerId="LiveId" clId="{30D428CD-1BB2-4A03-8594-A68FE992CDE1}" dt="2023-09-05T01:40:07.965" v="589" actId="1076"/>
          <ac:spMkLst>
            <pc:docMk/>
            <pc:sldMk cId="1342916085" sldId="296"/>
            <ac:spMk id="12" creationId="{FFE69387-EE7C-10A2-B1BA-4A8192E32025}"/>
          </ac:spMkLst>
        </pc:spChg>
        <pc:spChg chg="add mod">
          <ac:chgData name="Wilmer Ortega Erazo" userId="19082e28a51afb61" providerId="LiveId" clId="{30D428CD-1BB2-4A03-8594-A68FE992CDE1}" dt="2023-09-05T01:40:07.965" v="589" actId="1076"/>
          <ac:spMkLst>
            <pc:docMk/>
            <pc:sldMk cId="1342916085" sldId="296"/>
            <ac:spMk id="13" creationId="{01080B34-ED9F-1156-F0EA-A0DE4297E5EA}"/>
          </ac:spMkLst>
        </pc:spChg>
        <pc:spChg chg="add mod">
          <ac:chgData name="Wilmer Ortega Erazo" userId="19082e28a51afb61" providerId="LiveId" clId="{30D428CD-1BB2-4A03-8594-A68FE992CDE1}" dt="2023-09-05T01:40:07.965" v="589" actId="1076"/>
          <ac:spMkLst>
            <pc:docMk/>
            <pc:sldMk cId="1342916085" sldId="296"/>
            <ac:spMk id="14" creationId="{7988580F-25CE-B1E9-46F6-8C7DBFECC93D}"/>
          </ac:spMkLst>
        </pc:spChg>
        <pc:spChg chg="add mod">
          <ac:chgData name="Wilmer Ortega Erazo" userId="19082e28a51afb61" providerId="LiveId" clId="{30D428CD-1BB2-4A03-8594-A68FE992CDE1}" dt="2023-09-05T01:40:07.965" v="589" actId="1076"/>
          <ac:spMkLst>
            <pc:docMk/>
            <pc:sldMk cId="1342916085" sldId="296"/>
            <ac:spMk id="15" creationId="{560E40FF-38A5-3B78-2C53-E703274F8538}"/>
          </ac:spMkLst>
        </pc:spChg>
        <pc:spChg chg="add mod">
          <ac:chgData name="Wilmer Ortega Erazo" userId="19082e28a51afb61" providerId="LiveId" clId="{30D428CD-1BB2-4A03-8594-A68FE992CDE1}" dt="2023-09-05T01:40:07.965" v="589" actId="1076"/>
          <ac:spMkLst>
            <pc:docMk/>
            <pc:sldMk cId="1342916085" sldId="296"/>
            <ac:spMk id="16" creationId="{0153565C-C398-83AC-54ED-758E057E8F81}"/>
          </ac:spMkLst>
        </pc:spChg>
        <pc:spChg chg="add mod">
          <ac:chgData name="Wilmer Ortega Erazo" userId="19082e28a51afb61" providerId="LiveId" clId="{30D428CD-1BB2-4A03-8594-A68FE992CDE1}" dt="2023-09-05T01:40:07.965" v="589" actId="1076"/>
          <ac:spMkLst>
            <pc:docMk/>
            <pc:sldMk cId="1342916085" sldId="296"/>
            <ac:spMk id="17" creationId="{FC6D71AA-162B-FD63-C9A2-506C4EE814C3}"/>
          </ac:spMkLst>
        </pc:spChg>
        <pc:spChg chg="add mod">
          <ac:chgData name="Wilmer Ortega Erazo" userId="19082e28a51afb61" providerId="LiveId" clId="{30D428CD-1BB2-4A03-8594-A68FE992CDE1}" dt="2023-09-05T01:40:07.965" v="589" actId="1076"/>
          <ac:spMkLst>
            <pc:docMk/>
            <pc:sldMk cId="1342916085" sldId="296"/>
            <ac:spMk id="18" creationId="{67C10626-329A-9756-8F1C-0C0EB828CC50}"/>
          </ac:spMkLst>
        </pc:spChg>
        <pc:spChg chg="add mod">
          <ac:chgData name="Wilmer Ortega Erazo" userId="19082e28a51afb61" providerId="LiveId" clId="{30D428CD-1BB2-4A03-8594-A68FE992CDE1}" dt="2023-09-05T01:40:07.965" v="589" actId="1076"/>
          <ac:spMkLst>
            <pc:docMk/>
            <pc:sldMk cId="1342916085" sldId="296"/>
            <ac:spMk id="19" creationId="{13F0267C-4F4A-1D25-E9C0-A63133AD96FA}"/>
          </ac:spMkLst>
        </pc:spChg>
        <pc:spChg chg="add mod">
          <ac:chgData name="Wilmer Ortega Erazo" userId="19082e28a51afb61" providerId="LiveId" clId="{30D428CD-1BB2-4A03-8594-A68FE992CDE1}" dt="2023-09-05T01:40:07.965" v="589" actId="1076"/>
          <ac:spMkLst>
            <pc:docMk/>
            <pc:sldMk cId="1342916085" sldId="296"/>
            <ac:spMk id="20" creationId="{985DBAF5-21DC-ACF5-533D-FA8494D769C3}"/>
          </ac:spMkLst>
        </pc:spChg>
        <pc:spChg chg="add mod">
          <ac:chgData name="Wilmer Ortega Erazo" userId="19082e28a51afb61" providerId="LiveId" clId="{30D428CD-1BB2-4A03-8594-A68FE992CDE1}" dt="2023-09-05T01:40:07.965" v="589" actId="1076"/>
          <ac:spMkLst>
            <pc:docMk/>
            <pc:sldMk cId="1342916085" sldId="296"/>
            <ac:spMk id="21" creationId="{E1427F38-C821-FEF4-B8CF-368A1E729AF6}"/>
          </ac:spMkLst>
        </pc:spChg>
        <pc:spChg chg="mod">
          <ac:chgData name="Wilmer Ortega Erazo" userId="19082e28a51afb61" providerId="LiveId" clId="{30D428CD-1BB2-4A03-8594-A68FE992CDE1}" dt="2023-09-05T01:40:07.965" v="589" actId="1076"/>
          <ac:spMkLst>
            <pc:docMk/>
            <pc:sldMk cId="1342916085" sldId="296"/>
            <ac:spMk id="23" creationId="{43DD3F2E-FB40-262C-B478-3AA6F933BB85}"/>
          </ac:spMkLst>
        </pc:spChg>
        <pc:spChg chg="mod">
          <ac:chgData name="Wilmer Ortega Erazo" userId="19082e28a51afb61" providerId="LiveId" clId="{30D428CD-1BB2-4A03-8594-A68FE992CDE1}" dt="2023-09-05T01:40:07.965" v="589" actId="1076"/>
          <ac:spMkLst>
            <pc:docMk/>
            <pc:sldMk cId="1342916085" sldId="296"/>
            <ac:spMk id="24" creationId="{E8F911B8-B851-BF5D-77C7-9875AD68EA39}"/>
          </ac:spMkLst>
        </pc:spChg>
        <pc:spChg chg="add mod">
          <ac:chgData name="Wilmer Ortega Erazo" userId="19082e28a51afb61" providerId="LiveId" clId="{30D428CD-1BB2-4A03-8594-A68FE992CDE1}" dt="2023-09-05T01:40:07.965" v="589" actId="1076"/>
          <ac:spMkLst>
            <pc:docMk/>
            <pc:sldMk cId="1342916085" sldId="296"/>
            <ac:spMk id="25" creationId="{97CD90F8-4DFA-91C8-FDE7-5AF37E71B953}"/>
          </ac:spMkLst>
        </pc:spChg>
        <pc:spChg chg="del">
          <ac:chgData name="Wilmer Ortega Erazo" userId="19082e28a51afb61" providerId="LiveId" clId="{30D428CD-1BB2-4A03-8594-A68FE992CDE1}" dt="2023-09-05T01:39:35.072" v="584" actId="478"/>
          <ac:spMkLst>
            <pc:docMk/>
            <pc:sldMk cId="1342916085" sldId="296"/>
            <ac:spMk id="26" creationId="{5AA81B2E-B8E3-4F54-D810-498A795FBC37}"/>
          </ac:spMkLst>
        </pc:spChg>
        <pc:spChg chg="del">
          <ac:chgData name="Wilmer Ortega Erazo" userId="19082e28a51afb61" providerId="LiveId" clId="{30D428CD-1BB2-4A03-8594-A68FE992CDE1}" dt="2023-09-05T01:39:35.072" v="584" actId="478"/>
          <ac:spMkLst>
            <pc:docMk/>
            <pc:sldMk cId="1342916085" sldId="296"/>
            <ac:spMk id="27" creationId="{C63A21F6-A434-3C8A-6292-44CBC43A2995}"/>
          </ac:spMkLst>
        </pc:spChg>
        <pc:spChg chg="del">
          <ac:chgData name="Wilmer Ortega Erazo" userId="19082e28a51afb61" providerId="LiveId" clId="{30D428CD-1BB2-4A03-8594-A68FE992CDE1}" dt="2023-09-05T01:39:35.072" v="584" actId="478"/>
          <ac:spMkLst>
            <pc:docMk/>
            <pc:sldMk cId="1342916085" sldId="296"/>
            <ac:spMk id="28" creationId="{DC9CA36F-79E2-B65D-3152-6C6226FD1FC4}"/>
          </ac:spMkLst>
        </pc:spChg>
        <pc:spChg chg="del">
          <ac:chgData name="Wilmer Ortega Erazo" userId="19082e28a51afb61" providerId="LiveId" clId="{30D428CD-1BB2-4A03-8594-A68FE992CDE1}" dt="2023-09-05T01:39:35.072" v="584" actId="478"/>
          <ac:spMkLst>
            <pc:docMk/>
            <pc:sldMk cId="1342916085" sldId="296"/>
            <ac:spMk id="29" creationId="{2B0015CF-D090-5893-68CE-0D7CC23AF696}"/>
          </ac:spMkLst>
        </pc:spChg>
        <pc:spChg chg="del">
          <ac:chgData name="Wilmer Ortega Erazo" userId="19082e28a51afb61" providerId="LiveId" clId="{30D428CD-1BB2-4A03-8594-A68FE992CDE1}" dt="2023-09-05T01:39:35.072" v="584" actId="478"/>
          <ac:spMkLst>
            <pc:docMk/>
            <pc:sldMk cId="1342916085" sldId="296"/>
            <ac:spMk id="30" creationId="{1A08BE54-707F-6C98-1F2C-5A98DA20D3EB}"/>
          </ac:spMkLst>
        </pc:spChg>
        <pc:spChg chg="del">
          <ac:chgData name="Wilmer Ortega Erazo" userId="19082e28a51afb61" providerId="LiveId" clId="{30D428CD-1BB2-4A03-8594-A68FE992CDE1}" dt="2023-09-05T01:39:35.072" v="584" actId="478"/>
          <ac:spMkLst>
            <pc:docMk/>
            <pc:sldMk cId="1342916085" sldId="296"/>
            <ac:spMk id="34" creationId="{982DA66C-0E55-3DAC-B17C-13CB5029186B}"/>
          </ac:spMkLst>
        </pc:spChg>
        <pc:spChg chg="del">
          <ac:chgData name="Wilmer Ortega Erazo" userId="19082e28a51afb61" providerId="LiveId" clId="{30D428CD-1BB2-4A03-8594-A68FE992CDE1}" dt="2023-09-05T01:39:35.072" v="584" actId="478"/>
          <ac:spMkLst>
            <pc:docMk/>
            <pc:sldMk cId="1342916085" sldId="296"/>
            <ac:spMk id="38" creationId="{C6A47FDA-339A-D77E-DC34-05132E7CD280}"/>
          </ac:spMkLst>
        </pc:spChg>
        <pc:spChg chg="del">
          <ac:chgData name="Wilmer Ortega Erazo" userId="19082e28a51afb61" providerId="LiveId" clId="{30D428CD-1BB2-4A03-8594-A68FE992CDE1}" dt="2023-09-05T01:39:35.072" v="584" actId="478"/>
          <ac:spMkLst>
            <pc:docMk/>
            <pc:sldMk cId="1342916085" sldId="296"/>
            <ac:spMk id="39" creationId="{10DA6EA1-C81C-B1F3-9A0B-F4C8348A8CF0}"/>
          </ac:spMkLst>
        </pc:spChg>
        <pc:spChg chg="del">
          <ac:chgData name="Wilmer Ortega Erazo" userId="19082e28a51afb61" providerId="LiveId" clId="{30D428CD-1BB2-4A03-8594-A68FE992CDE1}" dt="2023-09-05T01:39:35.072" v="584" actId="478"/>
          <ac:spMkLst>
            <pc:docMk/>
            <pc:sldMk cId="1342916085" sldId="296"/>
            <ac:spMk id="40" creationId="{A33E3C73-A60C-BDC4-CD73-1BA12C9844D2}"/>
          </ac:spMkLst>
        </pc:spChg>
        <pc:spChg chg="del">
          <ac:chgData name="Wilmer Ortega Erazo" userId="19082e28a51afb61" providerId="LiveId" clId="{30D428CD-1BB2-4A03-8594-A68FE992CDE1}" dt="2023-09-05T01:39:35.072" v="584" actId="478"/>
          <ac:spMkLst>
            <pc:docMk/>
            <pc:sldMk cId="1342916085" sldId="296"/>
            <ac:spMk id="41" creationId="{C17CA10B-04A7-C04B-73D2-202E86EB7CC9}"/>
          </ac:spMkLst>
        </pc:spChg>
        <pc:spChg chg="del">
          <ac:chgData name="Wilmer Ortega Erazo" userId="19082e28a51afb61" providerId="LiveId" clId="{30D428CD-1BB2-4A03-8594-A68FE992CDE1}" dt="2023-09-05T01:39:35.072" v="584" actId="478"/>
          <ac:spMkLst>
            <pc:docMk/>
            <pc:sldMk cId="1342916085" sldId="296"/>
            <ac:spMk id="42" creationId="{71BAC5E9-D586-70D1-5810-1F62FD4B9A93}"/>
          </ac:spMkLst>
        </pc:spChg>
        <pc:spChg chg="del">
          <ac:chgData name="Wilmer Ortega Erazo" userId="19082e28a51afb61" providerId="LiveId" clId="{30D428CD-1BB2-4A03-8594-A68FE992CDE1}" dt="2023-09-05T01:39:35.072" v="584" actId="478"/>
          <ac:spMkLst>
            <pc:docMk/>
            <pc:sldMk cId="1342916085" sldId="296"/>
            <ac:spMk id="43" creationId="{794EA177-753B-AA2D-03F8-C3CF0488E66E}"/>
          </ac:spMkLst>
        </pc:spChg>
        <pc:spChg chg="del">
          <ac:chgData name="Wilmer Ortega Erazo" userId="19082e28a51afb61" providerId="LiveId" clId="{30D428CD-1BB2-4A03-8594-A68FE992CDE1}" dt="2023-09-05T01:39:35.072" v="584" actId="478"/>
          <ac:spMkLst>
            <pc:docMk/>
            <pc:sldMk cId="1342916085" sldId="296"/>
            <ac:spMk id="44" creationId="{5FC9FB5B-8A88-CB3A-8FF0-8421BFB95C11}"/>
          </ac:spMkLst>
        </pc:spChg>
        <pc:spChg chg="del">
          <ac:chgData name="Wilmer Ortega Erazo" userId="19082e28a51afb61" providerId="LiveId" clId="{30D428CD-1BB2-4A03-8594-A68FE992CDE1}" dt="2023-09-05T01:39:35.072" v="584" actId="478"/>
          <ac:spMkLst>
            <pc:docMk/>
            <pc:sldMk cId="1342916085" sldId="296"/>
            <ac:spMk id="45" creationId="{B6564F8D-C2E3-6B9D-C9C4-24E625A8B690}"/>
          </ac:spMkLst>
        </pc:spChg>
        <pc:spChg chg="del">
          <ac:chgData name="Wilmer Ortega Erazo" userId="19082e28a51afb61" providerId="LiveId" clId="{30D428CD-1BB2-4A03-8594-A68FE992CDE1}" dt="2023-09-05T01:39:35.072" v="584" actId="478"/>
          <ac:spMkLst>
            <pc:docMk/>
            <pc:sldMk cId="1342916085" sldId="296"/>
            <ac:spMk id="46" creationId="{C5B11015-51B9-C6A7-E774-AE3FEC8B0F69}"/>
          </ac:spMkLst>
        </pc:spChg>
        <pc:spChg chg="del">
          <ac:chgData name="Wilmer Ortega Erazo" userId="19082e28a51afb61" providerId="LiveId" clId="{30D428CD-1BB2-4A03-8594-A68FE992CDE1}" dt="2023-09-05T01:39:35.072" v="584" actId="478"/>
          <ac:spMkLst>
            <pc:docMk/>
            <pc:sldMk cId="1342916085" sldId="296"/>
            <ac:spMk id="50" creationId="{165FB6C6-462B-ACD8-FB8D-B61C45ED2246}"/>
          </ac:spMkLst>
        </pc:spChg>
        <pc:spChg chg="del">
          <ac:chgData name="Wilmer Ortega Erazo" userId="19082e28a51afb61" providerId="LiveId" clId="{30D428CD-1BB2-4A03-8594-A68FE992CDE1}" dt="2023-09-05T01:39:35.072" v="584" actId="478"/>
          <ac:spMkLst>
            <pc:docMk/>
            <pc:sldMk cId="1342916085" sldId="296"/>
            <ac:spMk id="54" creationId="{B487F340-D4BC-8935-AA55-A87FDAAF4100}"/>
          </ac:spMkLst>
        </pc:spChg>
        <pc:spChg chg="del">
          <ac:chgData name="Wilmer Ortega Erazo" userId="19082e28a51afb61" providerId="LiveId" clId="{30D428CD-1BB2-4A03-8594-A68FE992CDE1}" dt="2023-09-05T01:39:35.072" v="584" actId="478"/>
          <ac:spMkLst>
            <pc:docMk/>
            <pc:sldMk cId="1342916085" sldId="296"/>
            <ac:spMk id="55" creationId="{8B297632-B64B-474B-B776-3F5088379017}"/>
          </ac:spMkLst>
        </pc:spChg>
        <pc:spChg chg="del">
          <ac:chgData name="Wilmer Ortega Erazo" userId="19082e28a51afb61" providerId="LiveId" clId="{30D428CD-1BB2-4A03-8594-A68FE992CDE1}" dt="2023-09-05T01:39:35.072" v="584" actId="478"/>
          <ac:spMkLst>
            <pc:docMk/>
            <pc:sldMk cId="1342916085" sldId="296"/>
            <ac:spMk id="56" creationId="{986C7806-2615-6005-3B46-7F429F439B1F}"/>
          </ac:spMkLst>
        </pc:spChg>
        <pc:spChg chg="del">
          <ac:chgData name="Wilmer Ortega Erazo" userId="19082e28a51afb61" providerId="LiveId" clId="{30D428CD-1BB2-4A03-8594-A68FE992CDE1}" dt="2023-09-05T01:39:35.072" v="584" actId="478"/>
          <ac:spMkLst>
            <pc:docMk/>
            <pc:sldMk cId="1342916085" sldId="296"/>
            <ac:spMk id="57" creationId="{03DCB7D1-EA59-364C-41B4-E2F1813F4FCD}"/>
          </ac:spMkLst>
        </pc:spChg>
        <pc:spChg chg="del">
          <ac:chgData name="Wilmer Ortega Erazo" userId="19082e28a51afb61" providerId="LiveId" clId="{30D428CD-1BB2-4A03-8594-A68FE992CDE1}" dt="2023-09-05T01:39:35.072" v="584" actId="478"/>
          <ac:spMkLst>
            <pc:docMk/>
            <pc:sldMk cId="1342916085" sldId="296"/>
            <ac:spMk id="58" creationId="{E527666D-FEBA-9B4D-5D44-C083BE2BFD06}"/>
          </ac:spMkLst>
        </pc:spChg>
        <pc:spChg chg="del">
          <ac:chgData name="Wilmer Ortega Erazo" userId="19082e28a51afb61" providerId="LiveId" clId="{30D428CD-1BB2-4A03-8594-A68FE992CDE1}" dt="2023-09-05T01:39:35.072" v="584" actId="478"/>
          <ac:spMkLst>
            <pc:docMk/>
            <pc:sldMk cId="1342916085" sldId="296"/>
            <ac:spMk id="59" creationId="{6C1DF50C-4049-198A-314A-3D9AB9BF4A3C}"/>
          </ac:spMkLst>
        </pc:spChg>
        <pc:spChg chg="del">
          <ac:chgData name="Wilmer Ortega Erazo" userId="19082e28a51afb61" providerId="LiveId" clId="{30D428CD-1BB2-4A03-8594-A68FE992CDE1}" dt="2023-09-05T01:39:35.072" v="584" actId="478"/>
          <ac:spMkLst>
            <pc:docMk/>
            <pc:sldMk cId="1342916085" sldId="296"/>
            <ac:spMk id="60" creationId="{BB9CCCC5-A914-9240-23F1-CA17044F7FD8}"/>
          </ac:spMkLst>
        </pc:spChg>
        <pc:spChg chg="del">
          <ac:chgData name="Wilmer Ortega Erazo" userId="19082e28a51afb61" providerId="LiveId" clId="{30D428CD-1BB2-4A03-8594-A68FE992CDE1}" dt="2023-09-05T01:39:35.072" v="584" actId="478"/>
          <ac:spMkLst>
            <pc:docMk/>
            <pc:sldMk cId="1342916085" sldId="296"/>
            <ac:spMk id="61" creationId="{37D7ACC6-A8ED-B614-4B0D-8E1E6E94FD69}"/>
          </ac:spMkLst>
        </pc:spChg>
        <pc:spChg chg="del">
          <ac:chgData name="Wilmer Ortega Erazo" userId="19082e28a51afb61" providerId="LiveId" clId="{30D428CD-1BB2-4A03-8594-A68FE992CDE1}" dt="2023-09-05T01:39:35.072" v="584" actId="478"/>
          <ac:spMkLst>
            <pc:docMk/>
            <pc:sldMk cId="1342916085" sldId="296"/>
            <ac:spMk id="62" creationId="{10D7039E-1B22-BE86-C60C-54766FE8B730}"/>
          </ac:spMkLst>
        </pc:spChg>
        <pc:spChg chg="del">
          <ac:chgData name="Wilmer Ortega Erazo" userId="19082e28a51afb61" providerId="LiveId" clId="{30D428CD-1BB2-4A03-8594-A68FE992CDE1}" dt="2023-09-05T01:39:35.072" v="584" actId="478"/>
          <ac:spMkLst>
            <pc:docMk/>
            <pc:sldMk cId="1342916085" sldId="296"/>
            <ac:spMk id="63" creationId="{E5BC4C30-70E4-9E50-D851-0EEFEE7DA056}"/>
          </ac:spMkLst>
        </pc:spChg>
        <pc:spChg chg="del">
          <ac:chgData name="Wilmer Ortega Erazo" userId="19082e28a51afb61" providerId="LiveId" clId="{30D428CD-1BB2-4A03-8594-A68FE992CDE1}" dt="2023-09-05T01:39:35.072" v="584" actId="478"/>
          <ac:spMkLst>
            <pc:docMk/>
            <pc:sldMk cId="1342916085" sldId="296"/>
            <ac:spMk id="64" creationId="{CA9D2B10-5F83-1568-9727-5B8A00F2F3F0}"/>
          </ac:spMkLst>
        </pc:spChg>
        <pc:spChg chg="del">
          <ac:chgData name="Wilmer Ortega Erazo" userId="19082e28a51afb61" providerId="LiveId" clId="{30D428CD-1BB2-4A03-8594-A68FE992CDE1}" dt="2023-09-05T01:39:35.072" v="584" actId="478"/>
          <ac:spMkLst>
            <pc:docMk/>
            <pc:sldMk cId="1342916085" sldId="296"/>
            <ac:spMk id="65" creationId="{72E45E37-9048-89A5-55DA-334232039BFD}"/>
          </ac:spMkLst>
        </pc:spChg>
        <pc:spChg chg="add mod">
          <ac:chgData name="Wilmer Ortega Erazo" userId="19082e28a51afb61" providerId="LiveId" clId="{30D428CD-1BB2-4A03-8594-A68FE992CDE1}" dt="2023-09-05T01:40:07.965" v="589" actId="1076"/>
          <ac:spMkLst>
            <pc:docMk/>
            <pc:sldMk cId="1342916085" sldId="296"/>
            <ac:spMk id="66" creationId="{34A91DC8-8942-B976-F63A-44B78B3A87B5}"/>
          </ac:spMkLst>
        </pc:spChg>
        <pc:spChg chg="add mod">
          <ac:chgData name="Wilmer Ortega Erazo" userId="19082e28a51afb61" providerId="LiveId" clId="{30D428CD-1BB2-4A03-8594-A68FE992CDE1}" dt="2023-09-05T01:40:07.965" v="589" actId="1076"/>
          <ac:spMkLst>
            <pc:docMk/>
            <pc:sldMk cId="1342916085" sldId="296"/>
            <ac:spMk id="67" creationId="{E037DC76-561C-2BC4-003E-7920E8CB79D0}"/>
          </ac:spMkLst>
        </pc:spChg>
        <pc:spChg chg="add mod">
          <ac:chgData name="Wilmer Ortega Erazo" userId="19082e28a51afb61" providerId="LiveId" clId="{30D428CD-1BB2-4A03-8594-A68FE992CDE1}" dt="2023-09-05T01:40:07.965" v="589" actId="1076"/>
          <ac:spMkLst>
            <pc:docMk/>
            <pc:sldMk cId="1342916085" sldId="296"/>
            <ac:spMk id="68" creationId="{3A0B1DE8-A185-34BE-2C55-34357358DE24}"/>
          </ac:spMkLst>
        </pc:spChg>
        <pc:spChg chg="mod">
          <ac:chgData name="Wilmer Ortega Erazo" userId="19082e28a51afb61" providerId="LiveId" clId="{30D428CD-1BB2-4A03-8594-A68FE992CDE1}" dt="2023-09-05T01:40:07.965" v="589" actId="1076"/>
          <ac:spMkLst>
            <pc:docMk/>
            <pc:sldMk cId="1342916085" sldId="296"/>
            <ac:spMk id="70" creationId="{3AFA83EF-31A2-946E-C0DB-00BE739279DD}"/>
          </ac:spMkLst>
        </pc:spChg>
        <pc:spChg chg="mod">
          <ac:chgData name="Wilmer Ortega Erazo" userId="19082e28a51afb61" providerId="LiveId" clId="{30D428CD-1BB2-4A03-8594-A68FE992CDE1}" dt="2023-09-05T01:40:07.965" v="589" actId="1076"/>
          <ac:spMkLst>
            <pc:docMk/>
            <pc:sldMk cId="1342916085" sldId="296"/>
            <ac:spMk id="71" creationId="{F4B67512-F4B7-94F9-B9EF-C1DDC73B7E61}"/>
          </ac:spMkLst>
        </pc:spChg>
        <pc:spChg chg="add mod">
          <ac:chgData name="Wilmer Ortega Erazo" userId="19082e28a51afb61" providerId="LiveId" clId="{30D428CD-1BB2-4A03-8594-A68FE992CDE1}" dt="2023-09-05T01:40:07.965" v="589" actId="1076"/>
          <ac:spMkLst>
            <pc:docMk/>
            <pc:sldMk cId="1342916085" sldId="296"/>
            <ac:spMk id="72" creationId="{40923DBA-453D-A51F-596C-DE255B051088}"/>
          </ac:spMkLst>
        </pc:spChg>
        <pc:spChg chg="add mod">
          <ac:chgData name="Wilmer Ortega Erazo" userId="19082e28a51afb61" providerId="LiveId" clId="{30D428CD-1BB2-4A03-8594-A68FE992CDE1}" dt="2023-09-05T01:40:07.965" v="589" actId="1076"/>
          <ac:spMkLst>
            <pc:docMk/>
            <pc:sldMk cId="1342916085" sldId="296"/>
            <ac:spMk id="73" creationId="{63AFA1DC-CB09-9335-9E2A-393CDCCB35BE}"/>
          </ac:spMkLst>
        </pc:spChg>
        <pc:spChg chg="add mod">
          <ac:chgData name="Wilmer Ortega Erazo" userId="19082e28a51afb61" providerId="LiveId" clId="{30D428CD-1BB2-4A03-8594-A68FE992CDE1}" dt="2023-09-05T01:40:07.965" v="589" actId="1076"/>
          <ac:spMkLst>
            <pc:docMk/>
            <pc:sldMk cId="1342916085" sldId="296"/>
            <ac:spMk id="74" creationId="{81C0AE52-A0D5-FE0A-CC92-3244A3E94823}"/>
          </ac:spMkLst>
        </pc:spChg>
        <pc:spChg chg="add mod">
          <ac:chgData name="Wilmer Ortega Erazo" userId="19082e28a51afb61" providerId="LiveId" clId="{30D428CD-1BB2-4A03-8594-A68FE992CDE1}" dt="2023-09-05T01:40:07.965" v="589" actId="1076"/>
          <ac:spMkLst>
            <pc:docMk/>
            <pc:sldMk cId="1342916085" sldId="296"/>
            <ac:spMk id="75" creationId="{F2198937-8F6E-55C4-458C-42B155A5E1B0}"/>
          </ac:spMkLst>
        </pc:spChg>
        <pc:spChg chg="add mod">
          <ac:chgData name="Wilmer Ortega Erazo" userId="19082e28a51afb61" providerId="LiveId" clId="{30D428CD-1BB2-4A03-8594-A68FE992CDE1}" dt="2023-09-05T01:40:07.965" v="589" actId="1076"/>
          <ac:spMkLst>
            <pc:docMk/>
            <pc:sldMk cId="1342916085" sldId="296"/>
            <ac:spMk id="76" creationId="{A255AB00-2D17-95E7-9266-7B7D9FB2BB31}"/>
          </ac:spMkLst>
        </pc:spChg>
        <pc:spChg chg="add mod">
          <ac:chgData name="Wilmer Ortega Erazo" userId="19082e28a51afb61" providerId="LiveId" clId="{30D428CD-1BB2-4A03-8594-A68FE992CDE1}" dt="2023-09-05T01:40:07.965" v="589" actId="1076"/>
          <ac:spMkLst>
            <pc:docMk/>
            <pc:sldMk cId="1342916085" sldId="296"/>
            <ac:spMk id="77" creationId="{9BCDA06E-4EC9-2467-9505-25838EA5987C}"/>
          </ac:spMkLst>
        </pc:spChg>
        <pc:spChg chg="add mod">
          <ac:chgData name="Wilmer Ortega Erazo" userId="19082e28a51afb61" providerId="LiveId" clId="{30D428CD-1BB2-4A03-8594-A68FE992CDE1}" dt="2023-09-05T01:40:07.965" v="589" actId="1076"/>
          <ac:spMkLst>
            <pc:docMk/>
            <pc:sldMk cId="1342916085" sldId="296"/>
            <ac:spMk id="78" creationId="{F3D64F0A-61B8-BB0A-0281-C75BA55218A8}"/>
          </ac:spMkLst>
        </pc:spChg>
        <pc:spChg chg="add mod">
          <ac:chgData name="Wilmer Ortega Erazo" userId="19082e28a51afb61" providerId="LiveId" clId="{30D428CD-1BB2-4A03-8594-A68FE992CDE1}" dt="2023-09-05T01:40:07.965" v="589" actId="1076"/>
          <ac:spMkLst>
            <pc:docMk/>
            <pc:sldMk cId="1342916085" sldId="296"/>
            <ac:spMk id="79" creationId="{18C8DA48-2146-D857-3643-25930EB166C6}"/>
          </ac:spMkLst>
        </pc:spChg>
        <pc:spChg chg="add mod">
          <ac:chgData name="Wilmer Ortega Erazo" userId="19082e28a51afb61" providerId="LiveId" clId="{30D428CD-1BB2-4A03-8594-A68FE992CDE1}" dt="2023-09-05T01:40:07.965" v="589" actId="1076"/>
          <ac:spMkLst>
            <pc:docMk/>
            <pc:sldMk cId="1342916085" sldId="296"/>
            <ac:spMk id="80" creationId="{DB74D9EB-62D8-E8AF-9C6C-8A0F950E6643}"/>
          </ac:spMkLst>
        </pc:spChg>
        <pc:grpChg chg="add mod">
          <ac:chgData name="Wilmer Ortega Erazo" userId="19082e28a51afb61" providerId="LiveId" clId="{30D428CD-1BB2-4A03-8594-A68FE992CDE1}" dt="2023-09-05T01:40:07.965" v="589" actId="1076"/>
          <ac:grpSpMkLst>
            <pc:docMk/>
            <pc:sldMk cId="1342916085" sldId="296"/>
            <ac:grpSpMk id="9" creationId="{828712A1-051C-AF75-9F59-BFD6E4FFEB67}"/>
          </ac:grpSpMkLst>
        </pc:grpChg>
        <pc:grpChg chg="add mod">
          <ac:chgData name="Wilmer Ortega Erazo" userId="19082e28a51afb61" providerId="LiveId" clId="{30D428CD-1BB2-4A03-8594-A68FE992CDE1}" dt="2023-09-05T01:40:07.965" v="589" actId="1076"/>
          <ac:grpSpMkLst>
            <pc:docMk/>
            <pc:sldMk cId="1342916085" sldId="296"/>
            <ac:grpSpMk id="22" creationId="{75013774-4A78-E258-5BC9-5C9FE7E8CE3B}"/>
          </ac:grpSpMkLst>
        </pc:grpChg>
        <pc:grpChg chg="del">
          <ac:chgData name="Wilmer Ortega Erazo" userId="19082e28a51afb61" providerId="LiveId" clId="{30D428CD-1BB2-4A03-8594-A68FE992CDE1}" dt="2023-09-05T01:39:35.072" v="584" actId="478"/>
          <ac:grpSpMkLst>
            <pc:docMk/>
            <pc:sldMk cId="1342916085" sldId="296"/>
            <ac:grpSpMk id="31" creationId="{CE9B0043-677F-D83F-6A74-7890596232DE}"/>
          </ac:grpSpMkLst>
        </pc:grpChg>
        <pc:grpChg chg="del">
          <ac:chgData name="Wilmer Ortega Erazo" userId="19082e28a51afb61" providerId="LiveId" clId="{30D428CD-1BB2-4A03-8594-A68FE992CDE1}" dt="2023-09-05T01:39:35.072" v="584" actId="478"/>
          <ac:grpSpMkLst>
            <pc:docMk/>
            <pc:sldMk cId="1342916085" sldId="296"/>
            <ac:grpSpMk id="35" creationId="{A401F6ED-6C1D-D9AB-EB6F-FDDAA98D5B53}"/>
          </ac:grpSpMkLst>
        </pc:grpChg>
        <pc:grpChg chg="del">
          <ac:chgData name="Wilmer Ortega Erazo" userId="19082e28a51afb61" providerId="LiveId" clId="{30D428CD-1BB2-4A03-8594-A68FE992CDE1}" dt="2023-09-05T01:39:35.072" v="584" actId="478"/>
          <ac:grpSpMkLst>
            <pc:docMk/>
            <pc:sldMk cId="1342916085" sldId="296"/>
            <ac:grpSpMk id="47" creationId="{9DA51855-DA5C-F91E-4098-76C4158C5505}"/>
          </ac:grpSpMkLst>
        </pc:grpChg>
        <pc:grpChg chg="del">
          <ac:chgData name="Wilmer Ortega Erazo" userId="19082e28a51afb61" providerId="LiveId" clId="{30D428CD-1BB2-4A03-8594-A68FE992CDE1}" dt="2023-09-05T01:39:35.072" v="584" actId="478"/>
          <ac:grpSpMkLst>
            <pc:docMk/>
            <pc:sldMk cId="1342916085" sldId="296"/>
            <ac:grpSpMk id="51" creationId="{5EA2E0CB-BBDF-4E7A-895C-C5CDC0043A00}"/>
          </ac:grpSpMkLst>
        </pc:grpChg>
        <pc:grpChg chg="add mod">
          <ac:chgData name="Wilmer Ortega Erazo" userId="19082e28a51afb61" providerId="LiveId" clId="{30D428CD-1BB2-4A03-8594-A68FE992CDE1}" dt="2023-09-05T01:40:07.965" v="589" actId="1076"/>
          <ac:grpSpMkLst>
            <pc:docMk/>
            <pc:sldMk cId="1342916085" sldId="296"/>
            <ac:grpSpMk id="69" creationId="{65740D8F-5BC7-4D4D-E1CA-64AC7E8A123A}"/>
          </ac:grpSpMkLst>
        </pc:grpChg>
      </pc:sldChg>
      <pc:sldChg chg="delSp modSp add mod">
        <pc:chgData name="Wilmer Ortega Erazo" userId="19082e28a51afb61" providerId="LiveId" clId="{30D428CD-1BB2-4A03-8594-A68FE992CDE1}" dt="2023-09-05T01:41:21.818" v="595" actId="255"/>
        <pc:sldMkLst>
          <pc:docMk/>
          <pc:sldMk cId="3598863578" sldId="297"/>
        </pc:sldMkLst>
        <pc:spChg chg="del">
          <ac:chgData name="Wilmer Ortega Erazo" userId="19082e28a51afb61" providerId="LiveId" clId="{30D428CD-1BB2-4A03-8594-A68FE992CDE1}" dt="2023-09-05T01:41:04.178" v="591" actId="478"/>
          <ac:spMkLst>
            <pc:docMk/>
            <pc:sldMk cId="3598863578" sldId="297"/>
            <ac:spMk id="3" creationId="{D1C3128C-DF94-7A3C-DDC6-8DF4D98AE068}"/>
          </ac:spMkLst>
        </pc:spChg>
        <pc:spChg chg="mod">
          <ac:chgData name="Wilmer Ortega Erazo" userId="19082e28a51afb61" providerId="LiveId" clId="{30D428CD-1BB2-4A03-8594-A68FE992CDE1}" dt="2023-09-05T01:41:21.818" v="595" actId="255"/>
          <ac:spMkLst>
            <pc:docMk/>
            <pc:sldMk cId="3598863578" sldId="297"/>
            <ac:spMk id="4" creationId="{A29C0834-3DBC-9FB3-0E0A-F77D599198EB}"/>
          </ac:spMkLst>
        </pc:spChg>
        <pc:spChg chg="del">
          <ac:chgData name="Wilmer Ortega Erazo" userId="19082e28a51afb61" providerId="LiveId" clId="{30D428CD-1BB2-4A03-8594-A68FE992CDE1}" dt="2023-09-05T01:41:04.178" v="591" actId="478"/>
          <ac:spMkLst>
            <pc:docMk/>
            <pc:sldMk cId="3598863578" sldId="297"/>
            <ac:spMk id="5" creationId="{9AE71725-DCD0-DA8F-2C48-C8AC45D28DEA}"/>
          </ac:spMkLst>
        </pc:spChg>
        <pc:spChg chg="del">
          <ac:chgData name="Wilmer Ortega Erazo" userId="19082e28a51afb61" providerId="LiveId" clId="{30D428CD-1BB2-4A03-8594-A68FE992CDE1}" dt="2023-09-05T01:41:04.178" v="591" actId="478"/>
          <ac:spMkLst>
            <pc:docMk/>
            <pc:sldMk cId="3598863578" sldId="297"/>
            <ac:spMk id="7" creationId="{3EF1F1BE-F6ED-E60F-5EE8-53B801B82A23}"/>
          </ac:spMkLst>
        </pc:spChg>
        <pc:spChg chg="del">
          <ac:chgData name="Wilmer Ortega Erazo" userId="19082e28a51afb61" providerId="LiveId" clId="{30D428CD-1BB2-4A03-8594-A68FE992CDE1}" dt="2023-09-05T01:41:04.178" v="591" actId="478"/>
          <ac:spMkLst>
            <pc:docMk/>
            <pc:sldMk cId="3598863578" sldId="297"/>
            <ac:spMk id="8" creationId="{E944738A-D073-D7DE-E553-90B393BDDA00}"/>
          </ac:spMkLst>
        </pc:spChg>
        <pc:spChg chg="del">
          <ac:chgData name="Wilmer Ortega Erazo" userId="19082e28a51afb61" providerId="LiveId" clId="{30D428CD-1BB2-4A03-8594-A68FE992CDE1}" dt="2023-09-05T01:41:04.178" v="591" actId="478"/>
          <ac:spMkLst>
            <pc:docMk/>
            <pc:sldMk cId="3598863578" sldId="297"/>
            <ac:spMk id="12" creationId="{FFE69387-EE7C-10A2-B1BA-4A8192E32025}"/>
          </ac:spMkLst>
        </pc:spChg>
        <pc:spChg chg="del">
          <ac:chgData name="Wilmer Ortega Erazo" userId="19082e28a51afb61" providerId="LiveId" clId="{30D428CD-1BB2-4A03-8594-A68FE992CDE1}" dt="2023-09-05T01:41:04.178" v="591" actId="478"/>
          <ac:spMkLst>
            <pc:docMk/>
            <pc:sldMk cId="3598863578" sldId="297"/>
            <ac:spMk id="13" creationId="{01080B34-ED9F-1156-F0EA-A0DE4297E5EA}"/>
          </ac:spMkLst>
        </pc:spChg>
        <pc:spChg chg="del">
          <ac:chgData name="Wilmer Ortega Erazo" userId="19082e28a51afb61" providerId="LiveId" clId="{30D428CD-1BB2-4A03-8594-A68FE992CDE1}" dt="2023-09-05T01:41:04.178" v="591" actId="478"/>
          <ac:spMkLst>
            <pc:docMk/>
            <pc:sldMk cId="3598863578" sldId="297"/>
            <ac:spMk id="14" creationId="{7988580F-25CE-B1E9-46F6-8C7DBFECC93D}"/>
          </ac:spMkLst>
        </pc:spChg>
        <pc:spChg chg="del">
          <ac:chgData name="Wilmer Ortega Erazo" userId="19082e28a51afb61" providerId="LiveId" clId="{30D428CD-1BB2-4A03-8594-A68FE992CDE1}" dt="2023-09-05T01:41:04.178" v="591" actId="478"/>
          <ac:spMkLst>
            <pc:docMk/>
            <pc:sldMk cId="3598863578" sldId="297"/>
            <ac:spMk id="15" creationId="{560E40FF-38A5-3B78-2C53-E703274F8538}"/>
          </ac:spMkLst>
        </pc:spChg>
        <pc:spChg chg="del">
          <ac:chgData name="Wilmer Ortega Erazo" userId="19082e28a51afb61" providerId="LiveId" clId="{30D428CD-1BB2-4A03-8594-A68FE992CDE1}" dt="2023-09-05T01:41:04.178" v="591" actId="478"/>
          <ac:spMkLst>
            <pc:docMk/>
            <pc:sldMk cId="3598863578" sldId="297"/>
            <ac:spMk id="16" creationId="{0153565C-C398-83AC-54ED-758E057E8F81}"/>
          </ac:spMkLst>
        </pc:spChg>
        <pc:spChg chg="del">
          <ac:chgData name="Wilmer Ortega Erazo" userId="19082e28a51afb61" providerId="LiveId" clId="{30D428CD-1BB2-4A03-8594-A68FE992CDE1}" dt="2023-09-05T01:41:04.178" v="591" actId="478"/>
          <ac:spMkLst>
            <pc:docMk/>
            <pc:sldMk cId="3598863578" sldId="297"/>
            <ac:spMk id="17" creationId="{FC6D71AA-162B-FD63-C9A2-506C4EE814C3}"/>
          </ac:spMkLst>
        </pc:spChg>
        <pc:spChg chg="del">
          <ac:chgData name="Wilmer Ortega Erazo" userId="19082e28a51afb61" providerId="LiveId" clId="{30D428CD-1BB2-4A03-8594-A68FE992CDE1}" dt="2023-09-05T01:41:04.178" v="591" actId="478"/>
          <ac:spMkLst>
            <pc:docMk/>
            <pc:sldMk cId="3598863578" sldId="297"/>
            <ac:spMk id="18" creationId="{67C10626-329A-9756-8F1C-0C0EB828CC50}"/>
          </ac:spMkLst>
        </pc:spChg>
        <pc:spChg chg="del">
          <ac:chgData name="Wilmer Ortega Erazo" userId="19082e28a51afb61" providerId="LiveId" clId="{30D428CD-1BB2-4A03-8594-A68FE992CDE1}" dt="2023-09-05T01:41:04.178" v="591" actId="478"/>
          <ac:spMkLst>
            <pc:docMk/>
            <pc:sldMk cId="3598863578" sldId="297"/>
            <ac:spMk id="19" creationId="{13F0267C-4F4A-1D25-E9C0-A63133AD96FA}"/>
          </ac:spMkLst>
        </pc:spChg>
        <pc:spChg chg="del">
          <ac:chgData name="Wilmer Ortega Erazo" userId="19082e28a51afb61" providerId="LiveId" clId="{30D428CD-1BB2-4A03-8594-A68FE992CDE1}" dt="2023-09-05T01:41:04.178" v="591" actId="478"/>
          <ac:spMkLst>
            <pc:docMk/>
            <pc:sldMk cId="3598863578" sldId="297"/>
            <ac:spMk id="20" creationId="{985DBAF5-21DC-ACF5-533D-FA8494D769C3}"/>
          </ac:spMkLst>
        </pc:spChg>
        <pc:spChg chg="del">
          <ac:chgData name="Wilmer Ortega Erazo" userId="19082e28a51afb61" providerId="LiveId" clId="{30D428CD-1BB2-4A03-8594-A68FE992CDE1}" dt="2023-09-05T01:41:04.178" v="591" actId="478"/>
          <ac:spMkLst>
            <pc:docMk/>
            <pc:sldMk cId="3598863578" sldId="297"/>
            <ac:spMk id="21" creationId="{E1427F38-C821-FEF4-B8CF-368A1E729AF6}"/>
          </ac:spMkLst>
        </pc:spChg>
        <pc:spChg chg="del">
          <ac:chgData name="Wilmer Ortega Erazo" userId="19082e28a51afb61" providerId="LiveId" clId="{30D428CD-1BB2-4A03-8594-A68FE992CDE1}" dt="2023-09-05T01:41:04.178" v="591" actId="478"/>
          <ac:spMkLst>
            <pc:docMk/>
            <pc:sldMk cId="3598863578" sldId="297"/>
            <ac:spMk id="25" creationId="{97CD90F8-4DFA-91C8-FDE7-5AF37E71B953}"/>
          </ac:spMkLst>
        </pc:spChg>
        <pc:spChg chg="del">
          <ac:chgData name="Wilmer Ortega Erazo" userId="19082e28a51afb61" providerId="LiveId" clId="{30D428CD-1BB2-4A03-8594-A68FE992CDE1}" dt="2023-09-05T01:41:04.178" v="591" actId="478"/>
          <ac:spMkLst>
            <pc:docMk/>
            <pc:sldMk cId="3598863578" sldId="297"/>
            <ac:spMk id="66" creationId="{34A91DC8-8942-B976-F63A-44B78B3A87B5}"/>
          </ac:spMkLst>
        </pc:spChg>
        <pc:spChg chg="del">
          <ac:chgData name="Wilmer Ortega Erazo" userId="19082e28a51afb61" providerId="LiveId" clId="{30D428CD-1BB2-4A03-8594-A68FE992CDE1}" dt="2023-09-05T01:41:04.178" v="591" actId="478"/>
          <ac:spMkLst>
            <pc:docMk/>
            <pc:sldMk cId="3598863578" sldId="297"/>
            <ac:spMk id="67" creationId="{E037DC76-561C-2BC4-003E-7920E8CB79D0}"/>
          </ac:spMkLst>
        </pc:spChg>
        <pc:spChg chg="del">
          <ac:chgData name="Wilmer Ortega Erazo" userId="19082e28a51afb61" providerId="LiveId" clId="{30D428CD-1BB2-4A03-8594-A68FE992CDE1}" dt="2023-09-05T01:41:04.178" v="591" actId="478"/>
          <ac:spMkLst>
            <pc:docMk/>
            <pc:sldMk cId="3598863578" sldId="297"/>
            <ac:spMk id="68" creationId="{3A0B1DE8-A185-34BE-2C55-34357358DE24}"/>
          </ac:spMkLst>
        </pc:spChg>
        <pc:spChg chg="del">
          <ac:chgData name="Wilmer Ortega Erazo" userId="19082e28a51afb61" providerId="LiveId" clId="{30D428CD-1BB2-4A03-8594-A68FE992CDE1}" dt="2023-09-05T01:41:04.178" v="591" actId="478"/>
          <ac:spMkLst>
            <pc:docMk/>
            <pc:sldMk cId="3598863578" sldId="297"/>
            <ac:spMk id="72" creationId="{40923DBA-453D-A51F-596C-DE255B051088}"/>
          </ac:spMkLst>
        </pc:spChg>
        <pc:spChg chg="del">
          <ac:chgData name="Wilmer Ortega Erazo" userId="19082e28a51afb61" providerId="LiveId" clId="{30D428CD-1BB2-4A03-8594-A68FE992CDE1}" dt="2023-09-05T01:41:04.178" v="591" actId="478"/>
          <ac:spMkLst>
            <pc:docMk/>
            <pc:sldMk cId="3598863578" sldId="297"/>
            <ac:spMk id="73" creationId="{63AFA1DC-CB09-9335-9E2A-393CDCCB35BE}"/>
          </ac:spMkLst>
        </pc:spChg>
        <pc:spChg chg="del">
          <ac:chgData name="Wilmer Ortega Erazo" userId="19082e28a51afb61" providerId="LiveId" clId="{30D428CD-1BB2-4A03-8594-A68FE992CDE1}" dt="2023-09-05T01:41:04.178" v="591" actId="478"/>
          <ac:spMkLst>
            <pc:docMk/>
            <pc:sldMk cId="3598863578" sldId="297"/>
            <ac:spMk id="74" creationId="{81C0AE52-A0D5-FE0A-CC92-3244A3E94823}"/>
          </ac:spMkLst>
        </pc:spChg>
        <pc:spChg chg="del">
          <ac:chgData name="Wilmer Ortega Erazo" userId="19082e28a51afb61" providerId="LiveId" clId="{30D428CD-1BB2-4A03-8594-A68FE992CDE1}" dt="2023-09-05T01:41:04.178" v="591" actId="478"/>
          <ac:spMkLst>
            <pc:docMk/>
            <pc:sldMk cId="3598863578" sldId="297"/>
            <ac:spMk id="75" creationId="{F2198937-8F6E-55C4-458C-42B155A5E1B0}"/>
          </ac:spMkLst>
        </pc:spChg>
        <pc:spChg chg="del">
          <ac:chgData name="Wilmer Ortega Erazo" userId="19082e28a51afb61" providerId="LiveId" clId="{30D428CD-1BB2-4A03-8594-A68FE992CDE1}" dt="2023-09-05T01:41:04.178" v="591" actId="478"/>
          <ac:spMkLst>
            <pc:docMk/>
            <pc:sldMk cId="3598863578" sldId="297"/>
            <ac:spMk id="76" creationId="{A255AB00-2D17-95E7-9266-7B7D9FB2BB31}"/>
          </ac:spMkLst>
        </pc:spChg>
        <pc:spChg chg="del">
          <ac:chgData name="Wilmer Ortega Erazo" userId="19082e28a51afb61" providerId="LiveId" clId="{30D428CD-1BB2-4A03-8594-A68FE992CDE1}" dt="2023-09-05T01:41:04.178" v="591" actId="478"/>
          <ac:spMkLst>
            <pc:docMk/>
            <pc:sldMk cId="3598863578" sldId="297"/>
            <ac:spMk id="77" creationId="{9BCDA06E-4EC9-2467-9505-25838EA5987C}"/>
          </ac:spMkLst>
        </pc:spChg>
        <pc:spChg chg="del">
          <ac:chgData name="Wilmer Ortega Erazo" userId="19082e28a51afb61" providerId="LiveId" clId="{30D428CD-1BB2-4A03-8594-A68FE992CDE1}" dt="2023-09-05T01:41:04.178" v="591" actId="478"/>
          <ac:spMkLst>
            <pc:docMk/>
            <pc:sldMk cId="3598863578" sldId="297"/>
            <ac:spMk id="78" creationId="{F3D64F0A-61B8-BB0A-0281-C75BA55218A8}"/>
          </ac:spMkLst>
        </pc:spChg>
        <pc:spChg chg="del">
          <ac:chgData name="Wilmer Ortega Erazo" userId="19082e28a51afb61" providerId="LiveId" clId="{30D428CD-1BB2-4A03-8594-A68FE992CDE1}" dt="2023-09-05T01:41:04.178" v="591" actId="478"/>
          <ac:spMkLst>
            <pc:docMk/>
            <pc:sldMk cId="3598863578" sldId="297"/>
            <ac:spMk id="79" creationId="{18C8DA48-2146-D857-3643-25930EB166C6}"/>
          </ac:spMkLst>
        </pc:spChg>
        <pc:spChg chg="del">
          <ac:chgData name="Wilmer Ortega Erazo" userId="19082e28a51afb61" providerId="LiveId" clId="{30D428CD-1BB2-4A03-8594-A68FE992CDE1}" dt="2023-09-05T01:41:04.178" v="591" actId="478"/>
          <ac:spMkLst>
            <pc:docMk/>
            <pc:sldMk cId="3598863578" sldId="297"/>
            <ac:spMk id="80" creationId="{DB74D9EB-62D8-E8AF-9C6C-8A0F950E6643}"/>
          </ac:spMkLst>
        </pc:spChg>
        <pc:grpChg chg="del">
          <ac:chgData name="Wilmer Ortega Erazo" userId="19082e28a51afb61" providerId="LiveId" clId="{30D428CD-1BB2-4A03-8594-A68FE992CDE1}" dt="2023-09-05T01:41:04.178" v="591" actId="478"/>
          <ac:grpSpMkLst>
            <pc:docMk/>
            <pc:sldMk cId="3598863578" sldId="297"/>
            <ac:grpSpMk id="9" creationId="{828712A1-051C-AF75-9F59-BFD6E4FFEB67}"/>
          </ac:grpSpMkLst>
        </pc:grpChg>
        <pc:grpChg chg="del">
          <ac:chgData name="Wilmer Ortega Erazo" userId="19082e28a51afb61" providerId="LiveId" clId="{30D428CD-1BB2-4A03-8594-A68FE992CDE1}" dt="2023-09-05T01:41:04.178" v="591" actId="478"/>
          <ac:grpSpMkLst>
            <pc:docMk/>
            <pc:sldMk cId="3598863578" sldId="297"/>
            <ac:grpSpMk id="22" creationId="{75013774-4A78-E258-5BC9-5C9FE7E8CE3B}"/>
          </ac:grpSpMkLst>
        </pc:grpChg>
        <pc:grpChg chg="del">
          <ac:chgData name="Wilmer Ortega Erazo" userId="19082e28a51afb61" providerId="LiveId" clId="{30D428CD-1BB2-4A03-8594-A68FE992CDE1}" dt="2023-09-05T01:41:04.178" v="591" actId="478"/>
          <ac:grpSpMkLst>
            <pc:docMk/>
            <pc:sldMk cId="3598863578" sldId="297"/>
            <ac:grpSpMk id="69" creationId="{65740D8F-5BC7-4D4D-E1CA-64AC7E8A123A}"/>
          </ac:grpSpMkLst>
        </pc:grpChg>
      </pc:sldChg>
      <pc:sldChg chg="modSp add mod">
        <pc:chgData name="Wilmer Ortega Erazo" userId="19082e28a51afb61" providerId="LiveId" clId="{30D428CD-1BB2-4A03-8594-A68FE992CDE1}" dt="2023-09-05T01:45:29.908" v="644" actId="255"/>
        <pc:sldMkLst>
          <pc:docMk/>
          <pc:sldMk cId="294367465" sldId="298"/>
        </pc:sldMkLst>
        <pc:spChg chg="mod">
          <ac:chgData name="Wilmer Ortega Erazo" userId="19082e28a51afb61" providerId="LiveId" clId="{30D428CD-1BB2-4A03-8594-A68FE992CDE1}" dt="2023-09-05T01:43:35.993" v="629" actId="255"/>
          <ac:spMkLst>
            <pc:docMk/>
            <pc:sldMk cId="294367465" sldId="298"/>
            <ac:spMk id="2" creationId="{C4B3BC51-1413-F46C-B9D5-F37ECB40D137}"/>
          </ac:spMkLst>
        </pc:spChg>
        <pc:spChg chg="mod">
          <ac:chgData name="Wilmer Ortega Erazo" userId="19082e28a51afb61" providerId="LiveId" clId="{30D428CD-1BB2-4A03-8594-A68FE992CDE1}" dt="2023-09-05T01:45:29.908" v="644" actId="255"/>
          <ac:spMkLst>
            <pc:docMk/>
            <pc:sldMk cId="294367465" sldId="298"/>
            <ac:spMk id="4" creationId="{A29C0834-3DBC-9FB3-0E0A-F77D599198EB}"/>
          </ac:spMkLst>
        </pc:spChg>
      </pc:sldChg>
      <pc:sldChg chg="modSp add mod">
        <pc:chgData name="Wilmer Ortega Erazo" userId="19082e28a51afb61" providerId="LiveId" clId="{30D428CD-1BB2-4A03-8594-A68FE992CDE1}" dt="2023-09-05T01:46:10.148" v="655" actId="255"/>
        <pc:sldMkLst>
          <pc:docMk/>
          <pc:sldMk cId="4092678982" sldId="299"/>
        </pc:sldMkLst>
        <pc:spChg chg="mod">
          <ac:chgData name="Wilmer Ortega Erazo" userId="19082e28a51afb61" providerId="LiveId" clId="{30D428CD-1BB2-4A03-8594-A68FE992CDE1}" dt="2023-09-05T01:46:10.148" v="655" actId="255"/>
          <ac:spMkLst>
            <pc:docMk/>
            <pc:sldMk cId="4092678982" sldId="299"/>
            <ac:spMk id="4" creationId="{A29C0834-3DBC-9FB3-0E0A-F77D599198EB}"/>
          </ac:spMkLst>
        </pc:spChg>
      </pc:sldChg>
      <pc:sldChg chg="modSp add mod ord">
        <pc:chgData name="Wilmer Ortega Erazo" userId="19082e28a51afb61" providerId="LiveId" clId="{30D428CD-1BB2-4A03-8594-A68FE992CDE1}" dt="2023-09-05T01:48:20.421" v="690" actId="255"/>
        <pc:sldMkLst>
          <pc:docMk/>
          <pc:sldMk cId="667583572" sldId="300"/>
        </pc:sldMkLst>
        <pc:spChg chg="mod">
          <ac:chgData name="Wilmer Ortega Erazo" userId="19082e28a51afb61" providerId="LiveId" clId="{30D428CD-1BB2-4A03-8594-A68FE992CDE1}" dt="2023-09-05T01:48:20.421" v="690" actId="255"/>
          <ac:spMkLst>
            <pc:docMk/>
            <pc:sldMk cId="667583572" sldId="300"/>
            <ac:spMk id="2" creationId="{91A14A99-37E7-FD86-1156-A753F20D5A3A}"/>
          </ac:spMkLst>
        </pc:spChg>
      </pc:sldChg>
      <pc:sldChg chg="addSp delSp modSp add del mod">
        <pc:chgData name="Wilmer Ortega Erazo" userId="19082e28a51afb61" providerId="LiveId" clId="{30D428CD-1BB2-4A03-8594-A68FE992CDE1}" dt="2023-09-05T01:47:23.981" v="661" actId="2890"/>
        <pc:sldMkLst>
          <pc:docMk/>
          <pc:sldMk cId="2699900223" sldId="300"/>
        </pc:sldMkLst>
        <pc:spChg chg="add del mod">
          <ac:chgData name="Wilmer Ortega Erazo" userId="19082e28a51afb61" providerId="LiveId" clId="{30D428CD-1BB2-4A03-8594-A68FE992CDE1}" dt="2023-09-05T01:47:23.546" v="660"/>
          <ac:spMkLst>
            <pc:docMk/>
            <pc:sldMk cId="2699900223" sldId="300"/>
            <ac:spMk id="3" creationId="{454E545E-1C91-686E-5F21-7D3335853503}"/>
          </ac:spMkLst>
        </pc:spChg>
        <pc:spChg chg="add del">
          <ac:chgData name="Wilmer Ortega Erazo" userId="19082e28a51afb61" providerId="LiveId" clId="{30D428CD-1BB2-4A03-8594-A68FE992CDE1}" dt="2023-09-05T01:47:23.080" v="659" actId="478"/>
          <ac:spMkLst>
            <pc:docMk/>
            <pc:sldMk cId="2699900223" sldId="300"/>
            <ac:spMk id="4" creationId="{A29C0834-3DBC-9FB3-0E0A-F77D599198E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34120" y="1803300"/>
            <a:ext cx="7390811" cy="2387600"/>
          </a:xfrm>
          <a:prstGeom prst="rect">
            <a:avLst/>
          </a:prstGeom>
        </p:spPr>
        <p:txBody>
          <a:bodyPr anchor="b"/>
          <a:lstStyle>
            <a:lvl1pPr algn="l">
              <a:defRPr sz="3600">
                <a:solidFill>
                  <a:schemeClr val="tx1">
                    <a:lumMod val="85000"/>
                    <a:lumOff val="15000"/>
                  </a:schemeClr>
                </a:solidFill>
                <a:latin typeface="+mn-lt"/>
              </a:defRPr>
            </a:lvl1pPr>
          </a:lstStyle>
          <a:p>
            <a:r>
              <a:rPr lang="es-ES" dirty="0"/>
              <a:t>Nombre de la Presentación</a:t>
            </a:r>
            <a:endParaRPr lang="en-US" dirty="0"/>
          </a:p>
        </p:txBody>
      </p:sp>
      <p:sp>
        <p:nvSpPr>
          <p:cNvPr id="3" name="Subtitle 2"/>
          <p:cNvSpPr>
            <a:spLocks noGrp="1"/>
          </p:cNvSpPr>
          <p:nvPr>
            <p:ph type="subTitle" idx="1" hasCustomPrompt="1"/>
          </p:nvPr>
        </p:nvSpPr>
        <p:spPr>
          <a:xfrm>
            <a:off x="4234120" y="4282975"/>
            <a:ext cx="7390811" cy="902342"/>
          </a:xfrm>
          <a:prstGeom prst="rect">
            <a:avLst/>
          </a:prstGeom>
        </p:spPr>
        <p:txBody>
          <a:bodyPr/>
          <a:lstStyle>
            <a:lvl1pPr marL="0" indent="0" algn="l">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Nombre del presentador</a:t>
            </a:r>
            <a:endParaRPr lang="en-US" dirty="0"/>
          </a:p>
        </p:txBody>
      </p:sp>
      <p:sp>
        <p:nvSpPr>
          <p:cNvPr id="6" name="Marcador de contenido 4"/>
          <p:cNvSpPr>
            <a:spLocks noGrp="1"/>
          </p:cNvSpPr>
          <p:nvPr>
            <p:ph sz="quarter" idx="11" hasCustomPrompt="1"/>
          </p:nvPr>
        </p:nvSpPr>
        <p:spPr>
          <a:xfrm>
            <a:off x="4234121" y="5797420"/>
            <a:ext cx="7390811" cy="281914"/>
          </a:xfrm>
          <a:prstGeom prst="rect">
            <a:avLst/>
          </a:prstGeom>
        </p:spPr>
        <p:txBody>
          <a:bodyPr anchor="ctr"/>
          <a:lstStyle>
            <a:lvl1pPr marL="0" indent="0">
              <a:buNone/>
              <a:defRPr sz="1600" b="1" i="0" baseline="0">
                <a:solidFill>
                  <a:schemeClr val="tx1">
                    <a:lumMod val="65000"/>
                    <a:lumOff val="35000"/>
                  </a:schemeClr>
                </a:solidFill>
                <a:latin typeface="+mj-lt"/>
              </a:defRPr>
            </a:lvl1pPr>
            <a:lvl2pPr marL="457200" indent="0">
              <a:buNone/>
              <a:defRPr sz="2000" i="1">
                <a:solidFill>
                  <a:schemeClr val="tx1">
                    <a:lumMod val="65000"/>
                    <a:lumOff val="35000"/>
                  </a:schemeClr>
                </a:solidFill>
                <a:latin typeface="+mj-lt"/>
              </a:defRPr>
            </a:lvl2pPr>
            <a:lvl3pPr marL="914400" indent="0">
              <a:buNone/>
              <a:defRPr sz="2000" i="1">
                <a:solidFill>
                  <a:schemeClr val="tx1">
                    <a:lumMod val="65000"/>
                    <a:lumOff val="35000"/>
                  </a:schemeClr>
                </a:solidFill>
                <a:latin typeface="+mj-lt"/>
              </a:defRPr>
            </a:lvl3pPr>
            <a:lvl4pPr marL="1371600" indent="0">
              <a:buNone/>
              <a:defRPr sz="2000" i="1">
                <a:solidFill>
                  <a:schemeClr val="tx1">
                    <a:lumMod val="65000"/>
                    <a:lumOff val="35000"/>
                  </a:schemeClr>
                </a:solidFill>
                <a:latin typeface="+mj-lt"/>
              </a:defRPr>
            </a:lvl4pPr>
            <a:lvl5pPr marL="1828800" indent="0">
              <a:buNone/>
              <a:defRPr sz="2000" i="1">
                <a:solidFill>
                  <a:schemeClr val="tx1">
                    <a:lumMod val="65000"/>
                    <a:lumOff val="35000"/>
                  </a:schemeClr>
                </a:solidFill>
                <a:latin typeface="+mj-lt"/>
              </a:defRPr>
            </a:lvl5pPr>
          </a:lstStyle>
          <a:p>
            <a:r>
              <a:rPr lang="pt-BR" dirty="0"/>
              <a:t>Cali, 20 de </a:t>
            </a:r>
            <a:r>
              <a:rPr lang="pt-BR" dirty="0" err="1"/>
              <a:t>enero</a:t>
            </a:r>
            <a:r>
              <a:rPr lang="pt-BR" dirty="0"/>
              <a:t> de 2016</a:t>
            </a:r>
          </a:p>
        </p:txBody>
      </p:sp>
      <p:sp>
        <p:nvSpPr>
          <p:cNvPr id="9" name="CuadroTexto 8"/>
          <p:cNvSpPr txBox="1"/>
          <p:nvPr/>
        </p:nvSpPr>
        <p:spPr>
          <a:xfrm>
            <a:off x="4233334" y="5425594"/>
            <a:ext cx="5065213" cy="338554"/>
          </a:xfrm>
          <a:prstGeom prst="rect">
            <a:avLst/>
          </a:prstGeom>
          <a:noFill/>
        </p:spPr>
        <p:txBody>
          <a:bodyPr wrap="square" rtlCol="0" anchor="ctr">
            <a:spAutoFit/>
          </a:bodyPr>
          <a:lstStyle/>
          <a:p>
            <a:pPr lvl="0"/>
            <a:r>
              <a:rPr lang="es-ES" sz="1600" dirty="0">
                <a:solidFill>
                  <a:schemeClr val="tx1">
                    <a:lumMod val="65000"/>
                    <a:lumOff val="35000"/>
                  </a:schemeClr>
                </a:solidFill>
              </a:rPr>
              <a:t>Facultad de Salud</a:t>
            </a:r>
          </a:p>
        </p:txBody>
      </p:sp>
      <p:pic>
        <p:nvPicPr>
          <p:cNvPr id="10" name="2 Imagen"/>
          <p:cNvPicPr>
            <a:picLocks noChangeAspect="1"/>
          </p:cNvPicPr>
          <p:nvPr/>
        </p:nvPicPr>
        <p:blipFill>
          <a:blip r:embed="rId2"/>
          <a:stretch>
            <a:fillRect/>
          </a:stretch>
        </p:blipFill>
        <p:spPr>
          <a:xfrm>
            <a:off x="9725312" y="204917"/>
            <a:ext cx="2082917" cy="1552346"/>
          </a:xfrm>
          <a:prstGeom prst="rect">
            <a:avLst/>
          </a:prstGeom>
          <a:ln>
            <a:noFill/>
          </a:ln>
          <a:effectLst/>
        </p:spPr>
      </p:pic>
    </p:spTree>
    <p:extLst>
      <p:ext uri="{BB962C8B-B14F-4D97-AF65-F5344CB8AC3E}">
        <p14:creationId xmlns:p14="http://schemas.microsoft.com/office/powerpoint/2010/main" val="177566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01B7D7-FD72-2FF6-6D3F-2EB0395E7E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CEE7035-859A-B0A2-D12E-DD9E501E7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AAF376A-178A-4B14-D559-DC12BA84C50E}"/>
              </a:ext>
            </a:extLst>
          </p:cNvPr>
          <p:cNvSpPr>
            <a:spLocks noGrp="1"/>
          </p:cNvSpPr>
          <p:nvPr>
            <p:ph type="dt" sz="half" idx="10"/>
          </p:nvPr>
        </p:nvSpPr>
        <p:spPr/>
        <p:txBody>
          <a:bodyPr/>
          <a:lstStyle/>
          <a:p>
            <a:fld id="{E93552DA-B7B6-4085-A2D9-60E2B66D6591}" type="datetimeFigureOut">
              <a:rPr lang="es-CO" smtClean="0"/>
              <a:t>5/11/2023</a:t>
            </a:fld>
            <a:endParaRPr lang="es-CO" dirty="0"/>
          </a:p>
        </p:txBody>
      </p:sp>
      <p:sp>
        <p:nvSpPr>
          <p:cNvPr id="5" name="Marcador de pie de página 4">
            <a:extLst>
              <a:ext uri="{FF2B5EF4-FFF2-40B4-BE49-F238E27FC236}">
                <a16:creationId xmlns:a16="http://schemas.microsoft.com/office/drawing/2014/main" id="{C7528F0A-A068-211B-75B3-91D87A4C330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45972155-BFE0-EDAC-8AA4-EC8CBC5536A8}"/>
              </a:ext>
            </a:extLst>
          </p:cNvPr>
          <p:cNvSpPr>
            <a:spLocks noGrp="1"/>
          </p:cNvSpPr>
          <p:nvPr>
            <p:ph type="sldNum" sz="quarter" idx="12"/>
          </p:nvPr>
        </p:nvSpPr>
        <p:spPr/>
        <p:txBody>
          <a:bodyPr/>
          <a:lstStyle/>
          <a:p>
            <a:fld id="{74643279-609A-4A94-A279-595A2E79EF7A}" type="slidenum">
              <a:rPr lang="es-CO" smtClean="0"/>
              <a:t>‹Nº›</a:t>
            </a:fld>
            <a:endParaRPr lang="es-CO" dirty="0"/>
          </a:p>
        </p:txBody>
      </p:sp>
    </p:spTree>
    <p:extLst>
      <p:ext uri="{BB962C8B-B14F-4D97-AF65-F5344CB8AC3E}">
        <p14:creationId xmlns:p14="http://schemas.microsoft.com/office/powerpoint/2010/main" val="1201731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3" name="Marcador de contenido 2"/>
          <p:cNvSpPr>
            <a:spLocks noGrp="1"/>
          </p:cNvSpPr>
          <p:nvPr>
            <p:ph idx="1"/>
          </p:nvPr>
        </p:nvSpPr>
        <p:spPr>
          <a:xfrm>
            <a:off x="1815829" y="1825625"/>
            <a:ext cx="9766571" cy="4463664"/>
          </a:xfrm>
          <a:prstGeom prst="rect">
            <a:avLst/>
          </a:prstGeom>
        </p:spPr>
        <p:txBody>
          <a:bodyPr/>
          <a:lstStyle>
            <a:lvl1pPr marL="228600" indent="-228600">
              <a:buClr>
                <a:srgbClr val="C00000"/>
              </a:buClr>
              <a:buFont typeface="Wingdings" charset="2"/>
              <a:buChar char="§"/>
              <a:defRPr sz="2500">
                <a:solidFill>
                  <a:schemeClr val="tx1">
                    <a:lumMod val="75000"/>
                    <a:lumOff val="25000"/>
                  </a:schemeClr>
                </a:solidFill>
              </a:defRPr>
            </a:lvl1pPr>
            <a:lvl2pPr marL="685800" indent="-228600">
              <a:buClr>
                <a:srgbClr val="C00000"/>
              </a:buClr>
              <a:buSzPct val="80000"/>
              <a:buFont typeface="Wingdings" charset="2"/>
              <a:buChar char="§"/>
              <a:defRPr sz="2000">
                <a:solidFill>
                  <a:schemeClr val="tx1">
                    <a:lumMod val="75000"/>
                    <a:lumOff val="25000"/>
                  </a:schemeClr>
                </a:solidFill>
              </a:defRPr>
            </a:lvl2pPr>
            <a:lvl3pPr marL="1143000" indent="-228600">
              <a:buClr>
                <a:srgbClr val="C00000"/>
              </a:buClr>
              <a:buSzPct val="80000"/>
              <a:buFont typeface="Wingdings" charset="2"/>
              <a:buChar char="§"/>
              <a:defRPr sz="2000">
                <a:solidFill>
                  <a:schemeClr val="tx1">
                    <a:lumMod val="75000"/>
                    <a:lumOff val="25000"/>
                  </a:schemeClr>
                </a:solidFill>
              </a:defRPr>
            </a:lvl3pPr>
            <a:lvl4pPr marL="1600200" indent="-228600">
              <a:buClr>
                <a:srgbClr val="C00000"/>
              </a:buClr>
              <a:buSzPct val="80000"/>
              <a:buFont typeface="Wingdings" charset="2"/>
              <a:buChar char="§"/>
              <a:defRPr sz="2000">
                <a:solidFill>
                  <a:schemeClr val="tx1">
                    <a:lumMod val="75000"/>
                    <a:lumOff val="25000"/>
                  </a:schemeClr>
                </a:solidFill>
              </a:defRPr>
            </a:lvl4pPr>
            <a:lvl5pPr marL="2057400" indent="-228600">
              <a:buClr>
                <a:srgbClr val="C00000"/>
              </a:buClr>
              <a:buSzPct val="80000"/>
              <a:buFont typeface="Wingdings" charset="2"/>
              <a:buChar char="§"/>
              <a:defRPr sz="2000">
                <a:solidFill>
                  <a:schemeClr val="tx1">
                    <a:lumMod val="75000"/>
                    <a:lumOff val="25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5" name="CuadroTexto 4"/>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72118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01B7D7-FD72-2FF6-6D3F-2EB0395E7E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CEE7035-859A-B0A2-D12E-DD9E501E7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AAF376A-178A-4B14-D559-DC12BA84C50E}"/>
              </a:ext>
            </a:extLst>
          </p:cNvPr>
          <p:cNvSpPr>
            <a:spLocks noGrp="1"/>
          </p:cNvSpPr>
          <p:nvPr>
            <p:ph type="dt" sz="half" idx="10"/>
          </p:nvPr>
        </p:nvSpPr>
        <p:spPr/>
        <p:txBody>
          <a:bodyPr/>
          <a:lstStyle/>
          <a:p>
            <a:fld id="{E93552DA-B7B6-4085-A2D9-60E2B66D6591}" type="datetimeFigureOut">
              <a:rPr lang="es-CO" smtClean="0"/>
              <a:t>5/11/2023</a:t>
            </a:fld>
            <a:endParaRPr lang="es-CO" dirty="0"/>
          </a:p>
        </p:txBody>
      </p:sp>
      <p:sp>
        <p:nvSpPr>
          <p:cNvPr id="5" name="Marcador de pie de página 4">
            <a:extLst>
              <a:ext uri="{FF2B5EF4-FFF2-40B4-BE49-F238E27FC236}">
                <a16:creationId xmlns:a16="http://schemas.microsoft.com/office/drawing/2014/main" id="{C7528F0A-A068-211B-75B3-91D87A4C3303}"/>
              </a:ext>
            </a:extLst>
          </p:cNvPr>
          <p:cNvSpPr>
            <a:spLocks noGrp="1"/>
          </p:cNvSpPr>
          <p:nvPr>
            <p:ph type="ftr" sz="quarter" idx="11"/>
          </p:nvPr>
        </p:nvSpPr>
        <p:spPr/>
        <p:txBody>
          <a:bodyPr/>
          <a:lstStyle/>
          <a:p>
            <a:endParaRPr lang="es-CO" dirty="0"/>
          </a:p>
        </p:txBody>
      </p:sp>
      <p:sp>
        <p:nvSpPr>
          <p:cNvPr id="6" name="Marcador de número de diapositiva 5">
            <a:extLst>
              <a:ext uri="{FF2B5EF4-FFF2-40B4-BE49-F238E27FC236}">
                <a16:creationId xmlns:a16="http://schemas.microsoft.com/office/drawing/2014/main" id="{45972155-BFE0-EDAC-8AA4-EC8CBC5536A8}"/>
              </a:ext>
            </a:extLst>
          </p:cNvPr>
          <p:cNvSpPr>
            <a:spLocks noGrp="1"/>
          </p:cNvSpPr>
          <p:nvPr>
            <p:ph type="sldNum" sz="quarter" idx="12"/>
          </p:nvPr>
        </p:nvSpPr>
        <p:spPr/>
        <p:txBody>
          <a:bodyPr/>
          <a:lstStyle/>
          <a:p>
            <a:fld id="{74643279-609A-4A94-A279-595A2E79EF7A}" type="slidenum">
              <a:rPr lang="es-CO" smtClean="0"/>
              <a:t>‹Nº›</a:t>
            </a:fld>
            <a:endParaRPr lang="es-CO" dirty="0"/>
          </a:p>
        </p:txBody>
      </p:sp>
    </p:spTree>
    <p:extLst>
      <p:ext uri="{BB962C8B-B14F-4D97-AF65-F5344CB8AC3E}">
        <p14:creationId xmlns:p14="http://schemas.microsoft.com/office/powerpoint/2010/main" val="1289223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imagen 2"/>
          <p:cNvSpPr>
            <a:spLocks noGrp="1"/>
          </p:cNvSpPr>
          <p:nvPr>
            <p:ph type="pic" idx="1"/>
          </p:nvPr>
        </p:nvSpPr>
        <p:spPr>
          <a:xfrm>
            <a:off x="1906622" y="1014491"/>
            <a:ext cx="9348676" cy="4873625"/>
          </a:xfrm>
          <a:prstGeom prst="rect">
            <a:avLst/>
          </a:prstGeom>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a:t>Haga clic en el icono para agregar una imagen</a:t>
            </a:r>
            <a:endParaRPr lang="es-ES_tradnl" dirty="0"/>
          </a:p>
        </p:txBody>
      </p:sp>
      <p:sp>
        <p:nvSpPr>
          <p:cNvPr id="6" name="CuadroTexto 5"/>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595906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9" name="Marcador de gráfico 8"/>
          <p:cNvSpPr>
            <a:spLocks noGrp="1"/>
          </p:cNvSpPr>
          <p:nvPr>
            <p:ph type="chart" sz="quarter" idx="10"/>
          </p:nvPr>
        </p:nvSpPr>
        <p:spPr>
          <a:xfrm>
            <a:off x="1815829" y="1617041"/>
            <a:ext cx="9766571" cy="4739155"/>
          </a:xfrm>
          <a:prstGeom prst="rect">
            <a:avLst/>
          </a:prstGeom>
        </p:spPr>
        <p:txBody>
          <a:bodyPr/>
          <a:lstStyle/>
          <a:p>
            <a:r>
              <a:rPr lang="es-ES" dirty="0"/>
              <a:t>Haga clic en el icono para agregar un gráfico</a:t>
            </a:r>
            <a:endParaRPr lang="es-ES_tradnl" dirty="0"/>
          </a:p>
        </p:txBody>
      </p:sp>
      <p:sp>
        <p:nvSpPr>
          <p:cNvPr id="10"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6" name="CuadroTexto 5"/>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1474988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8" name="Título 1"/>
          <p:cNvSpPr>
            <a:spLocks noGrp="1"/>
          </p:cNvSpPr>
          <p:nvPr>
            <p:ph type="title"/>
          </p:nvPr>
        </p:nvSpPr>
        <p:spPr>
          <a:xfrm>
            <a:off x="1815829" y="252920"/>
            <a:ext cx="9766571" cy="1118681"/>
          </a:xfrm>
          <a:prstGeom prst="rect">
            <a:avLst/>
          </a:prstGeom>
        </p:spPr>
        <p:txBody>
          <a:bodyPr anchor="ctr"/>
          <a:lstStyle>
            <a:lvl1pPr>
              <a:defRPr sz="3000" b="1">
                <a:solidFill>
                  <a:schemeClr val="tx1">
                    <a:lumMod val="85000"/>
                    <a:lumOff val="15000"/>
                  </a:schemeClr>
                </a:solidFill>
                <a:latin typeface="+mn-lt"/>
              </a:defRPr>
            </a:lvl1pPr>
          </a:lstStyle>
          <a:p>
            <a:r>
              <a:rPr lang="es-ES"/>
              <a:t>Haga clic para modificar el estilo de título del patrón</a:t>
            </a:r>
            <a:endParaRPr lang="es-ES_tradnl" dirty="0"/>
          </a:p>
        </p:txBody>
      </p:sp>
      <p:sp>
        <p:nvSpPr>
          <p:cNvPr id="9" name="Marcador de contenido 2"/>
          <p:cNvSpPr>
            <a:spLocks noGrp="1"/>
          </p:cNvSpPr>
          <p:nvPr>
            <p:ph idx="1"/>
          </p:nvPr>
        </p:nvSpPr>
        <p:spPr>
          <a:xfrm>
            <a:off x="1815829" y="1825625"/>
            <a:ext cx="5157400" cy="4586327"/>
          </a:xfrm>
          <a:prstGeom prst="rect">
            <a:avLst/>
          </a:prstGeom>
        </p:spPr>
        <p:txBody>
          <a:bodyPr/>
          <a:lstStyle>
            <a:lvl1pPr marL="228600" indent="-228600">
              <a:buClr>
                <a:srgbClr val="C00000"/>
              </a:buClr>
              <a:buFont typeface="Wingdings" charset="2"/>
              <a:buChar char="§"/>
              <a:defRPr sz="2000">
                <a:solidFill>
                  <a:schemeClr val="tx1">
                    <a:lumMod val="75000"/>
                    <a:lumOff val="25000"/>
                  </a:schemeClr>
                </a:solidFill>
              </a:defRPr>
            </a:lvl1pPr>
            <a:lvl2pPr marL="685800" indent="-228600">
              <a:buClr>
                <a:srgbClr val="C00000"/>
              </a:buClr>
              <a:buSzPct val="80000"/>
              <a:buFont typeface="Wingdings" charset="2"/>
              <a:buChar char="§"/>
              <a:defRPr sz="2000">
                <a:solidFill>
                  <a:schemeClr val="tx1">
                    <a:lumMod val="75000"/>
                    <a:lumOff val="25000"/>
                  </a:schemeClr>
                </a:solidFill>
              </a:defRPr>
            </a:lvl2pPr>
            <a:lvl3pPr marL="1143000" indent="-228600">
              <a:buClr>
                <a:srgbClr val="C00000"/>
              </a:buClr>
              <a:buSzPct val="80000"/>
              <a:buFont typeface="Wingdings" charset="2"/>
              <a:buChar char="§"/>
              <a:defRPr sz="2000">
                <a:solidFill>
                  <a:schemeClr val="tx1">
                    <a:lumMod val="75000"/>
                    <a:lumOff val="25000"/>
                  </a:schemeClr>
                </a:solidFill>
              </a:defRPr>
            </a:lvl3pPr>
            <a:lvl4pPr marL="1600200" indent="-228600">
              <a:buClr>
                <a:srgbClr val="C00000"/>
              </a:buClr>
              <a:buSzPct val="80000"/>
              <a:buFont typeface="Wingdings" charset="2"/>
              <a:buChar char="§"/>
              <a:defRPr sz="2000">
                <a:solidFill>
                  <a:schemeClr val="tx1">
                    <a:lumMod val="75000"/>
                    <a:lumOff val="25000"/>
                  </a:schemeClr>
                </a:solidFill>
              </a:defRPr>
            </a:lvl4pPr>
            <a:lvl5pPr marL="2057400" indent="-228600">
              <a:buClr>
                <a:srgbClr val="C00000"/>
              </a:buClr>
              <a:buSzPct val="80000"/>
              <a:buFont typeface="Wingdings" charset="2"/>
              <a:buChar char="§"/>
              <a:defRPr sz="2000">
                <a:solidFill>
                  <a:schemeClr val="tx1">
                    <a:lumMod val="75000"/>
                    <a:lumOff val="25000"/>
                  </a:schemeClr>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S_tradnl" dirty="0"/>
          </a:p>
        </p:txBody>
      </p:sp>
      <p:sp>
        <p:nvSpPr>
          <p:cNvPr id="11" name="Marcador de imagen 10"/>
          <p:cNvSpPr>
            <a:spLocks noGrp="1"/>
          </p:cNvSpPr>
          <p:nvPr>
            <p:ph type="pic" sz="quarter" idx="10"/>
          </p:nvPr>
        </p:nvSpPr>
        <p:spPr>
          <a:xfrm>
            <a:off x="7181386" y="1825625"/>
            <a:ext cx="4401015" cy="2824434"/>
          </a:xfrm>
          <a:prstGeom prst="rect">
            <a:avLst/>
          </a:prstGeom>
        </p:spPr>
        <p:txBody>
          <a:bodyPr/>
          <a:lstStyle/>
          <a:p>
            <a:r>
              <a:rPr lang="es-ES" dirty="0"/>
              <a:t>Haga clic en el icono para agregar una imagen</a:t>
            </a:r>
            <a:endParaRPr lang="es-ES_tradnl" dirty="0"/>
          </a:p>
        </p:txBody>
      </p:sp>
      <p:sp>
        <p:nvSpPr>
          <p:cNvPr id="10" name="CuadroTexto 9"/>
          <p:cNvSpPr txBox="1"/>
          <p:nvPr userDrawn="1"/>
        </p:nvSpPr>
        <p:spPr>
          <a:xfrm>
            <a:off x="9214883" y="6517333"/>
            <a:ext cx="2835348" cy="338554"/>
          </a:xfrm>
          <a:prstGeom prst="rect">
            <a:avLst/>
          </a:prstGeom>
          <a:noFill/>
        </p:spPr>
        <p:txBody>
          <a:bodyPr wrap="square" rtlCol="0" anchor="ctr">
            <a:spAutoFit/>
          </a:bodyPr>
          <a:lstStyle/>
          <a:p>
            <a:pPr lvl="0" algn="r"/>
            <a:r>
              <a:rPr lang="es-ES" sz="1600" dirty="0">
                <a:solidFill>
                  <a:schemeClr val="tx1">
                    <a:lumMod val="50000"/>
                    <a:lumOff val="50000"/>
                  </a:schemeClr>
                </a:solidFill>
              </a:rPr>
              <a:t>Facultad de Salud</a:t>
            </a:r>
          </a:p>
        </p:txBody>
      </p:sp>
    </p:spTree>
    <p:extLst>
      <p:ext uri="{BB962C8B-B14F-4D97-AF65-F5344CB8AC3E}">
        <p14:creationId xmlns:p14="http://schemas.microsoft.com/office/powerpoint/2010/main" val="40354929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1652963836"/>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3536842400"/>
      </p:ext>
    </p:extLst>
  </p:cSld>
  <p:clrMap bg1="lt1" tx1="dk1" bg2="lt2" tx2="dk2" accent1="accent1" accent2="accent2" accent3="accent3" accent4="accent4" accent5="accent5" accent6="accent6" hlink="hlink" folHlink="folHlink"/>
  <p:sldLayoutIdLst>
    <p:sldLayoutId id="2147483664" r:id="rId1"/>
    <p:sldLayoutId id="214748367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04734309"/>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000140163"/>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0095" cy="6858000"/>
          </a:xfrm>
          <a:prstGeom prst="rect">
            <a:avLst/>
          </a:prstGeom>
        </p:spPr>
      </p:pic>
    </p:spTree>
    <p:extLst>
      <p:ext uri="{BB962C8B-B14F-4D97-AF65-F5344CB8AC3E}">
        <p14:creationId xmlns:p14="http://schemas.microsoft.com/office/powerpoint/2010/main" val="2937941803"/>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5" Type="http://schemas.openxmlformats.org/officeDocument/2006/relationships/image" Target="../media/image5.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mariadb.org/download/?t=mariadb&amp;p=mariadb&amp;r=10.11.5&amp;os=windows&amp;cpu=x86_64&amp;pkg=msi&amp;m=insacom" TargetMode="External"/><Relationship Id="rId2" Type="http://schemas.openxmlformats.org/officeDocument/2006/relationships/hyperlink" Target="https://www.oracle.com/es/database/technologies/appdev/xe.html"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45F8A7-5B09-2297-049A-F770AF606363}"/>
              </a:ext>
            </a:extLst>
          </p:cNvPr>
          <p:cNvSpPr>
            <a:spLocks noGrp="1"/>
          </p:cNvSpPr>
          <p:nvPr>
            <p:ph type="ctrTitle"/>
          </p:nvPr>
        </p:nvSpPr>
        <p:spPr>
          <a:xfrm>
            <a:off x="2861733" y="1041400"/>
            <a:ext cx="9144000" cy="2387600"/>
          </a:xfrm>
        </p:spPr>
        <p:txBody>
          <a:bodyPr/>
          <a:lstStyle/>
          <a:p>
            <a:r>
              <a:rPr lang="es-MX" dirty="0">
                <a:latin typeface="Arial" panose="020B0604020202020204" pitchFamily="34" charset="0"/>
                <a:cs typeface="Arial" panose="020B0604020202020204" pitchFamily="34" charset="0"/>
              </a:rPr>
              <a:t>Bases de datos I</a:t>
            </a:r>
            <a:endParaRPr lang="es-CO" dirty="0">
              <a:latin typeface="Arial" panose="020B0604020202020204" pitchFamily="34" charset="0"/>
              <a:cs typeface="Arial" panose="020B0604020202020204" pitchFamily="34" charset="0"/>
            </a:endParaRPr>
          </a:p>
        </p:txBody>
      </p:sp>
      <p:sp>
        <p:nvSpPr>
          <p:cNvPr id="3" name="Subtítulo 2">
            <a:extLst>
              <a:ext uri="{FF2B5EF4-FFF2-40B4-BE49-F238E27FC236}">
                <a16:creationId xmlns:a16="http://schemas.microsoft.com/office/drawing/2014/main" id="{F8B71A42-09A7-91A0-BE8B-AE0E01E969CD}"/>
              </a:ext>
            </a:extLst>
          </p:cNvPr>
          <p:cNvSpPr>
            <a:spLocks noGrp="1"/>
          </p:cNvSpPr>
          <p:nvPr>
            <p:ph type="subTitle" idx="1"/>
          </p:nvPr>
        </p:nvSpPr>
        <p:spPr>
          <a:xfrm>
            <a:off x="2260600" y="3429000"/>
            <a:ext cx="9144000" cy="1655762"/>
          </a:xfrm>
        </p:spPr>
        <p:txBody>
          <a:bodyPr/>
          <a:lstStyle/>
          <a:p>
            <a:r>
              <a:rPr lang="es-MX" dirty="0">
                <a:latin typeface="Arial" panose="020B0604020202020204" pitchFamily="34" charset="0"/>
                <a:cs typeface="Arial" panose="020B0604020202020204" pitchFamily="34" charset="0"/>
              </a:rPr>
              <a:t>Wilmer Hernán Ortega Erazo</a:t>
            </a:r>
            <a:endParaRPr lang="es-CO"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DEDFEFCA-5464-FE50-AF10-130E28C56120}"/>
              </a:ext>
            </a:extLst>
          </p:cNvPr>
          <p:cNvSpPr txBox="1"/>
          <p:nvPr/>
        </p:nvSpPr>
        <p:spPr>
          <a:xfrm>
            <a:off x="5020733" y="5447268"/>
            <a:ext cx="5223934" cy="369332"/>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Facultad de ingeniería</a:t>
            </a:r>
            <a:endParaRPr lang="es-CO"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3028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3" y="0"/>
            <a:ext cx="9516534" cy="1423358"/>
          </a:xfrm>
        </p:spPr>
        <p:txBody>
          <a:bodyPr/>
          <a:lstStyle/>
          <a:p>
            <a:r>
              <a:rPr lang="es-MX" dirty="0">
                <a:latin typeface="Arial" panose="020B0604020202020204" pitchFamily="34" charset="0"/>
                <a:cs typeface="Arial" panose="020B0604020202020204" pitchFamily="34" charset="0"/>
              </a:rPr>
              <a:t>Objetivos de Aprendizaje</a:t>
            </a:r>
            <a:endParaRPr lang="es-CO"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4" y="1792700"/>
            <a:ext cx="9516534" cy="3200876"/>
          </a:xfrm>
          <a:prstGeom prst="rect">
            <a:avLst/>
          </a:prstGeom>
          <a:noFill/>
        </p:spPr>
        <p:txBody>
          <a:bodyPr wrap="square" rtlCol="0">
            <a:spAutoFit/>
          </a:bodyPr>
          <a:lstStyle/>
          <a:p>
            <a:pPr marL="450850" lvl="0" indent="-342900">
              <a:spcAft>
                <a:spcPts val="300"/>
              </a:spcAft>
              <a:buClr>
                <a:srgbClr val="FF0000"/>
              </a:buClr>
              <a:buFont typeface="Wingdings" panose="05000000000000000000" pitchFamily="2" charset="2"/>
              <a:buChar char="ü"/>
            </a:pPr>
            <a:r>
              <a:rPr lang="es-ES" sz="2400" dirty="0">
                <a:latin typeface="Arial" panose="020B0604020202020204" pitchFamily="34" charset="0"/>
                <a:cs typeface="Arial" panose="020B0604020202020204" pitchFamily="34" charset="0"/>
              </a:rPr>
              <a:t>Describir las características generales del SQL.</a:t>
            </a:r>
          </a:p>
          <a:p>
            <a:pPr marL="450850" lvl="0" indent="-342900">
              <a:spcAft>
                <a:spcPts val="300"/>
              </a:spcAft>
              <a:buClr>
                <a:srgbClr val="FF0000"/>
              </a:buClr>
              <a:buFont typeface="Wingdings" panose="05000000000000000000" pitchFamily="2" charset="2"/>
              <a:buChar char="ü"/>
            </a:pPr>
            <a:r>
              <a:rPr lang="es-ES" sz="2400" dirty="0">
                <a:latin typeface="Arial" panose="020B0604020202020204" pitchFamily="34" charset="0"/>
                <a:cs typeface="Arial" panose="020B0604020202020204" pitchFamily="34" charset="0"/>
              </a:rPr>
              <a:t>Identificar los tipos de construcción en el lenguaje SQL.</a:t>
            </a:r>
          </a:p>
          <a:p>
            <a:pPr marL="450850" lvl="0" indent="-342900">
              <a:spcAft>
                <a:spcPts val="300"/>
              </a:spcAft>
              <a:buClr>
                <a:srgbClr val="FF0000"/>
              </a:buClr>
              <a:buFont typeface="Wingdings" panose="05000000000000000000" pitchFamily="2" charset="2"/>
              <a:buChar char="ü"/>
            </a:pPr>
            <a:r>
              <a:rPr lang="es-ES" sz="2400" dirty="0">
                <a:latin typeface="Arial" panose="020B0604020202020204" pitchFamily="34" charset="0"/>
                <a:cs typeface="Arial" panose="020B0604020202020204" pitchFamily="34" charset="0"/>
              </a:rPr>
              <a:t>Crear una base de datos, las entidades y definir sus atributos y restricciones básicas.</a:t>
            </a:r>
          </a:p>
          <a:p>
            <a:pPr marL="450850" lvl="0" indent="-342900">
              <a:spcAft>
                <a:spcPts val="300"/>
              </a:spcAft>
              <a:buClr>
                <a:srgbClr val="FF0000"/>
              </a:buClr>
              <a:buFont typeface="Wingdings" panose="05000000000000000000" pitchFamily="2" charset="2"/>
              <a:buChar char="ü"/>
            </a:pPr>
            <a:r>
              <a:rPr lang="es-ES" sz="2400" dirty="0">
                <a:latin typeface="Arial" panose="020B0604020202020204" pitchFamily="34" charset="0"/>
                <a:cs typeface="Arial" panose="020B0604020202020204" pitchFamily="34" charset="0"/>
              </a:rPr>
              <a:t>Transformar una consulta de álgebra relacional en una consulta SQL.</a:t>
            </a:r>
          </a:p>
          <a:p>
            <a:pPr marL="450850" lvl="0" indent="-342900">
              <a:spcAft>
                <a:spcPts val="300"/>
              </a:spcAft>
              <a:buClr>
                <a:srgbClr val="FF0000"/>
              </a:buClr>
              <a:buFont typeface="Wingdings" panose="05000000000000000000" pitchFamily="2" charset="2"/>
              <a:buChar char="ü"/>
            </a:pPr>
            <a:r>
              <a:rPr lang="es-ES" sz="2400" dirty="0">
                <a:latin typeface="Arial" panose="020B0604020202020204" pitchFamily="34" charset="0"/>
                <a:cs typeface="Arial" panose="020B0604020202020204" pitchFamily="34" charset="0"/>
              </a:rPr>
              <a:t>Implementar solución a consultas complejas mediante el uso de consultas SQL compuestas y subconsultas SQL.</a:t>
            </a:r>
            <a:endParaRPr lang="es-C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6385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El Lenguaje de Consulta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70646"/>
          </a:xfrm>
          <a:prstGeom prst="rect">
            <a:avLst/>
          </a:prstGeom>
          <a:noFill/>
        </p:spPr>
        <p:txBody>
          <a:bodyPr wrap="square" rtlCol="0">
            <a:spAutoFit/>
          </a:bodyPr>
          <a:lstStyle/>
          <a:p>
            <a:pPr marL="0" indent="0" algn="just">
              <a:spcAft>
                <a:spcPct val="0"/>
              </a:spcAft>
              <a:buClr>
                <a:srgbClr val="000000"/>
              </a:buClr>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latin typeface="Arial" panose="020B0604020202020204" pitchFamily="34" charset="0"/>
                <a:cs typeface="Arial" panose="020B0604020202020204" pitchFamily="34" charset="0"/>
              </a:rPr>
              <a:t>SQL: desarrollado en los </a:t>
            </a:r>
            <a:r>
              <a:rPr lang="es-CO" sz="2200" b="1" i="1" dirty="0">
                <a:solidFill>
                  <a:srgbClr val="FF0000"/>
                </a:solidFill>
                <a:latin typeface="Arial" panose="020B0604020202020204" pitchFamily="34" charset="0"/>
                <a:cs typeface="Arial" panose="020B0604020202020204" pitchFamily="34" charset="0"/>
              </a:rPr>
              <a:t>laboratorios de investigación de IBM</a:t>
            </a:r>
            <a:r>
              <a:rPr lang="es-CO" sz="2200" b="1" i="1" dirty="0">
                <a:latin typeface="Arial" panose="020B0604020202020204" pitchFamily="34" charset="0"/>
                <a:cs typeface="Arial" panose="020B0604020202020204" pitchFamily="34" charset="0"/>
              </a:rPr>
              <a:t>  en San José, California durante los años 70  por </a:t>
            </a:r>
            <a:r>
              <a:rPr lang="es-CO" sz="2200" b="1" i="1" dirty="0">
                <a:solidFill>
                  <a:srgbClr val="FF0000"/>
                </a:solidFill>
                <a:latin typeface="Arial" panose="020B0604020202020204" pitchFamily="34" charset="0"/>
                <a:cs typeface="Arial" panose="020B0604020202020204" pitchFamily="34" charset="0"/>
              </a:rPr>
              <a:t>Donald D. </a:t>
            </a:r>
            <a:r>
              <a:rPr lang="es-CO" sz="2200" b="1" i="1" dirty="0" err="1">
                <a:solidFill>
                  <a:srgbClr val="FF0000"/>
                </a:solidFill>
                <a:latin typeface="Arial" panose="020B0604020202020204" pitchFamily="34" charset="0"/>
                <a:cs typeface="Arial" panose="020B0604020202020204" pitchFamily="34" charset="0"/>
              </a:rPr>
              <a:t>Chamberlin</a:t>
            </a:r>
            <a:r>
              <a:rPr lang="es-CO" sz="2200" b="1" i="1" dirty="0">
                <a:latin typeface="Arial" panose="020B0604020202020204" pitchFamily="34" charset="0"/>
                <a:cs typeface="Arial" panose="020B0604020202020204" pitchFamily="34" charset="0"/>
              </a:rPr>
              <a:t>. El nombre inicial fue </a:t>
            </a:r>
            <a:r>
              <a:rPr lang="es-CO" sz="2200" b="1" i="1" dirty="0">
                <a:solidFill>
                  <a:srgbClr val="FF0000"/>
                </a:solidFill>
                <a:latin typeface="Arial" panose="020B0604020202020204" pitchFamily="34" charset="0"/>
                <a:cs typeface="Arial" panose="020B0604020202020204" pitchFamily="34" charset="0"/>
              </a:rPr>
              <a:t>SEQUEL</a:t>
            </a:r>
            <a:r>
              <a:rPr lang="es-CO" sz="2200" b="1" i="1" dirty="0">
                <a:latin typeface="Arial" panose="020B0604020202020204" pitchFamily="34" charset="0"/>
                <a:cs typeface="Arial" panose="020B0604020202020204" pitchFamily="34" charset="0"/>
              </a:rPr>
              <a:t> (</a:t>
            </a:r>
            <a:r>
              <a:rPr lang="es-CO" sz="2200" b="1" i="1" dirty="0" err="1">
                <a:latin typeface="Arial" panose="020B0604020202020204" pitchFamily="34" charset="0"/>
                <a:cs typeface="Arial" panose="020B0604020202020204" pitchFamily="34" charset="0"/>
              </a:rPr>
              <a:t>Structures</a:t>
            </a:r>
            <a:r>
              <a:rPr lang="es-CO" sz="2200" b="1" i="1" dirty="0">
                <a:latin typeface="Arial" panose="020B0604020202020204" pitchFamily="34" charset="0"/>
                <a:cs typeface="Arial" panose="020B0604020202020204" pitchFamily="34" charset="0"/>
              </a:rPr>
              <a:t> English </a:t>
            </a:r>
            <a:r>
              <a:rPr lang="es-CO" sz="2200" b="1" i="1" dirty="0" err="1">
                <a:latin typeface="Arial" panose="020B0604020202020204" pitchFamily="34" charset="0"/>
                <a:cs typeface="Arial" panose="020B0604020202020204" pitchFamily="34" charset="0"/>
              </a:rPr>
              <a:t>QUEry</a:t>
            </a:r>
            <a:r>
              <a:rPr lang="es-CO" sz="2200" b="1" i="1" dirty="0">
                <a:latin typeface="Arial" panose="020B0604020202020204" pitchFamily="34" charset="0"/>
                <a:cs typeface="Arial" panose="020B0604020202020204" pitchFamily="34" charset="0"/>
              </a:rPr>
              <a:t> </a:t>
            </a:r>
            <a:r>
              <a:rPr lang="es-CO" sz="2200" b="1" i="1" dirty="0" err="1">
                <a:latin typeface="Arial" panose="020B0604020202020204" pitchFamily="34" charset="0"/>
                <a:cs typeface="Arial" panose="020B0604020202020204" pitchFamily="34" charset="0"/>
              </a:rPr>
              <a:t>Language</a:t>
            </a:r>
            <a:r>
              <a:rPr lang="es-CO" sz="2200" b="1" i="1" dirty="0">
                <a:latin typeface="Arial" panose="020B0604020202020204" pitchFamily="34" charset="0"/>
                <a:cs typeface="Arial" panose="020B0604020202020204" pitchFamily="34" charset="0"/>
              </a:rPr>
              <a:t>), para 1980 el producto se rebautizó como </a:t>
            </a:r>
            <a:r>
              <a:rPr lang="es-CO" sz="2200" b="1" i="1" dirty="0">
                <a:solidFill>
                  <a:srgbClr val="0000FF"/>
                </a:solidFill>
                <a:latin typeface="Arial" panose="020B0604020202020204" pitchFamily="34" charset="0"/>
                <a:cs typeface="Arial" panose="020B0604020202020204" pitchFamily="34" charset="0"/>
              </a:rPr>
              <a:t>SQL</a:t>
            </a:r>
            <a:r>
              <a:rPr lang="es-CO" sz="2200" b="1" i="1" dirty="0">
                <a:latin typeface="Arial" panose="020B0604020202020204" pitchFamily="34" charset="0"/>
                <a:cs typeface="Arial" panose="020B0604020202020204" pitchFamily="34" charset="0"/>
              </a:rPr>
              <a:t>.</a:t>
            </a:r>
          </a:p>
          <a:p>
            <a:pPr marL="0" indent="0" algn="just">
              <a:spcAft>
                <a:spcPct val="0"/>
              </a:spcAft>
              <a:buClr>
                <a:srgbClr val="000000"/>
              </a:buClr>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b="1" i="1" dirty="0">
              <a:latin typeface="Arial" panose="020B0604020202020204" pitchFamily="34" charset="0"/>
              <a:cs typeface="Arial" panose="020B0604020202020204" pitchFamily="34" charset="0"/>
            </a:endParaRPr>
          </a:p>
          <a:p>
            <a:pPr marL="0" indent="0" algn="just">
              <a:spcAft>
                <a:spcPct val="0"/>
              </a:spcAft>
              <a:buClr>
                <a:srgbClr val="000000"/>
              </a:buClr>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latin typeface="Arial" panose="020B0604020202020204" pitchFamily="34" charset="0"/>
                <a:cs typeface="Arial" panose="020B0604020202020204" pitchFamily="34" charset="0"/>
              </a:rPr>
              <a:t>Actualmente es el lenguaje de manejo de datos relacionales más importante. Ha recibido la aceptación del </a:t>
            </a:r>
            <a:r>
              <a:rPr lang="es-CO" sz="2200" b="1" i="1" dirty="0">
                <a:solidFill>
                  <a:srgbClr val="FF0000"/>
                </a:solidFill>
                <a:latin typeface="Arial" panose="020B0604020202020204" pitchFamily="34" charset="0"/>
                <a:cs typeface="Arial" panose="020B0604020202020204" pitchFamily="34" charset="0"/>
              </a:rPr>
              <a:t>American </a:t>
            </a:r>
            <a:r>
              <a:rPr lang="es-CO" sz="2200" b="1" i="1" dirty="0" err="1">
                <a:solidFill>
                  <a:srgbClr val="FF0000"/>
                </a:solidFill>
                <a:latin typeface="Arial" panose="020B0604020202020204" pitchFamily="34" charset="0"/>
                <a:cs typeface="Arial" panose="020B0604020202020204" pitchFamily="34" charset="0"/>
              </a:rPr>
              <a:t>National</a:t>
            </a:r>
            <a:r>
              <a:rPr lang="es-CO" sz="2200" b="1" i="1" dirty="0">
                <a:solidFill>
                  <a:srgbClr val="FF0000"/>
                </a:solidFill>
                <a:latin typeface="Arial" panose="020B0604020202020204" pitchFamily="34" charset="0"/>
                <a:cs typeface="Arial" panose="020B0604020202020204" pitchFamily="34" charset="0"/>
              </a:rPr>
              <a:t> </a:t>
            </a:r>
            <a:r>
              <a:rPr lang="es-CO" sz="2200" b="1" i="1" dirty="0" err="1">
                <a:solidFill>
                  <a:srgbClr val="FF0000"/>
                </a:solidFill>
                <a:latin typeface="Arial" panose="020B0604020202020204" pitchFamily="34" charset="0"/>
                <a:cs typeface="Arial" panose="020B0604020202020204" pitchFamily="34" charset="0"/>
              </a:rPr>
              <a:t>Standards</a:t>
            </a:r>
            <a:r>
              <a:rPr lang="es-CO" sz="2200" b="1" i="1" dirty="0">
                <a:solidFill>
                  <a:srgbClr val="FF0000"/>
                </a:solidFill>
                <a:latin typeface="Arial" panose="020B0604020202020204" pitchFamily="34" charset="0"/>
                <a:cs typeface="Arial" panose="020B0604020202020204" pitchFamily="34" charset="0"/>
              </a:rPr>
              <a:t> </a:t>
            </a:r>
            <a:r>
              <a:rPr lang="es-CO" sz="2200" b="1" i="1" dirty="0" err="1">
                <a:solidFill>
                  <a:srgbClr val="FF0000"/>
                </a:solidFill>
                <a:latin typeface="Arial" panose="020B0604020202020204" pitchFamily="34" charset="0"/>
                <a:cs typeface="Arial" panose="020B0604020202020204" pitchFamily="34" charset="0"/>
              </a:rPr>
              <a:t>Institute</a:t>
            </a:r>
            <a:r>
              <a:rPr lang="es-CO" sz="2200" b="1" i="1" dirty="0">
                <a:solidFill>
                  <a:srgbClr val="FF0000"/>
                </a:solidFill>
                <a:latin typeface="Arial" panose="020B0604020202020204" pitchFamily="34" charset="0"/>
                <a:cs typeface="Arial" panose="020B0604020202020204" pitchFamily="34" charset="0"/>
              </a:rPr>
              <a:t> (ANSI)</a:t>
            </a:r>
            <a:r>
              <a:rPr lang="es-CO" sz="2200" b="1" i="1" dirty="0">
                <a:latin typeface="Arial" panose="020B0604020202020204" pitchFamily="34" charset="0"/>
                <a:cs typeface="Arial" panose="020B0604020202020204" pitchFamily="34" charset="0"/>
              </a:rPr>
              <a:t> como lenguaje para el manejo de las bases de datos, y es el lenguaje de acceso a los datos que se aplica en muchos DBMS comerciales (DB2, SQL7DS, ORACLE, INFORMIX, SYBASE, POSTGRES, MYSQL, SQL Server, </a:t>
            </a:r>
            <a:r>
              <a:rPr lang="es-CO" sz="2200" b="1" i="1" dirty="0" err="1">
                <a:latin typeface="Arial" panose="020B0604020202020204" pitchFamily="34" charset="0"/>
                <a:cs typeface="Arial" panose="020B0604020202020204" pitchFamily="34" charset="0"/>
              </a:rPr>
              <a:t>Paradox</a:t>
            </a:r>
            <a:r>
              <a:rPr lang="es-CO" sz="2200" b="1" i="1" dirty="0">
                <a:latin typeface="Arial" panose="020B0604020202020204" pitchFamily="34" charset="0"/>
                <a:cs typeface="Arial" panose="020B0604020202020204" pitchFamily="34" charset="0"/>
              </a:rPr>
              <a:t>, Microsoft ACCESS, etc.).</a:t>
            </a:r>
          </a:p>
          <a:p>
            <a:pPr marL="0" indent="0" algn="just">
              <a:spcAft>
                <a:spcPct val="0"/>
              </a:spcAft>
              <a:buClr>
                <a:srgbClr val="000000"/>
              </a:buClr>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b="1" i="1" dirty="0">
              <a:latin typeface="Arial" panose="020B0604020202020204" pitchFamily="34" charset="0"/>
              <a:cs typeface="Arial" panose="020B0604020202020204" pitchFamily="34" charset="0"/>
            </a:endParaRPr>
          </a:p>
          <a:p>
            <a:pPr marL="0" indent="0" algn="just">
              <a:spcAft>
                <a:spcPct val="0"/>
              </a:spcAft>
              <a:buClr>
                <a:srgbClr val="000000"/>
              </a:buClr>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latin typeface="Arial" panose="020B0604020202020204" pitchFamily="34" charset="0"/>
                <a:cs typeface="Arial" panose="020B0604020202020204" pitchFamily="34" charset="0"/>
              </a:rPr>
              <a:t>Las ordenes de SQL se pueden usar interactivamente como lenguaje de consulta o se pueden insertar en programas de aplicación.</a:t>
            </a:r>
          </a:p>
        </p:txBody>
      </p:sp>
    </p:spTree>
    <p:extLst>
      <p:ext uri="{BB962C8B-B14F-4D97-AF65-F5344CB8AC3E}">
        <p14:creationId xmlns:p14="http://schemas.microsoft.com/office/powerpoint/2010/main" val="3431946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El Lenguaje de Consulta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523354"/>
          </a:xfrm>
          <a:prstGeom prst="rect">
            <a:avLst/>
          </a:prstGeom>
          <a:noFill/>
        </p:spPr>
        <p:txBody>
          <a:bodyPr wrap="square" rtlCol="0">
            <a:spAutoFit/>
          </a:bodyPr>
          <a:lstStyle/>
          <a:p>
            <a:pPr marL="41275" indent="0" algn="just">
              <a:lnSpc>
                <a:spcPct val="100000"/>
              </a:lnSpc>
              <a:spcBef>
                <a:spcPts val="0"/>
              </a:spcBef>
              <a:spcAft>
                <a:spcPts val="12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s-CO" sz="2300">
                <a:latin typeface="Arial" panose="020B0604020202020204" pitchFamily="34" charset="0"/>
                <a:cs typeface="Arial" panose="020B0604020202020204" pitchFamily="34" charset="0"/>
              </a:rPr>
              <a:t>SQL es un lenguaje que transforma una o más relaciones como entrada, en una relación de salida. </a:t>
            </a:r>
            <a:r>
              <a:rPr lang="es-CO" sz="2300" dirty="0">
                <a:solidFill>
                  <a:srgbClr val="FF0000"/>
                </a:solidFill>
                <a:latin typeface="Arial" panose="020B0604020202020204" pitchFamily="34" charset="0"/>
                <a:cs typeface="Arial" panose="020B0604020202020204" pitchFamily="34" charset="0"/>
              </a:rPr>
              <a:t>El resultado de cada consulta SQL es una relación</a:t>
            </a:r>
            <a:r>
              <a:rPr lang="es-CO" sz="2300" dirty="0">
                <a:latin typeface="Arial" panose="020B0604020202020204" pitchFamily="34" charset="0"/>
                <a:cs typeface="Arial" panose="020B0604020202020204" pitchFamily="34" charset="0"/>
              </a:rPr>
              <a:t>.</a:t>
            </a:r>
          </a:p>
          <a:p>
            <a:pPr marL="41275" indent="0" algn="just" eaLnBrk="1" hangingPunct="1">
              <a:lnSpc>
                <a:spcPct val="100000"/>
              </a:lnSpc>
              <a:spcBef>
                <a:spcPts val="0"/>
              </a:spcBef>
              <a:spcAft>
                <a:spcPts val="1200"/>
              </a:spcAft>
              <a:buNone/>
            </a:pPr>
            <a:r>
              <a:rPr lang="es-CO" sz="2300" dirty="0">
                <a:latin typeface="Arial" panose="020B0604020202020204" pitchFamily="34" charset="0"/>
                <a:cs typeface="Arial" panose="020B0604020202020204" pitchFamily="34" charset="0"/>
              </a:rPr>
              <a:t>Las ordenes de SQL se pueden usar interactivamente como lenguaje de consulta o se pueden insertar en programas de aplicación. </a:t>
            </a:r>
          </a:p>
          <a:p>
            <a:pPr marL="41275" indent="0" algn="just" eaLnBrk="1" hangingPunct="1">
              <a:lnSpc>
                <a:spcPct val="100000"/>
              </a:lnSpc>
              <a:spcBef>
                <a:spcPts val="0"/>
              </a:spcBef>
              <a:spcAft>
                <a:spcPts val="1200"/>
              </a:spcAft>
              <a:buNone/>
            </a:pPr>
            <a:r>
              <a:rPr lang="es-CO" sz="2300" b="1" dirty="0">
                <a:latin typeface="Arial" panose="020B0604020202020204" pitchFamily="34" charset="0"/>
                <a:cs typeface="Arial" panose="020B0604020202020204" pitchFamily="34" charset="0"/>
              </a:rPr>
              <a:t>El nombre SQL sugiere ser </a:t>
            </a:r>
            <a:r>
              <a:rPr lang="es-CO" sz="2300" b="1" dirty="0">
                <a:solidFill>
                  <a:srgbClr val="000080"/>
                </a:solidFill>
                <a:latin typeface="Arial" panose="020B0604020202020204" pitchFamily="34" charset="0"/>
                <a:cs typeface="Arial" panose="020B0604020202020204" pitchFamily="34" charset="0"/>
              </a:rPr>
              <a:t>un lenguaje de consulta,</a:t>
            </a:r>
            <a:r>
              <a:rPr lang="es-CO" sz="2300" b="1" dirty="0">
                <a:latin typeface="Arial" panose="020B0604020202020204" pitchFamily="34" charset="0"/>
                <a:cs typeface="Arial" panose="020B0604020202020204" pitchFamily="34" charset="0"/>
              </a:rPr>
              <a:t> incluye </a:t>
            </a:r>
            <a:r>
              <a:rPr lang="es-CO" sz="2300" b="1" dirty="0">
                <a:solidFill>
                  <a:srgbClr val="FF0000"/>
                </a:solidFill>
                <a:latin typeface="Arial" panose="020B0604020202020204" pitchFamily="34" charset="0"/>
                <a:cs typeface="Arial" panose="020B0604020202020204" pitchFamily="34" charset="0"/>
              </a:rPr>
              <a:t>definición de datos, actualización de la base de datos, definición de vistas, control de seguridad y facilidades de consulta</a:t>
            </a:r>
            <a:r>
              <a:rPr lang="es-CO" sz="2300" b="1" dirty="0">
                <a:latin typeface="Arial" panose="020B0604020202020204" pitchFamily="34" charset="0"/>
                <a:cs typeface="Arial" panose="020B0604020202020204" pitchFamily="34" charset="0"/>
              </a:rPr>
              <a:t>. </a:t>
            </a:r>
          </a:p>
          <a:p>
            <a:pPr marL="41275" indent="0" eaLnBrk="1" hangingPunct="1">
              <a:lnSpc>
                <a:spcPct val="110000"/>
              </a:lnSpc>
              <a:spcBef>
                <a:spcPts val="0"/>
              </a:spcBef>
              <a:spcAft>
                <a:spcPts val="1200"/>
              </a:spcAft>
              <a:buNone/>
            </a:pPr>
            <a:r>
              <a:rPr lang="es-CO" sz="2300" b="0" i="0" dirty="0">
                <a:solidFill>
                  <a:srgbClr val="404040"/>
                </a:solidFill>
                <a:effectLst/>
                <a:latin typeface="Arial" panose="020B0604020202020204" pitchFamily="34" charset="0"/>
                <a:cs typeface="Arial" panose="020B0604020202020204" pitchFamily="34" charset="0"/>
              </a:rPr>
              <a:t>La </a:t>
            </a:r>
            <a:r>
              <a:rPr lang="es-CO" sz="2300" b="0" i="0" dirty="0" err="1">
                <a:solidFill>
                  <a:srgbClr val="404040"/>
                </a:solidFill>
                <a:effectLst/>
                <a:latin typeface="Arial" panose="020B0604020202020204" pitchFamily="34" charset="0"/>
                <a:cs typeface="Arial" panose="020B0604020202020204" pitchFamily="34" charset="0"/>
              </a:rPr>
              <a:t>version</a:t>
            </a:r>
            <a:r>
              <a:rPr lang="es-CO" sz="2300" b="0" i="0" dirty="0">
                <a:solidFill>
                  <a:srgbClr val="404040"/>
                </a:solidFill>
                <a:effectLst/>
                <a:latin typeface="Arial" panose="020B0604020202020204" pitchFamily="34" charset="0"/>
                <a:cs typeface="Arial" panose="020B0604020202020204" pitchFamily="34" charset="0"/>
              </a:rPr>
              <a:t> original de SQL, fue diseñada </a:t>
            </a:r>
            <a:r>
              <a:rPr lang="es-CO" sz="2300" dirty="0">
                <a:solidFill>
                  <a:srgbClr val="404040"/>
                </a:solidFill>
                <a:latin typeface="Arial" panose="020B0604020202020204" pitchFamily="34" charset="0"/>
                <a:cs typeface="Arial" panose="020B0604020202020204" pitchFamily="34" charset="0"/>
              </a:rPr>
              <a:t>para manipular </a:t>
            </a:r>
            <a:r>
              <a:rPr lang="es-CO" sz="2300" b="0" i="0" dirty="0">
                <a:solidFill>
                  <a:srgbClr val="404040"/>
                </a:solidFill>
                <a:effectLst/>
                <a:latin typeface="Arial" panose="020B0604020202020204" pitchFamily="34" charset="0"/>
                <a:cs typeface="Arial" panose="020B0604020202020204" pitchFamily="34" charset="0"/>
              </a:rPr>
              <a:t>y recuperar datos almacenados en el Sistema de base de datos original de IBM, conocido como </a:t>
            </a:r>
            <a:r>
              <a:rPr lang="es-CO" sz="2300" dirty="0" err="1">
                <a:solidFill>
                  <a:srgbClr val="404040"/>
                </a:solidFill>
                <a:latin typeface="Arial" panose="020B0604020202020204" pitchFamily="34" charset="0"/>
                <a:cs typeface="Arial" panose="020B0604020202020204" pitchFamily="34" charset="0"/>
              </a:rPr>
              <a:t>Sys</a:t>
            </a:r>
            <a:r>
              <a:rPr lang="es-CO" sz="2300" b="0" i="0" dirty="0" err="1">
                <a:solidFill>
                  <a:srgbClr val="404040"/>
                </a:solidFill>
                <a:effectLst/>
                <a:latin typeface="Arial" panose="020B0604020202020204" pitchFamily="34" charset="0"/>
                <a:cs typeface="Arial" panose="020B0604020202020204" pitchFamily="34" charset="0"/>
              </a:rPr>
              <a:t>tem</a:t>
            </a:r>
            <a:r>
              <a:rPr lang="es-CO" sz="2300" b="0" i="0" dirty="0">
                <a:solidFill>
                  <a:srgbClr val="404040"/>
                </a:solidFill>
                <a:effectLst/>
                <a:latin typeface="Arial" panose="020B0604020202020204" pitchFamily="34" charset="0"/>
                <a:cs typeface="Arial" panose="020B0604020202020204" pitchFamily="34" charset="0"/>
              </a:rPr>
              <a:t> R.</a:t>
            </a:r>
            <a:endParaRPr lang="es-CO" sz="23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449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El Lenguaje de Consulta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384721"/>
          </a:xfrm>
          <a:prstGeom prst="rect">
            <a:avLst/>
          </a:prstGeom>
          <a:noFill/>
        </p:spPr>
        <p:txBody>
          <a:bodyPr wrap="square" rtlCol="0">
            <a:spAutoFit/>
          </a:bodyPr>
          <a:lstStyle/>
          <a:p>
            <a:pPr>
              <a:lnSpc>
                <a:spcPct val="95000"/>
              </a:lnSpc>
              <a:buClr>
                <a:srgbClr val="000000"/>
              </a:buClr>
              <a:buNone/>
            </a:pPr>
            <a:r>
              <a:rPr lang="es-CO" sz="2000" dirty="0">
                <a:solidFill>
                  <a:srgbClr val="FF0000"/>
                </a:solidFill>
                <a:latin typeface="Arial" panose="020B0604020202020204" pitchFamily="34" charset="0"/>
                <a:cs typeface="Arial" panose="020B0604020202020204" pitchFamily="34" charset="0"/>
              </a:rPr>
              <a:t>Sea la siguiente base de datos</a:t>
            </a:r>
            <a:r>
              <a:rPr lang="en-GB" sz="2000" dirty="0">
                <a:solidFill>
                  <a:srgbClr val="FF0000"/>
                </a:solidFill>
              </a:rPr>
              <a:t>:</a:t>
            </a:r>
          </a:p>
        </p:txBody>
      </p:sp>
      <p:graphicFrame>
        <p:nvGraphicFramePr>
          <p:cNvPr id="3" name="Object 3">
            <a:extLst>
              <a:ext uri="{FF2B5EF4-FFF2-40B4-BE49-F238E27FC236}">
                <a16:creationId xmlns:a16="http://schemas.microsoft.com/office/drawing/2014/main" id="{6A0B82A3-0C37-B584-1A1B-CA106BE61DE1}"/>
              </a:ext>
            </a:extLst>
          </p:cNvPr>
          <p:cNvGraphicFramePr>
            <a:graphicFrameLocks noChangeAspect="1"/>
          </p:cNvGraphicFramePr>
          <p:nvPr>
            <p:extLst>
              <p:ext uri="{D42A27DB-BD31-4B8C-83A1-F6EECF244321}">
                <p14:modId xmlns:p14="http://schemas.microsoft.com/office/powerpoint/2010/main" val="1237903222"/>
              </p:ext>
            </p:extLst>
          </p:nvPr>
        </p:nvGraphicFramePr>
        <p:xfrm>
          <a:off x="1820332" y="1929810"/>
          <a:ext cx="6000750" cy="2079625"/>
        </p:xfrm>
        <a:graphic>
          <a:graphicData uri="http://schemas.openxmlformats.org/presentationml/2006/ole">
            <mc:AlternateContent xmlns:mc="http://schemas.openxmlformats.org/markup-compatibility/2006">
              <mc:Choice xmlns:v="urn:schemas-microsoft-com:vml" Requires="v">
                <p:oleObj name="Worksheet" r:id="rId2" imgW="6791547" imgH="2114432" progId="Excel.Sheet.8">
                  <p:embed/>
                </p:oleObj>
              </mc:Choice>
              <mc:Fallback>
                <p:oleObj name="Worksheet" r:id="rId2" imgW="6791547" imgH="2114432" progId="Excel.Sheet.8">
                  <p:embed/>
                  <p:pic>
                    <p:nvPicPr>
                      <p:cNvPr id="3" name="Object 3">
                        <a:extLst>
                          <a:ext uri="{FF2B5EF4-FFF2-40B4-BE49-F238E27FC236}">
                            <a16:creationId xmlns:a16="http://schemas.microsoft.com/office/drawing/2014/main" id="{6A0B82A3-0C37-B584-1A1B-CA106BE61DE1}"/>
                          </a:ext>
                        </a:extLst>
                      </p:cNvPr>
                      <p:cNvPicPr>
                        <a:picLocks noChangeAspect="1" noChangeArrowheads="1"/>
                      </p:cNvPicPr>
                      <p:nvPr/>
                    </p:nvPicPr>
                    <p:blipFill>
                      <a:blip r:embed="rId3"/>
                      <a:srcRect/>
                      <a:stretch>
                        <a:fillRect/>
                      </a:stretch>
                    </p:blipFill>
                    <p:spPr bwMode="auto">
                      <a:xfrm>
                        <a:off x="1820332" y="1929810"/>
                        <a:ext cx="6000750" cy="2079625"/>
                      </a:xfrm>
                      <a:prstGeom prst="rect">
                        <a:avLst/>
                      </a:prstGeom>
                      <a:noFill/>
                    </p:spPr>
                  </p:pic>
                </p:oleObj>
              </mc:Fallback>
            </mc:AlternateContent>
          </a:graphicData>
        </a:graphic>
      </p:graphicFrame>
      <p:sp>
        <p:nvSpPr>
          <p:cNvPr id="5" name="Text Box 4">
            <a:extLst>
              <a:ext uri="{FF2B5EF4-FFF2-40B4-BE49-F238E27FC236}">
                <a16:creationId xmlns:a16="http://schemas.microsoft.com/office/drawing/2014/main" id="{CCEA8020-B3AA-3F92-612A-A2743A262AC7}"/>
              </a:ext>
            </a:extLst>
          </p:cNvPr>
          <p:cNvSpPr txBox="1">
            <a:spLocks noChangeArrowheads="1"/>
          </p:cNvSpPr>
          <p:nvPr/>
        </p:nvSpPr>
        <p:spPr bwMode="auto">
          <a:xfrm>
            <a:off x="2060316" y="1566540"/>
            <a:ext cx="2033587"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Lst>
              <a:defRPr sz="2400">
                <a:solidFill>
                  <a:schemeClr val="tx1"/>
                </a:solidFill>
                <a:latin typeface="Times New Roman" panose="02020603050405020304" pitchFamily="18" charset="0"/>
              </a:defRPr>
            </a:lvl1pPr>
            <a:lvl2pPr>
              <a:tabLst>
                <a:tab pos="723900" algn="l"/>
                <a:tab pos="1447800" algn="l"/>
              </a:tabLst>
              <a:defRPr sz="2400">
                <a:solidFill>
                  <a:schemeClr val="tx1"/>
                </a:solidFill>
                <a:latin typeface="Times New Roman" panose="02020603050405020304" pitchFamily="18" charset="0"/>
              </a:defRPr>
            </a:lvl2pPr>
            <a:lvl3pPr>
              <a:tabLst>
                <a:tab pos="723900" algn="l"/>
                <a:tab pos="1447800" algn="l"/>
              </a:tabLst>
              <a:defRPr sz="2400">
                <a:solidFill>
                  <a:schemeClr val="tx1"/>
                </a:solidFill>
                <a:latin typeface="Times New Roman" panose="02020603050405020304" pitchFamily="18" charset="0"/>
              </a:defRPr>
            </a:lvl3pPr>
            <a:lvl4pPr>
              <a:tabLst>
                <a:tab pos="723900" algn="l"/>
                <a:tab pos="1447800" algn="l"/>
              </a:tabLst>
              <a:defRPr sz="2400">
                <a:solidFill>
                  <a:schemeClr val="tx1"/>
                </a:solidFill>
                <a:latin typeface="Times New Roman" panose="02020603050405020304" pitchFamily="18" charset="0"/>
              </a:defRPr>
            </a:lvl4pPr>
            <a:lvl5pPr>
              <a:tabLst>
                <a:tab pos="723900" algn="l"/>
                <a:tab pos="1447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9pPr>
          </a:lstStyle>
          <a:p>
            <a:pPr eaLnBrk="1">
              <a:lnSpc>
                <a:spcPct val="101000"/>
              </a:lnSpc>
              <a:buClr>
                <a:srgbClr val="000000"/>
              </a:buClr>
              <a:buSzPct val="45000"/>
              <a:buFont typeface="StarSymbol" charset="0"/>
              <a:buNone/>
            </a:pPr>
            <a:r>
              <a:rPr lang="es-CO" b="1" dirty="0">
                <a:solidFill>
                  <a:srgbClr val="000000"/>
                </a:solidFill>
                <a:latin typeface="Verdana" panose="020B0604030504040204" pitchFamily="34" charset="0"/>
              </a:rPr>
              <a:t>Empleado</a:t>
            </a:r>
          </a:p>
        </p:txBody>
      </p:sp>
      <p:sp>
        <p:nvSpPr>
          <p:cNvPr id="6" name="Text Box 5">
            <a:extLst>
              <a:ext uri="{FF2B5EF4-FFF2-40B4-BE49-F238E27FC236}">
                <a16:creationId xmlns:a16="http://schemas.microsoft.com/office/drawing/2014/main" id="{4ADF12B9-C484-6A3C-74B4-B02D4DE12F46}"/>
              </a:ext>
            </a:extLst>
          </p:cNvPr>
          <p:cNvSpPr txBox="1">
            <a:spLocks noChangeArrowheads="1"/>
          </p:cNvSpPr>
          <p:nvPr/>
        </p:nvSpPr>
        <p:spPr bwMode="auto">
          <a:xfrm>
            <a:off x="2077244" y="4157930"/>
            <a:ext cx="1495425"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Lst>
              <a:defRPr sz="2400">
                <a:solidFill>
                  <a:schemeClr val="tx1"/>
                </a:solidFill>
                <a:latin typeface="Times New Roman" panose="02020603050405020304" pitchFamily="18" charset="0"/>
              </a:defRPr>
            </a:lvl1pPr>
            <a:lvl2pPr>
              <a:tabLst>
                <a:tab pos="723900" algn="l"/>
                <a:tab pos="1447800" algn="l"/>
              </a:tabLst>
              <a:defRPr sz="2400">
                <a:solidFill>
                  <a:schemeClr val="tx1"/>
                </a:solidFill>
                <a:latin typeface="Times New Roman" panose="02020603050405020304" pitchFamily="18" charset="0"/>
              </a:defRPr>
            </a:lvl2pPr>
            <a:lvl3pPr>
              <a:tabLst>
                <a:tab pos="723900" algn="l"/>
                <a:tab pos="1447800" algn="l"/>
              </a:tabLst>
              <a:defRPr sz="2400">
                <a:solidFill>
                  <a:schemeClr val="tx1"/>
                </a:solidFill>
                <a:latin typeface="Times New Roman" panose="02020603050405020304" pitchFamily="18" charset="0"/>
              </a:defRPr>
            </a:lvl3pPr>
            <a:lvl4pPr>
              <a:tabLst>
                <a:tab pos="723900" algn="l"/>
                <a:tab pos="1447800" algn="l"/>
              </a:tabLst>
              <a:defRPr sz="2400">
                <a:solidFill>
                  <a:schemeClr val="tx1"/>
                </a:solidFill>
                <a:latin typeface="Times New Roman" panose="02020603050405020304" pitchFamily="18" charset="0"/>
              </a:defRPr>
            </a:lvl4pPr>
            <a:lvl5pPr>
              <a:tabLst>
                <a:tab pos="723900" algn="l"/>
                <a:tab pos="1447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9pPr>
          </a:lstStyle>
          <a:p>
            <a:pPr eaLnBrk="1">
              <a:lnSpc>
                <a:spcPct val="101000"/>
              </a:lnSpc>
              <a:buClr>
                <a:srgbClr val="000000"/>
              </a:buClr>
              <a:buSzPct val="45000"/>
              <a:buFont typeface="StarSymbol" charset="0"/>
              <a:buNone/>
            </a:pPr>
            <a:r>
              <a:rPr lang="es-CO" b="1" dirty="0">
                <a:solidFill>
                  <a:srgbClr val="000000"/>
                </a:solidFill>
                <a:latin typeface="Verdana" panose="020B0604030504040204" pitchFamily="34" charset="0"/>
              </a:rPr>
              <a:t>Obra</a:t>
            </a:r>
          </a:p>
        </p:txBody>
      </p:sp>
      <p:graphicFrame>
        <p:nvGraphicFramePr>
          <p:cNvPr id="7" name="Object 6">
            <a:extLst>
              <a:ext uri="{FF2B5EF4-FFF2-40B4-BE49-F238E27FC236}">
                <a16:creationId xmlns:a16="http://schemas.microsoft.com/office/drawing/2014/main" id="{CE6A826B-02D1-1C77-0EDB-DA81E7EB9D04}"/>
              </a:ext>
            </a:extLst>
          </p:cNvPr>
          <p:cNvGraphicFramePr>
            <a:graphicFrameLocks noChangeAspect="1"/>
          </p:cNvGraphicFramePr>
          <p:nvPr>
            <p:extLst>
              <p:ext uri="{D42A27DB-BD31-4B8C-83A1-F6EECF244321}">
                <p14:modId xmlns:p14="http://schemas.microsoft.com/office/powerpoint/2010/main" val="4225703202"/>
              </p:ext>
            </p:extLst>
          </p:nvPr>
        </p:nvGraphicFramePr>
        <p:xfrm>
          <a:off x="1820863" y="4646613"/>
          <a:ext cx="6073775" cy="1906587"/>
        </p:xfrm>
        <a:graphic>
          <a:graphicData uri="http://schemas.openxmlformats.org/presentationml/2006/ole">
            <mc:AlternateContent xmlns:mc="http://schemas.openxmlformats.org/markup-compatibility/2006">
              <mc:Choice xmlns:v="urn:schemas-microsoft-com:vml" Requires="v">
                <p:oleObj name="Worksheet" r:id="rId4" imgW="6238653" imgH="1800492" progId="Excel.Sheet.8">
                  <p:embed/>
                </p:oleObj>
              </mc:Choice>
              <mc:Fallback>
                <p:oleObj name="Worksheet" r:id="rId4" imgW="6238653" imgH="1800492" progId="Excel.Sheet.8">
                  <p:embed/>
                  <p:pic>
                    <p:nvPicPr>
                      <p:cNvPr id="7" name="Object 6">
                        <a:extLst>
                          <a:ext uri="{FF2B5EF4-FFF2-40B4-BE49-F238E27FC236}">
                            <a16:creationId xmlns:a16="http://schemas.microsoft.com/office/drawing/2014/main" id="{CE6A826B-02D1-1C77-0EDB-DA81E7EB9D04}"/>
                          </a:ext>
                        </a:extLst>
                      </p:cNvPr>
                      <p:cNvPicPr>
                        <a:picLocks noChangeAspect="1" noChangeArrowheads="1"/>
                      </p:cNvPicPr>
                      <p:nvPr/>
                    </p:nvPicPr>
                    <p:blipFill>
                      <a:blip r:embed="rId5"/>
                      <a:srcRect/>
                      <a:stretch>
                        <a:fillRect/>
                      </a:stretch>
                    </p:blipFill>
                    <p:spPr bwMode="auto">
                      <a:xfrm>
                        <a:off x="1820863" y="4646613"/>
                        <a:ext cx="6073775" cy="1906587"/>
                      </a:xfrm>
                      <a:prstGeom prst="rect">
                        <a:avLst/>
                      </a:prstGeom>
                      <a:noFill/>
                    </p:spPr>
                  </p:pic>
                </p:oleObj>
              </mc:Fallback>
            </mc:AlternateContent>
          </a:graphicData>
        </a:graphic>
      </p:graphicFrame>
      <p:sp>
        <p:nvSpPr>
          <p:cNvPr id="8" name="Text Box 7">
            <a:extLst>
              <a:ext uri="{FF2B5EF4-FFF2-40B4-BE49-F238E27FC236}">
                <a16:creationId xmlns:a16="http://schemas.microsoft.com/office/drawing/2014/main" id="{4E795774-4A0A-22B0-6E7C-94B42DE02D57}"/>
              </a:ext>
            </a:extLst>
          </p:cNvPr>
          <p:cNvSpPr txBox="1">
            <a:spLocks noChangeArrowheads="1"/>
          </p:cNvSpPr>
          <p:nvPr/>
        </p:nvSpPr>
        <p:spPr bwMode="auto">
          <a:xfrm>
            <a:off x="8219019" y="1865703"/>
            <a:ext cx="2033587" cy="343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Lst>
              <a:defRPr sz="2400">
                <a:solidFill>
                  <a:schemeClr val="tx1"/>
                </a:solidFill>
                <a:latin typeface="Times New Roman" panose="02020603050405020304" pitchFamily="18" charset="0"/>
              </a:defRPr>
            </a:lvl1pPr>
            <a:lvl2pPr>
              <a:tabLst>
                <a:tab pos="723900" algn="l"/>
                <a:tab pos="1447800" algn="l"/>
              </a:tabLst>
              <a:defRPr sz="2400">
                <a:solidFill>
                  <a:schemeClr val="tx1"/>
                </a:solidFill>
                <a:latin typeface="Times New Roman" panose="02020603050405020304" pitchFamily="18" charset="0"/>
              </a:defRPr>
            </a:lvl2pPr>
            <a:lvl3pPr>
              <a:tabLst>
                <a:tab pos="723900" algn="l"/>
                <a:tab pos="1447800" algn="l"/>
              </a:tabLst>
              <a:defRPr sz="2400">
                <a:solidFill>
                  <a:schemeClr val="tx1"/>
                </a:solidFill>
                <a:latin typeface="Times New Roman" panose="02020603050405020304" pitchFamily="18" charset="0"/>
              </a:defRPr>
            </a:lvl3pPr>
            <a:lvl4pPr>
              <a:tabLst>
                <a:tab pos="723900" algn="l"/>
                <a:tab pos="1447800" algn="l"/>
              </a:tabLst>
              <a:defRPr sz="2400">
                <a:solidFill>
                  <a:schemeClr val="tx1"/>
                </a:solidFill>
                <a:latin typeface="Times New Roman" panose="02020603050405020304" pitchFamily="18" charset="0"/>
              </a:defRPr>
            </a:lvl4pPr>
            <a:lvl5pPr>
              <a:tabLst>
                <a:tab pos="723900" algn="l"/>
                <a:tab pos="1447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9pPr>
          </a:lstStyle>
          <a:p>
            <a:pPr eaLnBrk="1">
              <a:lnSpc>
                <a:spcPct val="101000"/>
              </a:lnSpc>
              <a:buClr>
                <a:srgbClr val="000000"/>
              </a:buClr>
              <a:buSzPct val="45000"/>
              <a:buFont typeface="StarSymbol" charset="0"/>
              <a:buNone/>
            </a:pPr>
            <a:r>
              <a:rPr lang="es-CO" b="1" dirty="0">
                <a:solidFill>
                  <a:srgbClr val="000000"/>
                </a:solidFill>
                <a:latin typeface="Verdana" panose="020B0604030504040204" pitchFamily="34" charset="0"/>
              </a:rPr>
              <a:t>Asignación</a:t>
            </a:r>
          </a:p>
        </p:txBody>
      </p:sp>
      <p:graphicFrame>
        <p:nvGraphicFramePr>
          <p:cNvPr id="9" name="Object 8">
            <a:extLst>
              <a:ext uri="{FF2B5EF4-FFF2-40B4-BE49-F238E27FC236}">
                <a16:creationId xmlns:a16="http://schemas.microsoft.com/office/drawing/2014/main" id="{CBF83E7A-3679-C37A-05D1-2C7D4100386F}"/>
              </a:ext>
            </a:extLst>
          </p:cNvPr>
          <p:cNvGraphicFramePr>
            <a:graphicFrameLocks noChangeAspect="1"/>
          </p:cNvGraphicFramePr>
          <p:nvPr>
            <p:extLst>
              <p:ext uri="{D42A27DB-BD31-4B8C-83A1-F6EECF244321}">
                <p14:modId xmlns:p14="http://schemas.microsoft.com/office/powerpoint/2010/main" val="6209455"/>
              </p:ext>
            </p:extLst>
          </p:nvPr>
        </p:nvGraphicFramePr>
        <p:xfrm>
          <a:off x="8128000" y="2228850"/>
          <a:ext cx="3617913" cy="3832225"/>
        </p:xfrm>
        <a:graphic>
          <a:graphicData uri="http://schemas.openxmlformats.org/presentationml/2006/ole">
            <mc:AlternateContent xmlns:mc="http://schemas.openxmlformats.org/markup-compatibility/2006">
              <mc:Choice xmlns:v="urn:schemas-microsoft-com:vml" Requires="v">
                <p:oleObj name="Worksheet" r:id="rId6" imgW="3800608" imgH="3438416" progId="Excel.Sheet.8">
                  <p:embed/>
                </p:oleObj>
              </mc:Choice>
              <mc:Fallback>
                <p:oleObj name="Worksheet" r:id="rId6" imgW="3800608" imgH="3438416" progId="Excel.Sheet.8">
                  <p:embed/>
                  <p:pic>
                    <p:nvPicPr>
                      <p:cNvPr id="9" name="Object 8">
                        <a:extLst>
                          <a:ext uri="{FF2B5EF4-FFF2-40B4-BE49-F238E27FC236}">
                            <a16:creationId xmlns:a16="http://schemas.microsoft.com/office/drawing/2014/main" id="{CBF83E7A-3679-C37A-05D1-2C7D4100386F}"/>
                          </a:ext>
                        </a:extLst>
                      </p:cNvPr>
                      <p:cNvPicPr>
                        <a:picLocks noChangeAspect="1" noChangeArrowheads="1"/>
                      </p:cNvPicPr>
                      <p:nvPr/>
                    </p:nvPicPr>
                    <p:blipFill>
                      <a:blip r:embed="rId7"/>
                      <a:srcRect/>
                      <a:stretch>
                        <a:fillRect/>
                      </a:stretch>
                    </p:blipFill>
                    <p:spPr bwMode="auto">
                      <a:xfrm>
                        <a:off x="8128000" y="2228850"/>
                        <a:ext cx="3617913" cy="3832225"/>
                      </a:xfrm>
                      <a:prstGeom prst="rect">
                        <a:avLst/>
                      </a:prstGeom>
                      <a:noFill/>
                    </p:spPr>
                  </p:pic>
                </p:oleObj>
              </mc:Fallback>
            </mc:AlternateContent>
          </a:graphicData>
        </a:graphic>
      </p:graphicFrame>
    </p:spTree>
    <p:extLst>
      <p:ext uri="{BB962C8B-B14F-4D97-AF65-F5344CB8AC3E}">
        <p14:creationId xmlns:p14="http://schemas.microsoft.com/office/powerpoint/2010/main" val="1740811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El Lenguaje de Consulta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1255728"/>
          </a:xfrm>
          <a:prstGeom prst="rect">
            <a:avLst/>
          </a:prstGeom>
          <a:noFill/>
        </p:spPr>
        <p:txBody>
          <a:bodyPr wrap="square" rtlCol="0">
            <a:spAutoFit/>
          </a:bodyPr>
          <a:lstStyle/>
          <a:p>
            <a:pPr marL="107950" indent="0" eaLnBrk="1" hangingPunct="1">
              <a:lnSpc>
                <a:spcPct val="90000"/>
              </a:lnSpc>
              <a:spcBef>
                <a:spcPts val="0"/>
              </a:spcBef>
              <a:spcAft>
                <a:spcPts val="0"/>
              </a:spcAft>
              <a:buNone/>
            </a:pPr>
            <a:r>
              <a:rPr lang="en-GB" sz="2400" b="1" i="1" dirty="0">
                <a:solidFill>
                  <a:srgbClr val="FF0000"/>
                </a:solidFill>
                <a:latin typeface="Arial" panose="020B0604020202020204" pitchFamily="34" charset="0"/>
                <a:cs typeface="Arial" panose="020B0604020202020204" pitchFamily="34" charset="0"/>
              </a:rPr>
              <a:t>DEFINICION DE DATOS EN SQL</a:t>
            </a:r>
          </a:p>
          <a:p>
            <a:pPr marL="107950" indent="0" eaLnBrk="1" hangingPunct="1">
              <a:lnSpc>
                <a:spcPct val="90000"/>
              </a:lnSpc>
              <a:spcBef>
                <a:spcPts val="0"/>
              </a:spcBef>
              <a:spcAft>
                <a:spcPts val="0"/>
              </a:spcAft>
              <a:buNone/>
            </a:pPr>
            <a:r>
              <a:rPr lang="en-GB" sz="2000" b="1" i="1" dirty="0">
                <a:latin typeface="Arial" panose="020B0604020202020204" pitchFamily="34" charset="0"/>
                <a:cs typeface="Arial" panose="020B0604020202020204" pitchFamily="34" charset="0"/>
              </a:rPr>
              <a:t> a) </a:t>
            </a:r>
            <a:r>
              <a:rPr lang="es-CO" sz="2000" b="1" i="1" dirty="0">
                <a:latin typeface="Arial" panose="020B0604020202020204" pitchFamily="34" charset="0"/>
                <a:cs typeface="Arial" panose="020B0604020202020204" pitchFamily="34" charset="0"/>
              </a:rPr>
              <a:t>Se suministra el nombre de la tabla.</a:t>
            </a:r>
          </a:p>
          <a:p>
            <a:pPr marL="107950" indent="0" eaLnBrk="1" hangingPunct="1">
              <a:lnSpc>
                <a:spcPct val="90000"/>
              </a:lnSpc>
              <a:spcBef>
                <a:spcPts val="0"/>
              </a:spcBef>
              <a:spcAft>
                <a:spcPts val="0"/>
              </a:spcAft>
              <a:buNone/>
            </a:pPr>
            <a:r>
              <a:rPr lang="es-CO" sz="2000" b="1" i="1" dirty="0">
                <a:latin typeface="Arial" panose="020B0604020202020204" pitchFamily="34" charset="0"/>
                <a:cs typeface="Arial" panose="020B0604020202020204" pitchFamily="34" charset="0"/>
              </a:rPr>
              <a:t> b) Se define cada columna</a:t>
            </a:r>
          </a:p>
          <a:p>
            <a:pPr marL="107950" indent="0" eaLnBrk="1" hangingPunct="1">
              <a:lnSpc>
                <a:spcPct val="90000"/>
              </a:lnSpc>
              <a:spcBef>
                <a:spcPts val="0"/>
              </a:spcBef>
              <a:spcAft>
                <a:spcPts val="0"/>
              </a:spcAft>
              <a:buNone/>
            </a:pPr>
            <a:r>
              <a:rPr lang="es-CO" sz="2000" b="1" i="1" dirty="0">
                <a:latin typeface="Arial" panose="020B0604020202020204" pitchFamily="34" charset="0"/>
                <a:cs typeface="Arial" panose="020B0604020202020204" pitchFamily="34" charset="0"/>
              </a:rPr>
              <a:t> c) Se asignan atributos de edición a cada columna</a:t>
            </a:r>
          </a:p>
        </p:txBody>
      </p:sp>
      <p:graphicFrame>
        <p:nvGraphicFramePr>
          <p:cNvPr id="10" name="Group 3">
            <a:extLst>
              <a:ext uri="{FF2B5EF4-FFF2-40B4-BE49-F238E27FC236}">
                <a16:creationId xmlns:a16="http://schemas.microsoft.com/office/drawing/2014/main" id="{024F427C-B5B6-3247-E28A-A8E09F2CC892}"/>
              </a:ext>
            </a:extLst>
          </p:cNvPr>
          <p:cNvGraphicFramePr>
            <a:graphicFrameLocks noGrp="1"/>
          </p:cNvGraphicFramePr>
          <p:nvPr>
            <p:extLst>
              <p:ext uri="{D42A27DB-BD31-4B8C-83A1-F6EECF244321}">
                <p14:modId xmlns:p14="http://schemas.microsoft.com/office/powerpoint/2010/main" val="3766817548"/>
              </p:ext>
            </p:extLst>
          </p:nvPr>
        </p:nvGraphicFramePr>
        <p:xfrm>
          <a:off x="3270314" y="2583521"/>
          <a:ext cx="5216525" cy="2071690"/>
        </p:xfrm>
        <a:graphic>
          <a:graphicData uri="http://schemas.openxmlformats.org/drawingml/2006/table">
            <a:tbl>
              <a:tblPr/>
              <a:tblGrid>
                <a:gridCol w="2865437">
                  <a:extLst>
                    <a:ext uri="{9D8B030D-6E8A-4147-A177-3AD203B41FA5}">
                      <a16:colId xmlns:a16="http://schemas.microsoft.com/office/drawing/2014/main" val="20000"/>
                    </a:ext>
                  </a:extLst>
                </a:gridCol>
                <a:gridCol w="2351088">
                  <a:extLst>
                    <a:ext uri="{9D8B030D-6E8A-4147-A177-3AD203B41FA5}">
                      <a16:colId xmlns:a16="http://schemas.microsoft.com/office/drawing/2014/main" val="20001"/>
                    </a:ext>
                  </a:extLst>
                </a:gridCol>
              </a:tblGrid>
              <a:tr h="414338">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dirty="0">
                          <a:ln>
                            <a:noFill/>
                          </a:ln>
                          <a:solidFill>
                            <a:srgbClr val="FFFFFF"/>
                          </a:solidFill>
                          <a:effectLst/>
                          <a:latin typeface="Arial" charset="0"/>
                          <a:cs typeface="Lucida Sans Unicode" pitchFamily="32" charset="0"/>
                        </a:rPr>
                        <a:t>Termino Relacional</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38160" cap="flat" cmpd="sng" algn="ctr">
                      <a:solidFill>
                        <a:srgbClr val="FFFFFF"/>
                      </a:solidFill>
                      <a:prstDash val="solid"/>
                      <a:round/>
                      <a:headEnd type="none" w="med" len="med"/>
                      <a:tailEnd type="none" w="med" len="med"/>
                    </a:lnB>
                    <a:lnTlToBr>
                      <a:noFill/>
                    </a:lnTlToBr>
                    <a:lnBlToTr>
                      <a:noFill/>
                    </a:lnBlToTr>
                    <a:solidFill>
                      <a:srgbClr val="D88916"/>
                    </a:solid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dirty="0">
                          <a:ln>
                            <a:noFill/>
                          </a:ln>
                          <a:solidFill>
                            <a:srgbClr val="FFFFFF"/>
                          </a:solidFill>
                          <a:effectLst/>
                          <a:latin typeface="Arial" charset="0"/>
                          <a:cs typeface="Lucida Sans Unicode" pitchFamily="32" charset="0"/>
                        </a:rPr>
                        <a:t>Termino SQL</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38160" cap="flat" cmpd="sng" algn="ctr">
                      <a:solidFill>
                        <a:srgbClr val="FFFFFF"/>
                      </a:solidFill>
                      <a:prstDash val="solid"/>
                      <a:round/>
                      <a:headEnd type="none" w="med" len="med"/>
                      <a:tailEnd type="none" w="med" len="med"/>
                    </a:lnB>
                    <a:lnTlToBr>
                      <a:noFill/>
                    </a:lnTlToBr>
                    <a:lnBlToTr>
                      <a:noFill/>
                    </a:lnBlToTr>
                    <a:solidFill>
                      <a:srgbClr val="D88916"/>
                    </a:solidFill>
                  </a:tcPr>
                </a:tc>
                <a:extLst>
                  <a:ext uri="{0D108BD9-81ED-4DB2-BD59-A6C34878D82A}">
                    <a16:rowId xmlns:a16="http://schemas.microsoft.com/office/drawing/2014/main" val="10000"/>
                  </a:ext>
                </a:extLst>
              </a:tr>
              <a:tr h="414338">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0" i="0" u="none" strike="noStrike" cap="none" normalizeH="0" baseline="0">
                          <a:ln>
                            <a:noFill/>
                          </a:ln>
                          <a:solidFill>
                            <a:srgbClr val="000000"/>
                          </a:solidFill>
                          <a:effectLst/>
                          <a:latin typeface="Arial" charset="0"/>
                          <a:cs typeface="Lucida Sans Unicode" pitchFamily="32" charset="0"/>
                        </a:rPr>
                        <a:t>Tabla o Relación</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3816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FFE6CC"/>
                    </a:solid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a:ln>
                            <a:noFill/>
                          </a:ln>
                          <a:solidFill>
                            <a:srgbClr val="000000"/>
                          </a:solidFill>
                          <a:effectLst/>
                          <a:latin typeface="Arial" charset="0"/>
                          <a:cs typeface="Lucida Sans Unicode" pitchFamily="32" charset="0"/>
                        </a:rPr>
                        <a:t>Table</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3816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FFE6CC"/>
                    </a:solidFill>
                  </a:tcPr>
                </a:tc>
                <a:extLst>
                  <a:ext uri="{0D108BD9-81ED-4DB2-BD59-A6C34878D82A}">
                    <a16:rowId xmlns:a16="http://schemas.microsoft.com/office/drawing/2014/main" val="10001"/>
                  </a:ext>
                </a:extLst>
              </a:tr>
              <a:tr h="414338">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0" i="0" u="none" strike="noStrike" cap="none" normalizeH="0" baseline="0" dirty="0">
                          <a:ln>
                            <a:noFill/>
                          </a:ln>
                          <a:solidFill>
                            <a:srgbClr val="000000"/>
                          </a:solidFill>
                          <a:effectLst/>
                          <a:latin typeface="Arial" charset="0"/>
                          <a:cs typeface="Lucida Sans Unicode" pitchFamily="32" charset="0"/>
                        </a:rPr>
                        <a:t>Fila o Tupla</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CDFFF2"/>
                    </a:solid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dirty="0" err="1">
                          <a:ln>
                            <a:noFill/>
                          </a:ln>
                          <a:solidFill>
                            <a:srgbClr val="000000"/>
                          </a:solidFill>
                          <a:effectLst/>
                          <a:latin typeface="Arial" charset="0"/>
                          <a:cs typeface="Lucida Sans Unicode" pitchFamily="32" charset="0"/>
                        </a:rPr>
                        <a:t>Row</a:t>
                      </a:r>
                      <a:endParaRPr kumimoji="0" lang="es-ES" sz="2000" b="1" i="0" u="none" strike="noStrike" cap="none" normalizeH="0" baseline="0" dirty="0">
                        <a:ln>
                          <a:noFill/>
                        </a:ln>
                        <a:solidFill>
                          <a:srgbClr val="000000"/>
                        </a:solidFill>
                        <a:effectLst/>
                        <a:latin typeface="Arial" charset="0"/>
                        <a:cs typeface="Lucida Sans Unicode" pitchFamily="32" charset="0"/>
                      </a:endParaRP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CDFFF2"/>
                    </a:solidFill>
                  </a:tcPr>
                </a:tc>
                <a:extLst>
                  <a:ext uri="{0D108BD9-81ED-4DB2-BD59-A6C34878D82A}">
                    <a16:rowId xmlns:a16="http://schemas.microsoft.com/office/drawing/2014/main" val="10002"/>
                  </a:ext>
                </a:extLst>
              </a:tr>
              <a:tr h="414338">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0" i="0" u="none" strike="noStrike" cap="none" normalizeH="0" baseline="0">
                          <a:ln>
                            <a:noFill/>
                          </a:ln>
                          <a:solidFill>
                            <a:srgbClr val="000000"/>
                          </a:solidFill>
                          <a:effectLst/>
                          <a:latin typeface="Arial" charset="0"/>
                          <a:cs typeface="Lucida Sans Unicode" pitchFamily="32" charset="0"/>
                        </a:rPr>
                        <a:t>Columna o Atributo</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FFE6CC"/>
                    </a:solid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a:ln>
                            <a:noFill/>
                          </a:ln>
                          <a:solidFill>
                            <a:srgbClr val="000000"/>
                          </a:solidFill>
                          <a:effectLst/>
                          <a:latin typeface="Arial" charset="0"/>
                          <a:cs typeface="Lucida Sans Unicode" pitchFamily="32" charset="0"/>
                        </a:rPr>
                        <a:t>Column</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FFE6CC"/>
                    </a:solidFill>
                  </a:tcPr>
                </a:tc>
                <a:extLst>
                  <a:ext uri="{0D108BD9-81ED-4DB2-BD59-A6C34878D82A}">
                    <a16:rowId xmlns:a16="http://schemas.microsoft.com/office/drawing/2014/main" val="10003"/>
                  </a:ext>
                </a:extLst>
              </a:tr>
              <a:tr h="414338">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0" i="0" u="none" strike="noStrike" cap="none" normalizeH="0" baseline="0" dirty="0">
                          <a:ln>
                            <a:noFill/>
                          </a:ln>
                          <a:solidFill>
                            <a:srgbClr val="000000"/>
                          </a:solidFill>
                          <a:effectLst/>
                          <a:latin typeface="Arial" charset="0"/>
                          <a:cs typeface="Lucida Sans Unicode" pitchFamily="32" charset="0"/>
                        </a:rPr>
                        <a:t>Esquema Relacional</a:t>
                      </a: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CDFFF2"/>
                    </a:solidFill>
                  </a:tcPr>
                </a:tc>
                <a:tc>
                  <a:txBody>
                    <a:bodyPr/>
                    <a:lstStyle/>
                    <a:p>
                      <a:pPr marL="0" marR="0" lvl="0" indent="0" algn="ctr"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000" b="1" i="0" u="none" strike="noStrike" cap="none" normalizeH="0" baseline="0" dirty="0" err="1">
                          <a:ln>
                            <a:noFill/>
                          </a:ln>
                          <a:solidFill>
                            <a:srgbClr val="000000"/>
                          </a:solidFill>
                          <a:effectLst/>
                          <a:latin typeface="Arial" charset="0"/>
                          <a:cs typeface="Lucida Sans Unicode" pitchFamily="32" charset="0"/>
                        </a:rPr>
                        <a:t>Scheme</a:t>
                      </a:r>
                      <a:endParaRPr kumimoji="0" lang="es-ES" sz="2000" b="1" i="0" u="none" strike="noStrike" cap="none" normalizeH="0" baseline="0" dirty="0">
                        <a:ln>
                          <a:noFill/>
                        </a:ln>
                        <a:solidFill>
                          <a:srgbClr val="000000"/>
                        </a:solidFill>
                        <a:effectLst/>
                        <a:latin typeface="Arial" charset="0"/>
                        <a:cs typeface="Lucida Sans Unicode" pitchFamily="32" charset="0"/>
                      </a:endParaRPr>
                    </a:p>
                  </a:txBody>
                  <a:tcPr marL="90000" marR="90000" marT="64440" marB="46800" horzOverflow="overflow">
                    <a:lnL w="12600" cap="flat" cmpd="sng" algn="ctr">
                      <a:solidFill>
                        <a:srgbClr val="FFFFFF"/>
                      </a:solidFill>
                      <a:prstDash val="solid"/>
                      <a:round/>
                      <a:headEnd type="none" w="med" len="med"/>
                      <a:tailEnd type="none" w="med" len="med"/>
                    </a:lnL>
                    <a:lnR w="12600" cap="flat" cmpd="sng" algn="ctr">
                      <a:solidFill>
                        <a:srgbClr val="FFFFFF"/>
                      </a:solidFill>
                      <a:prstDash val="solid"/>
                      <a:round/>
                      <a:headEnd type="none" w="med" len="med"/>
                      <a:tailEnd type="none" w="med" len="med"/>
                    </a:lnR>
                    <a:lnT w="12600" cap="flat" cmpd="sng" algn="ctr">
                      <a:solidFill>
                        <a:srgbClr val="FFFFFF"/>
                      </a:solidFill>
                      <a:prstDash val="solid"/>
                      <a:round/>
                      <a:headEnd type="none" w="med" len="med"/>
                      <a:tailEnd type="none" w="med" len="med"/>
                    </a:lnT>
                    <a:lnB w="12600" cap="flat" cmpd="sng" algn="ctr">
                      <a:solidFill>
                        <a:srgbClr val="FFFFFF"/>
                      </a:solidFill>
                      <a:prstDash val="solid"/>
                      <a:round/>
                      <a:headEnd type="none" w="med" len="med"/>
                      <a:tailEnd type="none" w="med" len="med"/>
                    </a:lnB>
                    <a:lnTlToBr>
                      <a:noFill/>
                    </a:lnTlToBr>
                    <a:lnBlToTr>
                      <a:noFill/>
                    </a:lnBlToTr>
                    <a:solidFill>
                      <a:srgbClr val="CDFFF2"/>
                    </a:solidFill>
                  </a:tcPr>
                </a:tc>
                <a:extLst>
                  <a:ext uri="{0D108BD9-81ED-4DB2-BD59-A6C34878D82A}">
                    <a16:rowId xmlns:a16="http://schemas.microsoft.com/office/drawing/2014/main" val="10004"/>
                  </a:ext>
                </a:extLst>
              </a:tr>
            </a:tbl>
          </a:graphicData>
        </a:graphic>
      </p:graphicFrame>
      <p:graphicFrame>
        <p:nvGraphicFramePr>
          <p:cNvPr id="11" name="Group 41">
            <a:extLst>
              <a:ext uri="{FF2B5EF4-FFF2-40B4-BE49-F238E27FC236}">
                <a16:creationId xmlns:a16="http://schemas.microsoft.com/office/drawing/2014/main" id="{7A9524C5-177F-5AF7-936B-7CD682370302}"/>
              </a:ext>
            </a:extLst>
          </p:cNvPr>
          <p:cNvGraphicFramePr>
            <a:graphicFrameLocks noGrp="1"/>
          </p:cNvGraphicFramePr>
          <p:nvPr>
            <p:extLst>
              <p:ext uri="{D42A27DB-BD31-4B8C-83A1-F6EECF244321}">
                <p14:modId xmlns:p14="http://schemas.microsoft.com/office/powerpoint/2010/main" val="1545971039"/>
              </p:ext>
            </p:extLst>
          </p:nvPr>
        </p:nvGraphicFramePr>
        <p:xfrm>
          <a:off x="3918386" y="4913963"/>
          <a:ext cx="3600400" cy="1381125"/>
        </p:xfrm>
        <a:graphic>
          <a:graphicData uri="http://schemas.openxmlformats.org/drawingml/2006/table">
            <a:tbl>
              <a:tblPr/>
              <a:tblGrid>
                <a:gridCol w="1841073">
                  <a:extLst>
                    <a:ext uri="{9D8B030D-6E8A-4147-A177-3AD203B41FA5}">
                      <a16:colId xmlns:a16="http://schemas.microsoft.com/office/drawing/2014/main" val="20000"/>
                    </a:ext>
                  </a:extLst>
                </a:gridCol>
                <a:gridCol w="1759327">
                  <a:extLst>
                    <a:ext uri="{9D8B030D-6E8A-4147-A177-3AD203B41FA5}">
                      <a16:colId xmlns:a16="http://schemas.microsoft.com/office/drawing/2014/main" val="20001"/>
                    </a:ext>
                  </a:extLst>
                </a:gridCol>
              </a:tblGrid>
              <a:tr h="460375">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dirty="0">
                          <a:ln>
                            <a:noFill/>
                          </a:ln>
                          <a:solidFill>
                            <a:srgbClr val="000000"/>
                          </a:solidFill>
                          <a:effectLst/>
                          <a:latin typeface="Arial" charset="0"/>
                          <a:cs typeface="Lucida Sans Unicode" pitchFamily="32" charset="0"/>
                        </a:rPr>
                        <a:t>Crear:</a:t>
                      </a:r>
                    </a:p>
                  </a:txBody>
                  <a:tcPr marL="90000" marR="90000" marT="67968" marB="46800" horzOverflow="overflow">
                    <a:lnL>
                      <a:noFill/>
                    </a:lnL>
                    <a:lnR>
                      <a:noFill/>
                    </a:lnR>
                    <a:lnT>
                      <a:noFill/>
                    </a:lnT>
                    <a:lnB>
                      <a:noFill/>
                    </a:lnB>
                    <a:lnTlToBr>
                      <a:noFill/>
                    </a:lnTlToBr>
                    <a:lnBlToTr>
                      <a:noFill/>
                    </a:lnBlToTr>
                    <a:noFill/>
                  </a:tcPr>
                </a:tc>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dirty="0">
                          <a:ln>
                            <a:noFill/>
                          </a:ln>
                          <a:solidFill>
                            <a:srgbClr val="0000CC"/>
                          </a:solidFill>
                          <a:effectLst/>
                          <a:latin typeface="Arial" charset="0"/>
                          <a:cs typeface="Lucida Sans Unicode" pitchFamily="32" charset="0"/>
                        </a:rPr>
                        <a:t>CREATE</a:t>
                      </a:r>
                    </a:p>
                  </a:txBody>
                  <a:tcPr marL="90000" marR="90000" marT="67968"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60375">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a:ln>
                            <a:noFill/>
                          </a:ln>
                          <a:solidFill>
                            <a:srgbClr val="000000"/>
                          </a:solidFill>
                          <a:effectLst/>
                          <a:latin typeface="Arial" charset="0"/>
                          <a:cs typeface="Lucida Sans Unicode" pitchFamily="32" charset="0"/>
                        </a:rPr>
                        <a:t>Borrar:</a:t>
                      </a:r>
                    </a:p>
                  </a:txBody>
                  <a:tcPr marL="90000" marR="90000" marT="67968" marB="46800" horzOverflow="overflow">
                    <a:lnL>
                      <a:noFill/>
                    </a:lnL>
                    <a:lnR>
                      <a:noFill/>
                    </a:lnR>
                    <a:lnT>
                      <a:noFill/>
                    </a:lnT>
                    <a:lnB>
                      <a:noFill/>
                    </a:lnB>
                    <a:lnTlToBr>
                      <a:noFill/>
                    </a:lnTlToBr>
                    <a:lnBlToTr>
                      <a:noFill/>
                    </a:lnBlToTr>
                    <a:noFill/>
                  </a:tcPr>
                </a:tc>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a:ln>
                            <a:noFill/>
                          </a:ln>
                          <a:solidFill>
                            <a:srgbClr val="0000CC"/>
                          </a:solidFill>
                          <a:effectLst/>
                          <a:latin typeface="Arial" charset="0"/>
                          <a:cs typeface="Lucida Sans Unicode" pitchFamily="32" charset="0"/>
                        </a:rPr>
                        <a:t>DROP</a:t>
                      </a:r>
                    </a:p>
                  </a:txBody>
                  <a:tcPr marL="90000" marR="90000" marT="67968"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60375">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a:ln>
                            <a:noFill/>
                          </a:ln>
                          <a:solidFill>
                            <a:srgbClr val="000000"/>
                          </a:solidFill>
                          <a:effectLst/>
                          <a:latin typeface="Arial" charset="0"/>
                          <a:cs typeface="Lucida Sans Unicode" pitchFamily="32" charset="0"/>
                        </a:rPr>
                        <a:t>Modificar:</a:t>
                      </a:r>
                    </a:p>
                  </a:txBody>
                  <a:tcPr marL="90000" marR="90000" marT="67968" marB="46800" horzOverflow="overflow">
                    <a:lnL>
                      <a:noFill/>
                    </a:lnL>
                    <a:lnR>
                      <a:noFill/>
                    </a:lnR>
                    <a:lnT>
                      <a:noFill/>
                    </a:lnT>
                    <a:lnB>
                      <a:noFill/>
                    </a:lnB>
                    <a:lnTlToBr>
                      <a:noFill/>
                    </a:lnTlToBr>
                    <a:lnBlToTr>
                      <a:noFill/>
                    </a:lnBlToTr>
                    <a:noFill/>
                  </a:tcPr>
                </a:tc>
                <a:tc>
                  <a:txBody>
                    <a:bodyPr/>
                    <a:lstStyle/>
                    <a:p>
                      <a:pPr marL="0" marR="0" lvl="0" indent="0" algn="l" defTabSz="449263" rtl="0" eaLnBrk="1" fontAlgn="base" latinLnBrk="0" hangingPunct="1">
                        <a:lnSpc>
                          <a:spcPct val="93000"/>
                        </a:lnSpc>
                        <a:spcBef>
                          <a:spcPct val="0"/>
                        </a:spcBef>
                        <a:spcAft>
                          <a:spcPct val="0"/>
                        </a:spcAft>
                        <a:buClr>
                          <a:srgbClr val="00000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s-ES" sz="2400" b="1" i="0" u="none" strike="noStrike" cap="none" normalizeH="0" baseline="0" dirty="0">
                          <a:ln>
                            <a:noFill/>
                          </a:ln>
                          <a:solidFill>
                            <a:srgbClr val="0000CC"/>
                          </a:solidFill>
                          <a:effectLst/>
                          <a:latin typeface="Arial" charset="0"/>
                          <a:cs typeface="Lucida Sans Unicode" pitchFamily="32" charset="0"/>
                        </a:rPr>
                        <a:t>ALTER</a:t>
                      </a:r>
                    </a:p>
                  </a:txBody>
                  <a:tcPr marL="90000" marR="90000" marT="67968" marB="468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29306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32147"/>
          </a:xfrm>
          <a:prstGeom prst="rect">
            <a:avLst/>
          </a:prstGeom>
          <a:noFill/>
        </p:spPr>
        <p:txBody>
          <a:bodyPr wrap="square" rtlCol="0">
            <a:spAutoFit/>
          </a:bodyPr>
          <a:lstStyle/>
          <a:p>
            <a:pPr eaLnBrk="1" hangingPunct="1">
              <a:lnSpc>
                <a:spcPct val="90000"/>
              </a:lnSpc>
              <a:spcBef>
                <a:spcPts val="700"/>
              </a:spcBef>
              <a:spcAft>
                <a:spcPts val="288"/>
              </a:spcAft>
            </a:pPr>
            <a:r>
              <a:rPr lang="es-CO" sz="2400" b="1" i="1" dirty="0">
                <a:solidFill>
                  <a:srgbClr val="FF0000"/>
                </a:solidFill>
                <a:latin typeface="Arial" panose="020B0604020202020204" pitchFamily="34" charset="0"/>
                <a:cs typeface="Times New Roman" panose="02020603050405020304" pitchFamily="18" charset="0"/>
              </a:rPr>
              <a:t>DEFINICION DEL ESQUEMA</a:t>
            </a:r>
          </a:p>
          <a:p>
            <a:pPr eaLnBrk="1" hangingPunct="1">
              <a:lnSpc>
                <a:spcPct val="90000"/>
              </a:lnSpc>
              <a:spcBef>
                <a:spcPts val="625"/>
              </a:spcBef>
              <a:spcAft>
                <a:spcPts val="288"/>
              </a:spcAft>
            </a:pPr>
            <a:r>
              <a:rPr lang="es-CO" sz="2400" b="1" i="1" dirty="0">
                <a:solidFill>
                  <a:srgbClr val="0000CC"/>
                </a:solidFill>
                <a:latin typeface="Arial" panose="020B0604020202020204" pitchFamily="34" charset="0"/>
                <a:cs typeface="Times New Roman" panose="02020603050405020304" pitchFamily="18" charset="0"/>
              </a:rPr>
              <a:t>El esquema:</a:t>
            </a:r>
          </a:p>
          <a:p>
            <a:pPr marL="401638" indent="-342900" eaLnBrk="1" hangingPunct="1">
              <a:spcBef>
                <a:spcPts val="625"/>
              </a:spcBef>
              <a:buClr>
                <a:srgbClr val="C32D2E"/>
              </a:buClr>
              <a:buSzPct val="95000"/>
              <a:buFont typeface="Arial" panose="020B0604020202020204" pitchFamily="34" charset="0"/>
              <a:buChar char="•"/>
            </a:pPr>
            <a:r>
              <a:rPr lang="es-CO" sz="2400" dirty="0">
                <a:solidFill>
                  <a:srgbClr val="000000"/>
                </a:solidFill>
                <a:latin typeface="Arial" panose="020B0604020202020204" pitchFamily="34" charset="0"/>
                <a:cs typeface="Arial Unicode MS" panose="020B0604020202020204" pitchFamily="34" charset="-128"/>
              </a:rPr>
              <a:t>Permite definir el conjunto de tablas y otros elementos de la base de datos</a:t>
            </a:r>
          </a:p>
          <a:p>
            <a:pPr marL="401638" indent="-342900" eaLnBrk="1" hangingPunct="1">
              <a:spcBef>
                <a:spcPts val="625"/>
              </a:spcBef>
              <a:buClr>
                <a:srgbClr val="C32D2E"/>
              </a:buClr>
              <a:buSzPct val="95000"/>
              <a:buFont typeface="Arial" panose="020B0604020202020204" pitchFamily="34" charset="0"/>
              <a:buChar char="•"/>
            </a:pPr>
            <a:r>
              <a:rPr lang="es-CO" sz="2400" dirty="0">
                <a:solidFill>
                  <a:srgbClr val="000000"/>
                </a:solidFill>
                <a:latin typeface="Arial" panose="020B0604020202020204" pitchFamily="34" charset="0"/>
                <a:cs typeface="Arial Unicode MS" panose="020B0604020202020204" pitchFamily="34" charset="-128"/>
              </a:rPr>
              <a:t>Disponibles desde SQL2</a:t>
            </a:r>
          </a:p>
          <a:p>
            <a:pPr marL="401638" indent="-342900" eaLnBrk="1" hangingPunct="1">
              <a:spcBef>
                <a:spcPts val="625"/>
              </a:spcBef>
              <a:buClr>
                <a:srgbClr val="C32D2E"/>
              </a:buClr>
              <a:buSzPct val="95000"/>
              <a:buFont typeface="Arial" panose="020B0604020202020204" pitchFamily="34" charset="0"/>
              <a:buChar char="•"/>
            </a:pPr>
            <a:r>
              <a:rPr lang="es-CO" sz="2400" dirty="0">
                <a:solidFill>
                  <a:srgbClr val="000000"/>
                </a:solidFill>
                <a:latin typeface="Arial" panose="020B0604020202020204" pitchFamily="34" charset="0"/>
                <a:cs typeface="Arial Unicode MS" panose="020B0604020202020204" pitchFamily="34" charset="-128"/>
              </a:rPr>
              <a:t>Identificables mediante un nombre</a:t>
            </a:r>
          </a:p>
          <a:p>
            <a:pPr marL="401638" indent="-342900" eaLnBrk="1" hangingPunct="1">
              <a:spcBef>
                <a:spcPts val="625"/>
              </a:spcBef>
              <a:buClr>
                <a:srgbClr val="C32D2E"/>
              </a:buClr>
              <a:buSzPct val="95000"/>
              <a:buFont typeface="Arial" panose="020B0604020202020204" pitchFamily="34" charset="0"/>
              <a:buChar char="•"/>
            </a:pPr>
            <a:r>
              <a:rPr lang="es-CO" sz="2400" dirty="0">
                <a:solidFill>
                  <a:srgbClr val="000000"/>
                </a:solidFill>
                <a:latin typeface="Arial" panose="020B0604020202020204" pitchFamily="34" charset="0"/>
                <a:cs typeface="Arial Unicode MS" panose="020B0604020202020204" pitchFamily="34" charset="-128"/>
              </a:rPr>
              <a:t>La creación del esquema se puede hacer en un solo paso (especificando sus elementos). También se puede declarar el esquema y luego incorporarle sus elementos</a:t>
            </a:r>
          </a:p>
          <a:p>
            <a:pPr eaLnBrk="1" hangingPunct="1">
              <a:lnSpc>
                <a:spcPct val="90000"/>
              </a:lnSpc>
              <a:spcBef>
                <a:spcPts val="625"/>
              </a:spcBef>
              <a:buClr>
                <a:srgbClr val="C32D2E"/>
              </a:buClr>
              <a:buSzPct val="95000"/>
              <a:buFont typeface="Wingdings 2" panose="05020102010507070707" pitchFamily="18" charset="2"/>
              <a:buNone/>
            </a:pPr>
            <a:endParaRPr lang="es-CO" sz="2400" dirty="0">
              <a:solidFill>
                <a:srgbClr val="000000"/>
              </a:solidFill>
              <a:latin typeface="Arial" panose="020B0604020202020204" pitchFamily="34" charset="0"/>
              <a:cs typeface="Arial Unicode MS" panose="020B0604020202020204" pitchFamily="34" charset="-128"/>
            </a:endParaRPr>
          </a:p>
          <a:p>
            <a:pPr eaLnBrk="1" hangingPunct="1">
              <a:lnSpc>
                <a:spcPct val="90000"/>
              </a:lnSpc>
              <a:spcBef>
                <a:spcPts val="625"/>
              </a:spcBef>
              <a:buClrTx/>
              <a:buSzTx/>
              <a:buFontTx/>
              <a:buNone/>
            </a:pPr>
            <a:r>
              <a:rPr lang="es-CO" sz="2400" dirty="0">
                <a:solidFill>
                  <a:srgbClr val="000000"/>
                </a:solidFill>
                <a:latin typeface="Arial" panose="020B0604020202020204" pitchFamily="34" charset="0"/>
                <a:cs typeface="Arial Unicode MS" panose="020B0604020202020204" pitchFamily="34" charset="-128"/>
              </a:rPr>
              <a:t>Ejemplo:</a:t>
            </a:r>
          </a:p>
          <a:p>
            <a:pPr eaLnBrk="1" hangingPunct="1">
              <a:lnSpc>
                <a:spcPct val="90000"/>
              </a:lnSpc>
              <a:spcBef>
                <a:spcPts val="625"/>
              </a:spcBef>
              <a:buClrTx/>
              <a:buSzTx/>
              <a:buFontTx/>
              <a:buNone/>
            </a:pPr>
            <a:r>
              <a:rPr lang="es-CO" sz="2400" dirty="0">
                <a:solidFill>
                  <a:srgbClr val="0000CC"/>
                </a:solidFill>
                <a:latin typeface="Arial" panose="020B0604020202020204" pitchFamily="34" charset="0"/>
                <a:cs typeface="Arial Unicode MS" panose="020B0604020202020204" pitchFamily="34" charset="-128"/>
              </a:rPr>
              <a:t>CREATE SCHEMA CONSTRUCCION</a:t>
            </a:r>
          </a:p>
        </p:txBody>
      </p:sp>
    </p:spTree>
    <p:extLst>
      <p:ext uri="{BB962C8B-B14F-4D97-AF65-F5344CB8AC3E}">
        <p14:creationId xmlns:p14="http://schemas.microsoft.com/office/powerpoint/2010/main" val="1741062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316566"/>
          </a:xfrm>
          <a:prstGeom prst="rect">
            <a:avLst/>
          </a:prstGeom>
          <a:noFill/>
        </p:spPr>
        <p:txBody>
          <a:bodyPr wrap="square" rtlCol="0">
            <a:spAutoFit/>
          </a:bodyPr>
          <a:lstStyle/>
          <a:p>
            <a:pPr eaLnBrk="1" hangingPunct="1">
              <a:lnSpc>
                <a:spcPct val="80000"/>
              </a:lnSpc>
              <a:spcBef>
                <a:spcPts val="700"/>
              </a:spcBef>
              <a:spcAft>
                <a:spcPts val="288"/>
              </a:spcAft>
            </a:pPr>
            <a:r>
              <a:rPr lang="es-ES" sz="2800" b="1" i="1" dirty="0">
                <a:solidFill>
                  <a:srgbClr val="FF0000"/>
                </a:solidFill>
                <a:latin typeface="Arial" panose="020B0604020202020204" pitchFamily="34" charset="0"/>
                <a:cs typeface="Times New Roman" panose="02020603050405020304" pitchFamily="18" charset="0"/>
              </a:rPr>
              <a:t>Definición de Datos, Tipos de Datos Y Restricciones</a:t>
            </a:r>
          </a:p>
          <a:p>
            <a:pPr eaLnBrk="1" hangingPunct="1">
              <a:lnSpc>
                <a:spcPct val="80000"/>
              </a:lnSpc>
              <a:spcBef>
                <a:spcPts val="600"/>
              </a:spcBef>
            </a:pPr>
            <a:r>
              <a:rPr lang="es-CO" sz="2400" dirty="0">
                <a:solidFill>
                  <a:srgbClr val="000000"/>
                </a:solidFill>
                <a:latin typeface="Arial" panose="020B0604020202020204" pitchFamily="34" charset="0"/>
                <a:cs typeface="Arial Unicode MS" panose="020B0604020202020204" pitchFamily="34" charset="-128"/>
              </a:rPr>
              <a:t>Creación de tablas: </a:t>
            </a:r>
            <a:r>
              <a:rPr lang="es-CO" sz="2400" dirty="0">
                <a:solidFill>
                  <a:srgbClr val="0000CC"/>
                </a:solidFill>
                <a:latin typeface="Arial" panose="020B0604020202020204" pitchFamily="34" charset="0"/>
                <a:cs typeface="Arial Unicode MS" panose="020B0604020202020204" pitchFamily="34" charset="-128"/>
              </a:rPr>
              <a:t>CREATE TABLE</a:t>
            </a:r>
          </a:p>
          <a:p>
            <a:pPr eaLnBrk="1" hangingPunct="1">
              <a:lnSpc>
                <a:spcPct val="80000"/>
              </a:lnSpc>
              <a:spcBef>
                <a:spcPts val="600"/>
              </a:spcBef>
              <a:spcAft>
                <a:spcPts val="600"/>
              </a:spcAft>
            </a:pPr>
            <a:r>
              <a:rPr lang="es-CO" sz="2400" b="1" dirty="0">
                <a:solidFill>
                  <a:srgbClr val="000000"/>
                </a:solidFill>
                <a:latin typeface="Arial" panose="020B0604020202020204" pitchFamily="34" charset="0"/>
                <a:cs typeface="Arial Unicode MS" panose="020B0604020202020204" pitchFamily="34" charset="-128"/>
              </a:rPr>
              <a:t>Ejemplo</a:t>
            </a:r>
          </a:p>
          <a:p>
            <a:pPr eaLnBrk="1" hangingPunct="1">
              <a:lnSpc>
                <a:spcPct val="80000"/>
              </a:lnSpc>
              <a:spcBef>
                <a:spcPts val="600"/>
              </a:spcBef>
              <a:spcAft>
                <a:spcPts val="600"/>
              </a:spcAft>
            </a:pPr>
            <a:r>
              <a:rPr lang="es-CO" sz="2400" dirty="0">
                <a:solidFill>
                  <a:srgbClr val="000000"/>
                </a:solidFill>
                <a:latin typeface="Arial" panose="020B0604020202020204" pitchFamily="34" charset="0"/>
                <a:cs typeface="Arial Unicode MS" panose="020B0604020202020204" pitchFamily="34" charset="-128"/>
              </a:rPr>
              <a:t>i)   CREATE TABLE CONSTRUCCION.OBRA</a:t>
            </a:r>
          </a:p>
          <a:p>
            <a:pPr eaLnBrk="1" hangingPunct="1">
              <a:lnSpc>
                <a:spcPct val="80000"/>
              </a:lnSpc>
              <a:spcBef>
                <a:spcPts val="600"/>
              </a:spcBef>
              <a:spcAft>
                <a:spcPts val="600"/>
              </a:spcAft>
            </a:pPr>
            <a:r>
              <a:rPr lang="es-CO" sz="2400" dirty="0" err="1">
                <a:solidFill>
                  <a:srgbClr val="000000"/>
                </a:solidFill>
                <a:latin typeface="Arial" panose="020B0604020202020204" pitchFamily="34" charset="0"/>
                <a:cs typeface="Arial Unicode MS" panose="020B0604020202020204" pitchFamily="34" charset="-128"/>
              </a:rPr>
              <a:t>ii</a:t>
            </a:r>
            <a:r>
              <a:rPr lang="es-CO" sz="2400" dirty="0">
                <a:solidFill>
                  <a:srgbClr val="000000"/>
                </a:solidFill>
                <a:latin typeface="Arial" panose="020B0604020202020204" pitchFamily="34" charset="0"/>
                <a:cs typeface="Arial Unicode MS" panose="020B0604020202020204" pitchFamily="34" charset="-128"/>
              </a:rPr>
              <a:t>)  CREATE TABLE OBRA</a:t>
            </a:r>
          </a:p>
          <a:p>
            <a:pPr eaLnBrk="1" hangingPunct="1">
              <a:lnSpc>
                <a:spcPct val="80000"/>
              </a:lnSpc>
              <a:spcBef>
                <a:spcPts val="575"/>
              </a:spcBef>
            </a:pPr>
            <a:endParaRPr lang="es-CO" sz="2300" b="1" dirty="0">
              <a:solidFill>
                <a:srgbClr val="FF0000"/>
              </a:solidFill>
              <a:latin typeface="Arial" panose="020B0604020202020204" pitchFamily="34" charset="0"/>
              <a:cs typeface="Arial Unicode MS" panose="020B0604020202020204" pitchFamily="34" charset="-128"/>
            </a:endParaRPr>
          </a:p>
          <a:p>
            <a:pPr eaLnBrk="1" hangingPunct="1">
              <a:lnSpc>
                <a:spcPct val="80000"/>
              </a:lnSpc>
              <a:spcBef>
                <a:spcPts val="600"/>
              </a:spcBef>
            </a:pPr>
            <a:r>
              <a:rPr lang="es-CO" sz="2800" b="1" dirty="0">
                <a:solidFill>
                  <a:srgbClr val="FF0000"/>
                </a:solidFill>
                <a:latin typeface="Arial" panose="020B0604020202020204" pitchFamily="34" charset="0"/>
                <a:cs typeface="Arial Unicode MS" panose="020B0604020202020204" pitchFamily="34" charset="-128"/>
              </a:rPr>
              <a:t>Definición de una tabla</a:t>
            </a:r>
          </a:p>
          <a:p>
            <a:pPr marL="358775" indent="-300038" eaLnBrk="1" hangingPunct="1">
              <a:spcBef>
                <a:spcPts val="600"/>
              </a:spcBef>
              <a:buClr>
                <a:srgbClr val="C32D2E"/>
              </a:buClr>
              <a:buSzPct val="95000"/>
              <a:buFont typeface="Wingdings 2" panose="05020102010507070707" pitchFamily="18" charset="2"/>
              <a:buChar char=""/>
            </a:pPr>
            <a:r>
              <a:rPr lang="es-CO" sz="2400" dirty="0">
                <a:solidFill>
                  <a:srgbClr val="000000"/>
                </a:solidFill>
                <a:latin typeface="Arial" panose="020B0604020202020204" pitchFamily="34" charset="0"/>
                <a:cs typeface="Arial Unicode MS" panose="020B0604020202020204" pitchFamily="34" charset="-128"/>
              </a:rPr>
              <a:t>Nombre de la tabla</a:t>
            </a:r>
          </a:p>
          <a:p>
            <a:pPr marL="358775" indent="-300038" eaLnBrk="1" hangingPunct="1">
              <a:spcBef>
                <a:spcPts val="600"/>
              </a:spcBef>
              <a:buClr>
                <a:srgbClr val="C32D2E"/>
              </a:buClr>
              <a:buSzPct val="95000"/>
              <a:buFont typeface="Wingdings 2" panose="05020102010507070707" pitchFamily="18" charset="2"/>
              <a:buChar char=""/>
            </a:pPr>
            <a:r>
              <a:rPr lang="es-CO" sz="2400" dirty="0">
                <a:solidFill>
                  <a:srgbClr val="000000"/>
                </a:solidFill>
                <a:latin typeface="Arial" panose="020B0604020202020204" pitchFamily="34" charset="0"/>
                <a:cs typeface="Arial Unicode MS" panose="020B0604020202020204" pitchFamily="34" charset="-128"/>
              </a:rPr>
              <a:t>Declaración de atributos: nombre, dominio, restricciones</a:t>
            </a:r>
          </a:p>
          <a:p>
            <a:pPr marL="358775" indent="-300038" eaLnBrk="1" hangingPunct="1">
              <a:spcBef>
                <a:spcPts val="600"/>
              </a:spcBef>
              <a:buClr>
                <a:srgbClr val="C32D2E"/>
              </a:buClr>
              <a:buSzPct val="95000"/>
              <a:buFont typeface="Wingdings 2" panose="05020102010507070707" pitchFamily="18" charset="2"/>
              <a:buChar char=""/>
            </a:pPr>
            <a:r>
              <a:rPr lang="es-CO" sz="2400" dirty="0">
                <a:solidFill>
                  <a:srgbClr val="000000"/>
                </a:solidFill>
                <a:latin typeface="Arial" panose="020B0604020202020204" pitchFamily="34" charset="0"/>
                <a:cs typeface="Arial Unicode MS" panose="020B0604020202020204" pitchFamily="34" charset="-128"/>
              </a:rPr>
              <a:t>Restricciones: clave primaria, integridad referencial y demás</a:t>
            </a:r>
          </a:p>
        </p:txBody>
      </p:sp>
    </p:spTree>
    <p:extLst>
      <p:ext uri="{BB962C8B-B14F-4D97-AF65-F5344CB8AC3E}">
        <p14:creationId xmlns:p14="http://schemas.microsoft.com/office/powerpoint/2010/main" val="241043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670783"/>
          </a:xfrm>
          <a:prstGeom prst="rect">
            <a:avLst/>
          </a:prstGeom>
          <a:noFill/>
        </p:spPr>
        <p:txBody>
          <a:bodyPr wrap="square" rtlCol="0">
            <a:spAutoFit/>
          </a:bodyPr>
          <a:lstStyle/>
          <a:p>
            <a:pPr marL="61913" indent="0">
              <a:spcAft>
                <a:spcPts val="28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1400" b="1" i="1">
                <a:cs typeface="Times New Roman" panose="02020603050405020304" pitchFamily="18" charset="0"/>
              </a:rPr>
              <a:t>Una tabla en SQL se define en tres pasos:</a:t>
            </a:r>
          </a:p>
          <a:p>
            <a:pPr marL="61913" indent="0">
              <a:spcAft>
                <a:spcPct val="0"/>
              </a:spcAft>
              <a:buClr>
                <a:srgbClr val="000000"/>
              </a:buClr>
              <a:buSzPct val="100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1400" b="1" i="1" dirty="0">
                <a:cs typeface="Times New Roman" panose="02020603050405020304" pitchFamily="18" charset="0"/>
              </a:rPr>
              <a:t> a) Se suministra el nombre de la tabla.</a:t>
            </a:r>
          </a:p>
          <a:p>
            <a:pPr marL="61913" indent="0">
              <a:spcAft>
                <a:spcPct val="0"/>
              </a:spcAft>
              <a:buClr>
                <a:srgbClr val="000000"/>
              </a:buClr>
              <a:buSzPct val="100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1400" b="1" i="1" dirty="0">
                <a:cs typeface="Times New Roman" panose="02020603050405020304" pitchFamily="18" charset="0"/>
              </a:rPr>
              <a:t> b) Se define cada columna</a:t>
            </a:r>
          </a:p>
          <a:p>
            <a:pPr marL="61913" indent="0">
              <a:spcAft>
                <a:spcPct val="0"/>
              </a:spcAft>
              <a:buClr>
                <a:srgbClr val="000000"/>
              </a:buClr>
              <a:buSzPct val="100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1400" b="1" i="1" dirty="0">
                <a:cs typeface="Times New Roman" panose="02020603050405020304" pitchFamily="18" charset="0"/>
              </a:rPr>
              <a:t> c) Se definen las llaves </a:t>
            </a:r>
            <a:r>
              <a:rPr lang="es-CO" sz="1400" b="1" i="1" dirty="0" err="1">
                <a:cs typeface="Times New Roman" panose="02020603050405020304" pitchFamily="18" charset="0"/>
              </a:rPr>
              <a:t>multicolumna</a:t>
            </a:r>
            <a:r>
              <a:rPr lang="es-CO" sz="1400" b="1" i="1" dirty="0">
                <a:cs typeface="Times New Roman" panose="02020603050405020304" pitchFamily="18" charset="0"/>
              </a:rPr>
              <a:t> y las llaves alternas.</a:t>
            </a:r>
          </a:p>
          <a:p>
            <a:pPr marL="61913" indent="0">
              <a:spcAft>
                <a:spcPct val="0"/>
              </a:spcAft>
              <a:buClr>
                <a:srgbClr val="000000"/>
              </a:buClr>
              <a:buSzPct val="10000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1400" b="1" i="1" dirty="0">
              <a:cs typeface="Times New Roman" panose="02020603050405020304" pitchFamily="18" charset="0"/>
            </a:endParaRPr>
          </a:p>
          <a:p>
            <a:pPr marL="107950" indent="0">
              <a:spcAft>
                <a:spcPts val="0"/>
              </a:spcAft>
              <a:buNone/>
            </a:pPr>
            <a:r>
              <a:rPr lang="es-CO" sz="1400" b="1" dirty="0">
                <a:solidFill>
                  <a:srgbClr val="000099"/>
                </a:solidFill>
              </a:rPr>
              <a:t>CREATE TABLE  </a:t>
            </a:r>
            <a:r>
              <a:rPr lang="es-CO" sz="1400" dirty="0">
                <a:solidFill>
                  <a:srgbClr val="000099"/>
                </a:solidFill>
              </a:rPr>
              <a:t>Empleado(</a:t>
            </a:r>
          </a:p>
          <a:p>
            <a:pPr marL="107950" indent="0">
              <a:spcAft>
                <a:spcPts val="0"/>
              </a:spcAft>
              <a:buNone/>
            </a:pPr>
            <a:r>
              <a:rPr lang="es-CO" sz="1400" dirty="0" err="1">
                <a:solidFill>
                  <a:srgbClr val="000099"/>
                </a:solidFill>
              </a:rPr>
              <a:t>codigo</a:t>
            </a:r>
            <a:r>
              <a:rPr lang="es-CO" sz="1400" dirty="0">
                <a:solidFill>
                  <a:srgbClr val="000099"/>
                </a:solidFill>
              </a:rPr>
              <a:t>			</a:t>
            </a:r>
            <a:r>
              <a:rPr lang="es-CO" sz="1400" dirty="0" err="1">
                <a:solidFill>
                  <a:srgbClr val="000099"/>
                </a:solidFill>
              </a:rPr>
              <a:t>integer</a:t>
            </a:r>
            <a:r>
              <a:rPr lang="es-CO" sz="1400" dirty="0">
                <a:solidFill>
                  <a:srgbClr val="000099"/>
                </a:solidFill>
              </a:rPr>
              <a:t>  </a:t>
            </a:r>
            <a:r>
              <a:rPr lang="es-CO" sz="1400" b="1" dirty="0">
                <a:solidFill>
                  <a:srgbClr val="000099"/>
                </a:solidFill>
              </a:rPr>
              <a:t>NOT NULL  PRIMARY KEY</a:t>
            </a:r>
            <a:r>
              <a:rPr lang="es-CO" sz="1400" dirty="0">
                <a:solidFill>
                  <a:srgbClr val="000099"/>
                </a:solidFill>
              </a:rPr>
              <a:t>,</a:t>
            </a:r>
          </a:p>
          <a:p>
            <a:pPr marL="107950" indent="0">
              <a:spcAft>
                <a:spcPts val="0"/>
              </a:spcAft>
              <a:buNone/>
            </a:pPr>
            <a:r>
              <a:rPr lang="es-CO" sz="1400" dirty="0">
                <a:solidFill>
                  <a:srgbClr val="000099"/>
                </a:solidFill>
              </a:rPr>
              <a:t>nombre			</a:t>
            </a:r>
            <a:r>
              <a:rPr lang="es-CO" sz="1400" dirty="0" err="1">
                <a:solidFill>
                  <a:srgbClr val="000099"/>
                </a:solidFill>
              </a:rPr>
              <a:t>varchar</a:t>
            </a:r>
            <a:r>
              <a:rPr lang="es-CO" sz="1400" dirty="0">
                <a:solidFill>
                  <a:srgbClr val="000099"/>
                </a:solidFill>
              </a:rPr>
              <a:t> (30),    </a:t>
            </a:r>
          </a:p>
          <a:p>
            <a:pPr marL="107950" indent="0">
              <a:spcAft>
                <a:spcPts val="0"/>
              </a:spcAft>
              <a:buNone/>
            </a:pPr>
            <a:r>
              <a:rPr lang="es-CO" sz="1400" dirty="0">
                <a:solidFill>
                  <a:srgbClr val="000099"/>
                </a:solidFill>
              </a:rPr>
              <a:t>apellido 			</a:t>
            </a:r>
            <a:r>
              <a:rPr lang="es-CO" sz="1400" dirty="0" err="1">
                <a:solidFill>
                  <a:srgbClr val="000099"/>
                </a:solidFill>
              </a:rPr>
              <a:t>char</a:t>
            </a:r>
            <a:r>
              <a:rPr lang="es-CO" sz="1400" dirty="0">
                <a:solidFill>
                  <a:srgbClr val="000099"/>
                </a:solidFill>
              </a:rPr>
              <a:t> (30)</a:t>
            </a:r>
          </a:p>
          <a:p>
            <a:pPr marL="107950" indent="0">
              <a:spcAft>
                <a:spcPts val="0"/>
              </a:spcAft>
              <a:buNone/>
            </a:pPr>
            <a:r>
              <a:rPr lang="es-CO" sz="1400" dirty="0">
                <a:solidFill>
                  <a:srgbClr val="000099"/>
                </a:solidFill>
              </a:rPr>
              <a:t>salario			</a:t>
            </a:r>
            <a:r>
              <a:rPr lang="es-CO" sz="1400" dirty="0" err="1">
                <a:solidFill>
                  <a:srgbClr val="000099"/>
                </a:solidFill>
              </a:rPr>
              <a:t>numeric</a:t>
            </a:r>
            <a:r>
              <a:rPr lang="es-CO" sz="1400" dirty="0">
                <a:solidFill>
                  <a:srgbClr val="000099"/>
                </a:solidFill>
              </a:rPr>
              <a:t>(12,3),</a:t>
            </a:r>
          </a:p>
          <a:p>
            <a:pPr marL="107950" indent="0">
              <a:spcAft>
                <a:spcPts val="0"/>
              </a:spcAft>
              <a:buNone/>
            </a:pPr>
            <a:r>
              <a:rPr lang="es-CO" sz="1400" dirty="0">
                <a:solidFill>
                  <a:srgbClr val="000099"/>
                </a:solidFill>
              </a:rPr>
              <a:t>especialidad		</a:t>
            </a:r>
            <a:r>
              <a:rPr lang="es-CO" sz="1400" dirty="0" err="1">
                <a:solidFill>
                  <a:srgbClr val="000099"/>
                </a:solidFill>
              </a:rPr>
              <a:t>varchar</a:t>
            </a:r>
            <a:r>
              <a:rPr lang="es-CO" sz="1400" dirty="0">
                <a:solidFill>
                  <a:srgbClr val="000099"/>
                </a:solidFill>
              </a:rPr>
              <a:t> (15),</a:t>
            </a:r>
          </a:p>
          <a:p>
            <a:pPr marL="107950" indent="0">
              <a:spcAft>
                <a:spcPts val="0"/>
              </a:spcAft>
              <a:buNone/>
            </a:pPr>
            <a:r>
              <a:rPr lang="es-CO" sz="1400" dirty="0" err="1">
                <a:solidFill>
                  <a:srgbClr val="000099"/>
                </a:solidFill>
              </a:rPr>
              <a:t>codSuperv</a:t>
            </a:r>
            <a:r>
              <a:rPr lang="es-CO" sz="1400" dirty="0">
                <a:solidFill>
                  <a:srgbClr val="000099"/>
                </a:solidFill>
              </a:rPr>
              <a:t>		</a:t>
            </a:r>
            <a:r>
              <a:rPr lang="es-CO" sz="1400" dirty="0" err="1">
                <a:solidFill>
                  <a:srgbClr val="000099"/>
                </a:solidFill>
              </a:rPr>
              <a:t>int</a:t>
            </a:r>
            <a:r>
              <a:rPr lang="es-CO" sz="1400" dirty="0">
                <a:solidFill>
                  <a:srgbClr val="000099"/>
                </a:solidFill>
              </a:rPr>
              <a:t>);</a:t>
            </a:r>
          </a:p>
          <a:p>
            <a:pPr marL="107950" indent="0">
              <a:spcBef>
                <a:spcPts val="600"/>
              </a:spcBef>
              <a:spcAft>
                <a:spcPts val="0"/>
              </a:spcAft>
              <a:buNone/>
            </a:pPr>
            <a:r>
              <a:rPr lang="es-CO" sz="1400" b="1" dirty="0">
                <a:solidFill>
                  <a:srgbClr val="000099"/>
                </a:solidFill>
              </a:rPr>
              <a:t>CREATE  TABLE  </a:t>
            </a:r>
            <a:r>
              <a:rPr lang="es-CO" sz="1400" dirty="0">
                <a:solidFill>
                  <a:srgbClr val="000099"/>
                </a:solidFill>
              </a:rPr>
              <a:t>Obra(</a:t>
            </a:r>
          </a:p>
          <a:p>
            <a:pPr marL="107950" indent="0">
              <a:spcAft>
                <a:spcPts val="0"/>
              </a:spcAft>
              <a:buNone/>
            </a:pPr>
            <a:r>
              <a:rPr lang="es-CO" sz="1400" dirty="0" err="1">
                <a:solidFill>
                  <a:srgbClr val="000099"/>
                </a:solidFill>
              </a:rPr>
              <a:t>idObra</a:t>
            </a:r>
            <a:r>
              <a:rPr lang="es-CO" sz="1400" dirty="0">
                <a:solidFill>
                  <a:srgbClr val="000099"/>
                </a:solidFill>
              </a:rPr>
              <a:t>			</a:t>
            </a:r>
            <a:r>
              <a:rPr lang="es-CO" sz="1400" dirty="0" err="1">
                <a:solidFill>
                  <a:srgbClr val="000099"/>
                </a:solidFill>
              </a:rPr>
              <a:t>int</a:t>
            </a:r>
            <a:r>
              <a:rPr lang="es-CO" sz="1400" dirty="0">
                <a:solidFill>
                  <a:srgbClr val="000099"/>
                </a:solidFill>
              </a:rPr>
              <a:t> </a:t>
            </a:r>
            <a:r>
              <a:rPr lang="es-CO" sz="1400" b="1" dirty="0">
                <a:solidFill>
                  <a:srgbClr val="000099"/>
                </a:solidFill>
              </a:rPr>
              <a:t>NOT NULL  PRIMARY KEY</a:t>
            </a:r>
            <a:r>
              <a:rPr lang="es-CO" sz="1400" dirty="0">
                <a:solidFill>
                  <a:srgbClr val="000099"/>
                </a:solidFill>
              </a:rPr>
              <a:t>,</a:t>
            </a:r>
          </a:p>
          <a:p>
            <a:pPr marL="107950" indent="0">
              <a:spcAft>
                <a:spcPts val="0"/>
              </a:spcAft>
              <a:buNone/>
            </a:pPr>
            <a:r>
              <a:rPr lang="es-CO" sz="1400" dirty="0" err="1">
                <a:solidFill>
                  <a:srgbClr val="000099"/>
                </a:solidFill>
              </a:rPr>
              <a:t>direccion</a:t>
            </a:r>
            <a:r>
              <a:rPr lang="es-CO" sz="1400" dirty="0">
                <a:solidFill>
                  <a:srgbClr val="000099"/>
                </a:solidFill>
              </a:rPr>
              <a:t>		</a:t>
            </a:r>
            <a:r>
              <a:rPr lang="es-CO" sz="1400" dirty="0" err="1">
                <a:solidFill>
                  <a:srgbClr val="000099"/>
                </a:solidFill>
              </a:rPr>
              <a:t>varchar</a:t>
            </a:r>
            <a:r>
              <a:rPr lang="es-CO" sz="1400" dirty="0">
                <a:solidFill>
                  <a:srgbClr val="000099"/>
                </a:solidFill>
              </a:rPr>
              <a:t> (20),</a:t>
            </a:r>
          </a:p>
          <a:p>
            <a:pPr marL="107950" indent="0">
              <a:spcAft>
                <a:spcPts val="0"/>
              </a:spcAft>
              <a:buNone/>
            </a:pPr>
            <a:r>
              <a:rPr lang="es-CO" sz="1400" dirty="0">
                <a:solidFill>
                  <a:srgbClr val="000099"/>
                </a:solidFill>
              </a:rPr>
              <a:t>tipo				</a:t>
            </a:r>
            <a:r>
              <a:rPr lang="es-CO" sz="1400" dirty="0" err="1">
                <a:solidFill>
                  <a:srgbClr val="000099"/>
                </a:solidFill>
              </a:rPr>
              <a:t>varchar</a:t>
            </a:r>
            <a:r>
              <a:rPr lang="es-CO" sz="1400" dirty="0">
                <a:solidFill>
                  <a:srgbClr val="000099"/>
                </a:solidFill>
              </a:rPr>
              <a:t> (12),</a:t>
            </a:r>
          </a:p>
          <a:p>
            <a:pPr marL="107950" indent="0">
              <a:spcAft>
                <a:spcPts val="0"/>
              </a:spcAft>
              <a:buNone/>
            </a:pPr>
            <a:r>
              <a:rPr lang="es-CO" sz="1400" dirty="0">
                <a:solidFill>
                  <a:srgbClr val="000099"/>
                </a:solidFill>
              </a:rPr>
              <a:t>comuna			</a:t>
            </a:r>
            <a:r>
              <a:rPr lang="es-CO" sz="1400" dirty="0" err="1">
                <a:solidFill>
                  <a:srgbClr val="000099"/>
                </a:solidFill>
              </a:rPr>
              <a:t>smallint</a:t>
            </a:r>
            <a:r>
              <a:rPr lang="es-CO" sz="1400" dirty="0">
                <a:solidFill>
                  <a:srgbClr val="000099"/>
                </a:solidFill>
              </a:rPr>
              <a:t>,</a:t>
            </a:r>
          </a:p>
          <a:p>
            <a:pPr marL="107950" indent="0">
              <a:spcAft>
                <a:spcPts val="0"/>
              </a:spcAft>
              <a:buNone/>
            </a:pPr>
            <a:r>
              <a:rPr lang="es-CO" sz="1400" dirty="0">
                <a:solidFill>
                  <a:srgbClr val="000099"/>
                </a:solidFill>
              </a:rPr>
              <a:t>estrato			</a:t>
            </a:r>
            <a:r>
              <a:rPr lang="es-CO" sz="1400" dirty="0" err="1">
                <a:solidFill>
                  <a:srgbClr val="000099"/>
                </a:solidFill>
              </a:rPr>
              <a:t>smallint</a:t>
            </a:r>
            <a:r>
              <a:rPr lang="es-CO" sz="1400" dirty="0">
                <a:solidFill>
                  <a:srgbClr val="000099"/>
                </a:solidFill>
              </a:rPr>
              <a:t>);</a:t>
            </a:r>
          </a:p>
          <a:p>
            <a:pPr marL="107950" indent="0">
              <a:spcBef>
                <a:spcPts val="600"/>
              </a:spcBef>
              <a:spcAft>
                <a:spcPts val="0"/>
              </a:spcAft>
              <a:buNone/>
            </a:pPr>
            <a:r>
              <a:rPr lang="es-CO" sz="1400" b="1" dirty="0">
                <a:solidFill>
                  <a:srgbClr val="000099"/>
                </a:solidFill>
              </a:rPr>
              <a:t>CREATE TABLE  </a:t>
            </a:r>
            <a:r>
              <a:rPr lang="es-CO" sz="1400" dirty="0" err="1">
                <a:solidFill>
                  <a:srgbClr val="000099"/>
                </a:solidFill>
              </a:rPr>
              <a:t>Asignacion</a:t>
            </a:r>
            <a:r>
              <a:rPr lang="es-CO" sz="1400" dirty="0">
                <a:solidFill>
                  <a:srgbClr val="000099"/>
                </a:solidFill>
              </a:rPr>
              <a:t>(</a:t>
            </a:r>
          </a:p>
          <a:p>
            <a:pPr marL="107950" indent="0">
              <a:spcAft>
                <a:spcPts val="0"/>
              </a:spcAft>
              <a:buNone/>
            </a:pPr>
            <a:r>
              <a:rPr lang="es-CO" sz="1400" dirty="0" err="1">
                <a:solidFill>
                  <a:srgbClr val="000099"/>
                </a:solidFill>
              </a:rPr>
              <a:t>codigo</a:t>
            </a:r>
            <a:r>
              <a:rPr lang="es-CO" sz="1400" dirty="0">
                <a:solidFill>
                  <a:srgbClr val="000099"/>
                </a:solidFill>
              </a:rPr>
              <a:t>			</a:t>
            </a:r>
            <a:r>
              <a:rPr lang="es-CO" sz="1400" dirty="0" err="1">
                <a:solidFill>
                  <a:srgbClr val="000099"/>
                </a:solidFill>
              </a:rPr>
              <a:t>int</a:t>
            </a:r>
            <a:r>
              <a:rPr lang="es-CO" sz="1400" dirty="0">
                <a:solidFill>
                  <a:srgbClr val="000099"/>
                </a:solidFill>
              </a:rPr>
              <a:t>  </a:t>
            </a:r>
            <a:r>
              <a:rPr lang="es-CO" sz="1400" b="1" dirty="0">
                <a:solidFill>
                  <a:srgbClr val="000099"/>
                </a:solidFill>
              </a:rPr>
              <a:t>NOT NULL</a:t>
            </a:r>
            <a:r>
              <a:rPr lang="es-CO" sz="1400" dirty="0">
                <a:solidFill>
                  <a:srgbClr val="000099"/>
                </a:solidFill>
              </a:rPr>
              <a:t>,</a:t>
            </a:r>
          </a:p>
          <a:p>
            <a:pPr marL="107950" indent="0">
              <a:spcAft>
                <a:spcPts val="0"/>
              </a:spcAft>
              <a:buNone/>
            </a:pPr>
            <a:r>
              <a:rPr lang="es-CO" sz="1400" dirty="0" err="1">
                <a:solidFill>
                  <a:srgbClr val="000099"/>
                </a:solidFill>
              </a:rPr>
              <a:t>idObra</a:t>
            </a:r>
            <a:r>
              <a:rPr lang="es-CO" sz="1400" dirty="0">
                <a:solidFill>
                  <a:srgbClr val="000099"/>
                </a:solidFill>
              </a:rPr>
              <a:t>			</a:t>
            </a:r>
            <a:r>
              <a:rPr lang="es-CO" sz="1400" dirty="0" err="1">
                <a:solidFill>
                  <a:srgbClr val="000099"/>
                </a:solidFill>
              </a:rPr>
              <a:t>int</a:t>
            </a:r>
            <a:r>
              <a:rPr lang="es-CO" sz="1400" dirty="0">
                <a:solidFill>
                  <a:srgbClr val="000099"/>
                </a:solidFill>
              </a:rPr>
              <a:t>  </a:t>
            </a:r>
            <a:r>
              <a:rPr lang="es-CO" sz="1400" b="1" dirty="0">
                <a:solidFill>
                  <a:srgbClr val="000099"/>
                </a:solidFill>
              </a:rPr>
              <a:t>NOT NULL</a:t>
            </a:r>
            <a:r>
              <a:rPr lang="es-CO" sz="1400" dirty="0">
                <a:solidFill>
                  <a:srgbClr val="000099"/>
                </a:solidFill>
              </a:rPr>
              <a:t>,</a:t>
            </a:r>
          </a:p>
          <a:p>
            <a:pPr marL="107950" indent="0">
              <a:spcAft>
                <a:spcPts val="0"/>
              </a:spcAft>
              <a:buNone/>
            </a:pPr>
            <a:r>
              <a:rPr lang="es-CO" sz="1400" dirty="0" err="1">
                <a:solidFill>
                  <a:srgbClr val="000099"/>
                </a:solidFill>
              </a:rPr>
              <a:t>fechaInic</a:t>
            </a:r>
            <a:r>
              <a:rPr lang="es-CO" sz="1400" dirty="0">
                <a:solidFill>
                  <a:srgbClr val="000099"/>
                </a:solidFill>
              </a:rPr>
              <a:t>		date,</a:t>
            </a:r>
          </a:p>
          <a:p>
            <a:pPr marL="107950" indent="0">
              <a:spcAft>
                <a:spcPts val="0"/>
              </a:spcAft>
              <a:buNone/>
            </a:pPr>
            <a:r>
              <a:rPr lang="es-CO" sz="1400" dirty="0" err="1">
                <a:solidFill>
                  <a:srgbClr val="000099"/>
                </a:solidFill>
              </a:rPr>
              <a:t>nroDias</a:t>
            </a:r>
            <a:r>
              <a:rPr lang="es-CO" sz="1400" dirty="0">
                <a:solidFill>
                  <a:srgbClr val="000099"/>
                </a:solidFill>
              </a:rPr>
              <a:t>			</a:t>
            </a:r>
            <a:r>
              <a:rPr lang="es-CO" sz="1400" dirty="0" err="1">
                <a:solidFill>
                  <a:srgbClr val="000099"/>
                </a:solidFill>
              </a:rPr>
              <a:t>smallint</a:t>
            </a:r>
            <a:r>
              <a:rPr lang="es-CO" sz="1400" dirty="0">
                <a:solidFill>
                  <a:srgbClr val="000099"/>
                </a:solidFill>
              </a:rPr>
              <a:t>,</a:t>
            </a:r>
          </a:p>
          <a:p>
            <a:pPr marL="107950" indent="0">
              <a:spcAft>
                <a:spcPts val="0"/>
              </a:spcAft>
              <a:buNone/>
            </a:pPr>
            <a:r>
              <a:rPr lang="es-CO" sz="1400" b="1" dirty="0">
                <a:solidFill>
                  <a:srgbClr val="000099"/>
                </a:solidFill>
              </a:rPr>
              <a:t>PRIMARY KEY </a:t>
            </a:r>
            <a:r>
              <a:rPr lang="es-CO" sz="1400" dirty="0">
                <a:solidFill>
                  <a:srgbClr val="000099"/>
                </a:solidFill>
              </a:rPr>
              <a:t>(</a:t>
            </a:r>
            <a:r>
              <a:rPr lang="es-CO" sz="1400" dirty="0" err="1">
                <a:solidFill>
                  <a:srgbClr val="000099"/>
                </a:solidFill>
              </a:rPr>
              <a:t>codigo</a:t>
            </a:r>
            <a:r>
              <a:rPr lang="es-CO" sz="1400" dirty="0">
                <a:solidFill>
                  <a:srgbClr val="000099"/>
                </a:solidFill>
              </a:rPr>
              <a:t>, </a:t>
            </a:r>
            <a:r>
              <a:rPr lang="es-CO" sz="1400" dirty="0" err="1">
                <a:solidFill>
                  <a:srgbClr val="000099"/>
                </a:solidFill>
              </a:rPr>
              <a:t>idObra</a:t>
            </a:r>
            <a:r>
              <a:rPr lang="es-CO" sz="1400" dirty="0">
                <a:solidFill>
                  <a:srgbClr val="000099"/>
                </a:solidFill>
              </a:rPr>
              <a:t>));</a:t>
            </a:r>
          </a:p>
        </p:txBody>
      </p:sp>
    </p:spTree>
    <p:extLst>
      <p:ext uri="{BB962C8B-B14F-4D97-AF65-F5344CB8AC3E}">
        <p14:creationId xmlns:p14="http://schemas.microsoft.com/office/powerpoint/2010/main" val="3575138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81959"/>
          </a:xfrm>
          <a:prstGeom prst="rect">
            <a:avLst/>
          </a:prstGeom>
          <a:noFill/>
        </p:spPr>
        <p:txBody>
          <a:bodyPr wrap="square" rtlCol="0">
            <a:spAutoFit/>
          </a:bodyPr>
          <a:lstStyle/>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a:solidFill>
                  <a:srgbClr val="0000FF"/>
                </a:solidFill>
              </a:rPr>
              <a:t>Forma general:</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C00000"/>
                </a:solidFill>
              </a:rPr>
              <a:t>CREATE TABLE</a:t>
            </a:r>
            <a:r>
              <a:rPr lang="es-CO" dirty="0">
                <a:solidFill>
                  <a:srgbClr val="C00000"/>
                </a:solidFill>
              </a:rPr>
              <a:t> </a:t>
            </a:r>
            <a:r>
              <a:rPr lang="es-CO" dirty="0"/>
              <a:t>&lt;Nombre de la tabla&gt; (</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t>&lt;Atributo-1&gt;  &lt;Tipo de dato&gt; &lt;[OPCIONES]&gt;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t>&lt;Atributo-2&gt;  &lt;Tipo de dato&gt; &lt;[OPCIONES]&gt; 	</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t>               </a:t>
            </a:r>
            <a:r>
              <a:rPr lang="es-CO" b="1" dirty="0">
                <a:latin typeface="Symbol" panose="05050102010706020507" pitchFamily="18" charset="2"/>
              </a:rPr>
              <a:t>¼</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t>&lt;Atributo-N&gt;  &lt;Tipo de dato&gt; &lt;[OPCIONES]&gt; );</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dirty="0"/>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t>&lt;Tipo de dato&gt;:</a:t>
            </a:r>
          </a:p>
          <a:p>
            <a:pPr marL="107950" indent="0" eaLnBrk="1" hangingPunct="1">
              <a:lnSpc>
                <a:spcPct val="105000"/>
              </a:lnSpc>
              <a:spcBef>
                <a:spcPts val="0"/>
              </a:spcBef>
              <a:spcAft>
                <a:spcPts val="0"/>
              </a:spcAft>
              <a:buNone/>
            </a:pPr>
            <a:r>
              <a:rPr lang="es-CO" b="1" i="1" dirty="0">
                <a:solidFill>
                  <a:srgbClr val="FF0000"/>
                </a:solidFill>
                <a:latin typeface="Arial" panose="020B0604020202020204" pitchFamily="34" charset="0"/>
                <a:cs typeface="Arial Unicode MS" panose="020B0604020202020204" pitchFamily="34" charset="-128"/>
              </a:rPr>
              <a:t>Datos numéricos</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Enteros: INTEGER O INT, SMALLINT</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Reales: FLOAT, REAL, DOUBLE PRESICION,  DECIMAL(n, d) </a:t>
            </a:r>
          </a:p>
          <a:p>
            <a:pPr marL="107950" indent="0" eaLnBrk="1" hangingPunct="1">
              <a:lnSpc>
                <a:spcPct val="105000"/>
              </a:lnSpc>
              <a:spcBef>
                <a:spcPts val="0"/>
              </a:spcBef>
              <a:spcAft>
                <a:spcPts val="0"/>
              </a:spcAft>
              <a:buNone/>
            </a:pPr>
            <a:r>
              <a:rPr lang="es-CO" b="1" i="1" dirty="0">
                <a:solidFill>
                  <a:srgbClr val="FF0000"/>
                </a:solidFill>
                <a:latin typeface="Arial" panose="020B0604020202020204" pitchFamily="34" charset="0"/>
                <a:cs typeface="Arial Unicode MS" panose="020B0604020202020204" pitchFamily="34" charset="-128"/>
              </a:rPr>
              <a:t>Datos de Cadena</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Cadena de Longitud Fija: CHARACTER (n) CHAR (n) </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Cadena de Longitud Variable:  VARCHAR (n)</a:t>
            </a:r>
          </a:p>
          <a:p>
            <a:pPr marL="107950" indent="0" eaLnBrk="1" hangingPunct="1">
              <a:lnSpc>
                <a:spcPct val="105000"/>
              </a:lnSpc>
              <a:spcBef>
                <a:spcPts val="0"/>
              </a:spcBef>
              <a:spcAft>
                <a:spcPts val="0"/>
              </a:spcAft>
              <a:buNone/>
            </a:pPr>
            <a:r>
              <a:rPr lang="es-CO" b="1" i="1" dirty="0">
                <a:solidFill>
                  <a:srgbClr val="FF0000"/>
                </a:solidFill>
                <a:latin typeface="Arial" panose="020B0604020202020204" pitchFamily="34" charset="0"/>
                <a:cs typeface="Arial Unicode MS" panose="020B0604020202020204" pitchFamily="34" charset="-128"/>
              </a:rPr>
              <a:t>Datos de Fecha/Hora</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Fecha: DATE (año, mes, día – formato: </a:t>
            </a:r>
            <a:r>
              <a:rPr lang="es-CO" dirty="0" err="1">
                <a:latin typeface="Arial" panose="020B0604020202020204" pitchFamily="34" charset="0"/>
                <a:cs typeface="Arial Unicode MS" panose="020B0604020202020204" pitchFamily="34" charset="-128"/>
              </a:rPr>
              <a:t>aaaammdd</a:t>
            </a:r>
            <a:r>
              <a:rPr lang="es-CO" dirty="0">
                <a:latin typeface="Arial" panose="020B0604020202020204" pitchFamily="34" charset="0"/>
                <a:cs typeface="Arial Unicode MS" panose="020B0604020202020204" pitchFamily="34" charset="-128"/>
              </a:rPr>
              <a:t>)	</a:t>
            </a:r>
          </a:p>
          <a:p>
            <a:pPr marL="107950" indent="0" eaLnBrk="1" hangingPunct="1">
              <a:lnSpc>
                <a:spcPct val="105000"/>
              </a:lnSpc>
              <a:spcBef>
                <a:spcPts val="0"/>
              </a:spcBef>
              <a:spcAft>
                <a:spcPts val="0"/>
              </a:spcAft>
              <a:buNone/>
            </a:pPr>
            <a:r>
              <a:rPr lang="es-CO" dirty="0">
                <a:latin typeface="Arial" panose="020B0604020202020204" pitchFamily="34" charset="0"/>
                <a:cs typeface="Arial Unicode MS" panose="020B0604020202020204" pitchFamily="34" charset="-128"/>
              </a:rPr>
              <a:t>Hora :  TIME (hora, minutos, segundos – formato: </a:t>
            </a:r>
            <a:r>
              <a:rPr lang="es-CO" dirty="0" err="1">
                <a:latin typeface="Arial" panose="020B0604020202020204" pitchFamily="34" charset="0"/>
                <a:cs typeface="Arial Unicode MS" panose="020B0604020202020204" pitchFamily="34" charset="-128"/>
              </a:rPr>
              <a:t>hh:mm:ss</a:t>
            </a:r>
            <a:r>
              <a:rPr lang="es-CO" dirty="0">
                <a:latin typeface="Arial" panose="020B0604020202020204" pitchFamily="34" charset="0"/>
                <a:cs typeface="Arial Unicode MS" panose="020B0604020202020204" pitchFamily="34" charset="-128"/>
              </a:rPr>
              <a:t>)</a:t>
            </a:r>
          </a:p>
          <a:p>
            <a:pPr marL="107950" indent="0">
              <a:lnSpc>
                <a:spcPct val="105000"/>
              </a:lnSpc>
              <a:spcBef>
                <a:spcPts val="600"/>
              </a:spcBef>
              <a:spcAft>
                <a:spcPts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i="1" dirty="0">
                <a:solidFill>
                  <a:srgbClr val="FF0000"/>
                </a:solidFill>
              </a:rPr>
              <a:t>&lt;[Opciones]&gt;:  </a:t>
            </a:r>
            <a:r>
              <a:rPr lang="es-CO" dirty="0"/>
              <a:t>[NOT NULL], [UNIQUE], [FOREIGN KEY]</a:t>
            </a:r>
          </a:p>
        </p:txBody>
      </p:sp>
    </p:spTree>
    <p:extLst>
      <p:ext uri="{BB962C8B-B14F-4D97-AF65-F5344CB8AC3E}">
        <p14:creationId xmlns:p14="http://schemas.microsoft.com/office/powerpoint/2010/main" val="1613072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y Borrado de índices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70537"/>
          </a:xfrm>
          <a:prstGeom prst="rect">
            <a:avLst/>
          </a:prstGeom>
          <a:noFill/>
        </p:spPr>
        <p:txBody>
          <a:bodyPr wrap="square" rtlCol="0">
            <a:spAutoFit/>
          </a:bodyPr>
          <a:lstStyle/>
          <a:p>
            <a:pPr>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300" b="1" dirty="0">
                <a:solidFill>
                  <a:srgbClr val="FF0000"/>
                </a:solidFill>
              </a:rPr>
              <a:t>CREACION DE INDICES</a:t>
            </a:r>
          </a:p>
          <a:p>
            <a:pPr marL="107950" indent="0" algn="just">
              <a:buNone/>
            </a:pPr>
            <a:r>
              <a:rPr lang="es-CO" sz="2300" dirty="0"/>
              <a:t>Los índices nos ayudan a obtener datos de las tablas en forma más rápida. Ejemplo: estamos interesados en leer en un libro de jardinería acerca de cómo cultivar tomate. En vez de leer el libro desde el comienzo hasta que encontremos una sección sobre tomate, es mucho más rápido para nosotros ir al índice, ubicar qué páginas contienen la información sobre tomate, y luego dirigirnos a esas páginas directamente. Así ahorramos tiempo y seguramente es la forma más eficiente para ubicar la información buscada.</a:t>
            </a:r>
          </a:p>
          <a:p>
            <a:pPr marL="107950" indent="0" algn="just">
              <a:buNone/>
            </a:pPr>
            <a:r>
              <a:rPr lang="es-CO" sz="2300" dirty="0"/>
              <a:t>Lo mismo se aplica para obtener datos en una tabla de una base de datos. Sin un índice, el sistema de base de datos lee a través de toda la tabla para localizar la información deseada. Con el índice correcto, el sistema de base de datos puede dirigirse al índice para encontrar de dónde obtener los datos, y luego dirigirse a dichas ubicaciones y obtener los datos necesarios. </a:t>
            </a:r>
          </a:p>
        </p:txBody>
      </p:sp>
    </p:spTree>
    <p:extLst>
      <p:ext uri="{BB962C8B-B14F-4D97-AF65-F5344CB8AC3E}">
        <p14:creationId xmlns:p14="http://schemas.microsoft.com/office/powerpoint/2010/main" val="2091347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Creación y Borrado de índices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16758"/>
          </a:xfrm>
          <a:prstGeom prst="rect">
            <a:avLst/>
          </a:prstGeom>
          <a:noFill/>
        </p:spPr>
        <p:txBody>
          <a:bodyPr wrap="square" rtlCol="0">
            <a:spAutoFit/>
          </a:bodyPr>
          <a:lstStyle/>
          <a:p>
            <a:pPr>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000" b="1" dirty="0">
                <a:solidFill>
                  <a:srgbClr val="FF0000"/>
                </a:solidFill>
              </a:rPr>
              <a:t>CREACION DE INDICES</a:t>
            </a:r>
          </a:p>
          <a:p>
            <a:pPr marL="82550" indent="0">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t>Por lo tanto, generalmente se recomienda crear índices en tablas. Un índice puede cubrir una o más columnas. La sintaxis general para la creación de un índice es:</a:t>
            </a:r>
            <a:endParaRPr lang="es-CO" sz="2000" b="1" dirty="0"/>
          </a:p>
          <a:p>
            <a:pPr>
              <a:spcBef>
                <a:spcPts val="600"/>
              </a:spcBef>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t>Sintaxis:</a:t>
            </a:r>
          </a:p>
          <a:p>
            <a:pPr>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rPr>
              <a:t>CREATE</a:t>
            </a:r>
            <a:r>
              <a:rPr lang="es-CO" sz="2000" dirty="0">
                <a:solidFill>
                  <a:srgbClr val="5E11A6"/>
                </a:solidFill>
              </a:rPr>
              <a:t> </a:t>
            </a:r>
            <a:r>
              <a:rPr lang="es-CO" sz="2000" b="1" dirty="0">
                <a:solidFill>
                  <a:srgbClr val="5E11A6"/>
                </a:solidFill>
              </a:rPr>
              <a:t>INDEX</a:t>
            </a:r>
            <a:r>
              <a:rPr lang="es-CO" sz="2000" dirty="0">
                <a:solidFill>
                  <a:srgbClr val="5E11A6"/>
                </a:solidFill>
              </a:rPr>
              <a:t> &lt;Nombre Índice&gt;  </a:t>
            </a:r>
            <a:r>
              <a:rPr lang="es-CO" sz="2000" b="1" dirty="0">
                <a:solidFill>
                  <a:srgbClr val="5E11A6"/>
                </a:solidFill>
              </a:rPr>
              <a:t>ON</a:t>
            </a:r>
            <a:r>
              <a:rPr lang="es-CO" sz="2000" dirty="0">
                <a:solidFill>
                  <a:srgbClr val="5E11A6"/>
                </a:solidFill>
              </a:rPr>
              <a:t> &lt;Tabla-base&gt;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rPr>
              <a:t>                (Columna-i &lt;[Orden]&gt;,</a:t>
            </a:r>
            <a:r>
              <a:rPr lang="es-CO" sz="2000" b="1" dirty="0">
                <a:solidFill>
                  <a:srgbClr val="5E11A6"/>
                </a:solidFill>
                <a:latin typeface="Symbol" panose="05050102010706020507" pitchFamily="18" charset="2"/>
              </a:rPr>
              <a:t>¼</a:t>
            </a:r>
            <a:r>
              <a:rPr lang="es-CO" sz="2000" dirty="0">
                <a:solidFill>
                  <a:srgbClr val="5E11A6"/>
                </a:solidFill>
              </a:rPr>
              <a:t>, Columna-j &lt;[Orden]&gt;);</a:t>
            </a:r>
          </a:p>
          <a:p>
            <a:pPr>
              <a:spcBef>
                <a:spcPts val="60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t>donde : &lt;[Orden]&gt;:  ASC  o  DESC</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t>Ejemplo: </a:t>
            </a:r>
            <a:r>
              <a:rPr lang="es-CO" sz="2000" dirty="0">
                <a:solidFill>
                  <a:srgbClr val="5E11A6"/>
                </a:solidFill>
              </a:rPr>
              <a:t>CREATE INDEX </a:t>
            </a:r>
            <a:r>
              <a:rPr lang="es-CO" sz="2000" dirty="0" err="1">
                <a:solidFill>
                  <a:srgbClr val="5E11A6"/>
                </a:solidFill>
              </a:rPr>
              <a:t>IndEmp</a:t>
            </a:r>
            <a:r>
              <a:rPr lang="es-CO" sz="2000" dirty="0">
                <a:solidFill>
                  <a:srgbClr val="5E11A6"/>
                </a:solidFill>
              </a:rPr>
              <a:t> ON  Empleado  (código, ASC);</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b="1" dirty="0">
              <a:solidFill>
                <a:srgbClr val="FF0000"/>
              </a:solidFill>
            </a:endParaRP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0000"/>
                </a:solidFill>
              </a:rPr>
              <a:t>BORRADO DE INDICES</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t>Sintaxis:</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rPr>
              <a:t>   </a:t>
            </a:r>
            <a:r>
              <a:rPr lang="es-CO" sz="2000" b="1" dirty="0">
                <a:solidFill>
                  <a:srgbClr val="5E11A6"/>
                </a:solidFill>
              </a:rPr>
              <a:t>DROP INDEX</a:t>
            </a:r>
            <a:r>
              <a:rPr lang="es-CO" sz="2000" dirty="0">
                <a:solidFill>
                  <a:srgbClr val="5E11A6"/>
                </a:solidFill>
              </a:rPr>
              <a:t>   &lt;Nombre Índice&gt;;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rPr>
              <a:t>Ejemplo: </a:t>
            </a:r>
            <a:r>
              <a:rPr lang="es-CO" sz="2000" b="1" dirty="0">
                <a:solidFill>
                  <a:srgbClr val="5E11A6"/>
                </a:solidFill>
              </a:rPr>
              <a:t>DROP INDEX</a:t>
            </a:r>
            <a:r>
              <a:rPr lang="es-CO" sz="2000" dirty="0">
                <a:solidFill>
                  <a:srgbClr val="5E11A6"/>
                </a:solidFill>
              </a:rPr>
              <a:t> </a:t>
            </a:r>
            <a:r>
              <a:rPr lang="es-CO" sz="2000" dirty="0" err="1">
                <a:solidFill>
                  <a:srgbClr val="5E11A6"/>
                </a:solidFill>
              </a:rPr>
              <a:t>IndEmp</a:t>
            </a:r>
            <a:r>
              <a:rPr lang="es-CO" sz="2000" dirty="0">
                <a:solidFill>
                  <a:srgbClr val="5E11A6"/>
                </a:solidFill>
              </a:rPr>
              <a:t>;  </a:t>
            </a:r>
          </a:p>
        </p:txBody>
      </p:sp>
    </p:spTree>
    <p:extLst>
      <p:ext uri="{BB962C8B-B14F-4D97-AF65-F5344CB8AC3E}">
        <p14:creationId xmlns:p14="http://schemas.microsoft.com/office/powerpoint/2010/main" val="1212974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Modificación y Borrado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39759"/>
          </a:xfrm>
          <a:prstGeom prst="rect">
            <a:avLst/>
          </a:prstGeom>
          <a:noFill/>
        </p:spPr>
        <p:txBody>
          <a:bodyPr wrap="square" rtlCol="0">
            <a:spAutoFit/>
          </a:bodyPr>
          <a:lstStyle/>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400" b="1" dirty="0">
                <a:solidFill>
                  <a:srgbClr val="FF0000"/>
                </a:solidFill>
              </a:rPr>
              <a:t>MODIFICACION DE LA ESTRUCTURA DE UNA TABLA</a:t>
            </a:r>
          </a:p>
          <a:p>
            <a:pPr marL="107950" indent="0">
              <a:buNone/>
            </a:pPr>
            <a:r>
              <a:rPr lang="es-CO" sz="2000" dirty="0"/>
              <a:t>Una vez que se crea la tabla, hay ocasiones donde se necesita cambiar la estructura de la tabla, como: agregar un atributo, eliminar un atributo, cambiar el nombre de un atributo, cambiar el tipo de datos para un atributo.</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t>Sintaxis:</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000" b="1" dirty="0">
                <a:solidFill>
                  <a:srgbClr val="5E11A6"/>
                </a:solidFill>
              </a:rPr>
              <a:t>ALTER</a:t>
            </a:r>
            <a:r>
              <a:rPr lang="en-GB" sz="2000" dirty="0">
                <a:solidFill>
                  <a:srgbClr val="5E11A6"/>
                </a:solidFill>
              </a:rPr>
              <a:t> </a:t>
            </a:r>
            <a:r>
              <a:rPr lang="en-GB" sz="2000" b="1" dirty="0">
                <a:solidFill>
                  <a:srgbClr val="5E11A6"/>
                </a:solidFill>
              </a:rPr>
              <a:t>TABLE</a:t>
            </a:r>
            <a:r>
              <a:rPr lang="en-GB" sz="2000" dirty="0">
                <a:solidFill>
                  <a:srgbClr val="5E11A6"/>
                </a:solidFill>
              </a:rPr>
              <a:t> &lt;</a:t>
            </a:r>
            <a:r>
              <a:rPr lang="en-GB" sz="2000" dirty="0" err="1">
                <a:solidFill>
                  <a:srgbClr val="5E11A6"/>
                </a:solidFill>
              </a:rPr>
              <a:t>Tabla</a:t>
            </a:r>
            <a:r>
              <a:rPr lang="en-GB" sz="2000" dirty="0">
                <a:solidFill>
                  <a:srgbClr val="5E11A6"/>
                </a:solidFill>
              </a:rPr>
              <a:t>-base&gt; </a:t>
            </a:r>
            <a:r>
              <a:rPr lang="en-GB" sz="2000" b="1" dirty="0">
                <a:solidFill>
                  <a:srgbClr val="5E11A6"/>
                </a:solidFill>
              </a:rPr>
              <a:t>ADD</a:t>
            </a:r>
            <a:r>
              <a:rPr lang="en-GB" sz="2000" dirty="0">
                <a:solidFill>
                  <a:srgbClr val="5E11A6"/>
                </a:solidFill>
              </a:rPr>
              <a:t> </a:t>
            </a:r>
            <a:r>
              <a:rPr lang="en-GB" sz="2000" dirty="0" err="1">
                <a:solidFill>
                  <a:srgbClr val="5E11A6"/>
                </a:solidFill>
              </a:rPr>
              <a:t>Atributo</a:t>
            </a:r>
            <a:r>
              <a:rPr lang="en-GB" sz="2000" dirty="0">
                <a:solidFill>
                  <a:srgbClr val="5E11A6"/>
                </a:solidFill>
              </a:rPr>
              <a:t> &lt;</a:t>
            </a:r>
            <a:r>
              <a:rPr lang="en-GB" sz="2000" dirty="0" err="1">
                <a:solidFill>
                  <a:srgbClr val="5E11A6"/>
                </a:solidFill>
              </a:rPr>
              <a:t>tipo</a:t>
            </a:r>
            <a:r>
              <a:rPr lang="en-GB" sz="2000" dirty="0">
                <a:solidFill>
                  <a:srgbClr val="5E11A6"/>
                </a:solidFill>
              </a:rPr>
              <a:t>-de-</a:t>
            </a:r>
            <a:r>
              <a:rPr lang="en-GB" sz="2000" dirty="0" err="1">
                <a:solidFill>
                  <a:srgbClr val="5E11A6"/>
                </a:solidFill>
              </a:rPr>
              <a:t>dato</a:t>
            </a:r>
            <a:r>
              <a:rPr lang="en-GB" sz="2000" dirty="0">
                <a:solidFill>
                  <a:srgbClr val="5E11A6"/>
                </a:solidFill>
              </a:rPr>
              <a:t>&gt;;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000" b="1" dirty="0">
                <a:solidFill>
                  <a:srgbClr val="5E11A6"/>
                </a:solidFill>
              </a:rPr>
              <a:t>ALTER</a:t>
            </a:r>
            <a:r>
              <a:rPr lang="en-GB" sz="2000" dirty="0">
                <a:solidFill>
                  <a:srgbClr val="5E11A6"/>
                </a:solidFill>
              </a:rPr>
              <a:t> </a:t>
            </a:r>
            <a:r>
              <a:rPr lang="en-GB" sz="2000" b="1" dirty="0">
                <a:solidFill>
                  <a:srgbClr val="5E11A6"/>
                </a:solidFill>
              </a:rPr>
              <a:t>TABLE</a:t>
            </a:r>
            <a:r>
              <a:rPr lang="en-GB" sz="2000" dirty="0">
                <a:solidFill>
                  <a:srgbClr val="5E11A6"/>
                </a:solidFill>
              </a:rPr>
              <a:t> &lt;</a:t>
            </a:r>
            <a:r>
              <a:rPr lang="en-GB" sz="2000" dirty="0" err="1">
                <a:solidFill>
                  <a:srgbClr val="5E11A6"/>
                </a:solidFill>
              </a:rPr>
              <a:t>Tabla</a:t>
            </a:r>
            <a:r>
              <a:rPr lang="en-GB" sz="2000" dirty="0">
                <a:solidFill>
                  <a:srgbClr val="5E11A6"/>
                </a:solidFill>
              </a:rPr>
              <a:t>-base&gt; </a:t>
            </a:r>
            <a:r>
              <a:rPr lang="en-GB" sz="2000" b="1" dirty="0">
                <a:solidFill>
                  <a:srgbClr val="5E11A6"/>
                </a:solidFill>
              </a:rPr>
              <a:t>DROP</a:t>
            </a:r>
            <a:r>
              <a:rPr lang="en-GB" sz="2000" dirty="0">
                <a:solidFill>
                  <a:srgbClr val="5E11A6"/>
                </a:solidFill>
              </a:rPr>
              <a:t> </a:t>
            </a:r>
            <a:r>
              <a:rPr lang="en-GB" sz="2000" dirty="0" err="1">
                <a:solidFill>
                  <a:srgbClr val="5E11A6"/>
                </a:solidFill>
              </a:rPr>
              <a:t>Atributo</a:t>
            </a:r>
            <a:r>
              <a:rPr lang="en-GB" sz="2000" dirty="0">
                <a:solidFill>
                  <a:srgbClr val="5E11A6"/>
                </a:solidFill>
              </a:rPr>
              <a: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000" b="1" dirty="0">
                <a:solidFill>
                  <a:srgbClr val="5E11A6"/>
                </a:solidFill>
              </a:rPr>
              <a:t>ALTER</a:t>
            </a:r>
            <a:r>
              <a:rPr lang="en-GB" sz="2000" dirty="0">
                <a:solidFill>
                  <a:srgbClr val="5E11A6"/>
                </a:solidFill>
              </a:rPr>
              <a:t> </a:t>
            </a:r>
            <a:r>
              <a:rPr lang="en-GB" sz="2000" b="1" dirty="0">
                <a:solidFill>
                  <a:srgbClr val="5E11A6"/>
                </a:solidFill>
              </a:rPr>
              <a:t>TABLE</a:t>
            </a:r>
            <a:r>
              <a:rPr lang="en-GB" sz="2000" dirty="0">
                <a:solidFill>
                  <a:srgbClr val="5E11A6"/>
                </a:solidFill>
              </a:rPr>
              <a:t> &lt;</a:t>
            </a:r>
            <a:r>
              <a:rPr lang="en-GB" sz="2000" dirty="0" err="1">
                <a:solidFill>
                  <a:srgbClr val="5E11A6"/>
                </a:solidFill>
              </a:rPr>
              <a:t>Tabla</a:t>
            </a:r>
            <a:r>
              <a:rPr lang="en-GB" sz="2000" dirty="0">
                <a:solidFill>
                  <a:srgbClr val="5E11A6"/>
                </a:solidFill>
              </a:rPr>
              <a:t>-base&gt; </a:t>
            </a:r>
            <a:r>
              <a:rPr lang="en-GB" sz="2000" b="1" dirty="0">
                <a:solidFill>
                  <a:srgbClr val="5E11A6"/>
                </a:solidFill>
              </a:rPr>
              <a:t>MODIFY</a:t>
            </a:r>
            <a:r>
              <a:rPr lang="en-GB" sz="2000" dirty="0">
                <a:solidFill>
                  <a:srgbClr val="5E11A6"/>
                </a:solidFill>
              </a:rPr>
              <a:t> </a:t>
            </a:r>
            <a:r>
              <a:rPr lang="en-GB" sz="2000" dirty="0" err="1">
                <a:solidFill>
                  <a:srgbClr val="5E11A6"/>
                </a:solidFill>
              </a:rPr>
              <a:t>Atributo</a:t>
            </a:r>
            <a:r>
              <a:rPr lang="en-GB" sz="2000" dirty="0">
                <a:solidFill>
                  <a:srgbClr val="5E11A6"/>
                </a:solidFill>
              </a:rPr>
              <a:t> &lt;</a:t>
            </a:r>
            <a:r>
              <a:rPr lang="en-GB" sz="2000" dirty="0" err="1">
                <a:solidFill>
                  <a:srgbClr val="5E11A6"/>
                </a:solidFill>
              </a:rPr>
              <a:t>Opción</a:t>
            </a:r>
            <a:r>
              <a:rPr lang="en-GB" sz="2000" dirty="0">
                <a:solidFill>
                  <a:srgbClr val="5E11A6"/>
                </a:solidFill>
              </a:rPr>
              <a:t>&gt;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000" b="1" dirty="0">
                <a:solidFill>
                  <a:srgbClr val="5E11A6"/>
                </a:solidFill>
              </a:rPr>
              <a:t>&lt;OPCION&gt;: NOT NULL, nuevo </a:t>
            </a:r>
            <a:r>
              <a:rPr lang="en-GB" sz="2000" b="1" dirty="0" err="1">
                <a:solidFill>
                  <a:srgbClr val="5E11A6"/>
                </a:solidFill>
              </a:rPr>
              <a:t>tamaño</a:t>
            </a:r>
            <a:r>
              <a:rPr lang="en-GB" sz="2000" b="1" dirty="0">
                <a:solidFill>
                  <a:srgbClr val="5E11A6"/>
                </a:solidFill>
              </a:rPr>
              <a:t>, nuevo Tipo de </a:t>
            </a:r>
            <a:r>
              <a:rPr lang="en-GB" sz="2000" b="1" dirty="0" err="1">
                <a:solidFill>
                  <a:srgbClr val="5E11A6"/>
                </a:solidFill>
              </a:rPr>
              <a:t>dato</a:t>
            </a:r>
            <a:r>
              <a:rPr lang="en-GB" sz="2000" b="1" dirty="0">
                <a:solidFill>
                  <a:srgbClr val="5E11A6"/>
                </a:solidFill>
              </a:rPr>
              <a: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GB" sz="1100" dirty="0">
              <a:solidFill>
                <a:srgbClr val="5E11A6"/>
              </a:solidFill>
            </a:endParaRP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GB" sz="900" dirty="0"/>
          </a:p>
          <a:p>
            <a:pPr marL="107950" indent="0" eaLnBrk="1" hangingPunct="1">
              <a:lnSpc>
                <a:spcPct val="98000"/>
              </a:lnSpc>
              <a:spcBef>
                <a:spcPts val="0"/>
              </a:spcBef>
              <a:spcAft>
                <a:spcPts val="0"/>
              </a:spcAft>
              <a:buNone/>
            </a:pPr>
            <a:r>
              <a:rPr lang="es-CO" sz="2000" b="1" dirty="0">
                <a:solidFill>
                  <a:srgbClr val="0000CC"/>
                </a:solidFill>
                <a:latin typeface="Arial" panose="020B0604020202020204" pitchFamily="34" charset="0"/>
                <a:cs typeface="Arial Unicode MS" panose="020B0604020202020204" pitchFamily="34" charset="-128"/>
              </a:rPr>
              <a:t>Ejemplo: (Añadir columna):  </a:t>
            </a:r>
            <a:r>
              <a:rPr lang="en-GB" sz="2000" b="1" dirty="0">
                <a:solidFill>
                  <a:srgbClr val="5E11A6"/>
                </a:solidFill>
              </a:rPr>
              <a:t>ALTER TABLE  </a:t>
            </a:r>
            <a:r>
              <a:rPr lang="en-GB" sz="2000" dirty="0" err="1">
                <a:solidFill>
                  <a:srgbClr val="5E11A6"/>
                </a:solidFill>
              </a:rPr>
              <a:t>Empleado</a:t>
            </a:r>
            <a:r>
              <a:rPr lang="en-GB" sz="2000" dirty="0">
                <a:solidFill>
                  <a:srgbClr val="5E11A6"/>
                </a:solidFill>
              </a:rPr>
              <a:t> </a:t>
            </a:r>
            <a:r>
              <a:rPr lang="en-GB" sz="2000" b="1" dirty="0">
                <a:solidFill>
                  <a:srgbClr val="5E11A6"/>
                </a:solidFill>
              </a:rPr>
              <a:t>ADD</a:t>
            </a:r>
            <a:r>
              <a:rPr lang="en-GB" sz="2000" dirty="0">
                <a:solidFill>
                  <a:srgbClr val="5E11A6"/>
                </a:solidFill>
              </a:rPr>
              <a:t>  </a:t>
            </a:r>
            <a:r>
              <a:rPr lang="en-GB" sz="2000" dirty="0" err="1">
                <a:solidFill>
                  <a:srgbClr val="5E11A6"/>
                </a:solidFill>
              </a:rPr>
              <a:t>sexo</a:t>
            </a:r>
            <a:r>
              <a:rPr lang="en-GB" sz="2000" dirty="0">
                <a:solidFill>
                  <a:srgbClr val="5E11A6"/>
                </a:solidFill>
              </a:rPr>
              <a:t> CHAR (1);</a:t>
            </a:r>
          </a:p>
          <a:p>
            <a:pPr marL="107950" indent="0" eaLnBrk="1" hangingPunct="1">
              <a:lnSpc>
                <a:spcPct val="98000"/>
              </a:lnSpc>
              <a:spcBef>
                <a:spcPts val="0"/>
              </a:spcBef>
              <a:spcAft>
                <a:spcPts val="0"/>
              </a:spcAft>
              <a:buNone/>
            </a:pPr>
            <a:r>
              <a:rPr lang="es-CO" sz="2000" b="1" dirty="0">
                <a:solidFill>
                  <a:srgbClr val="0000CC"/>
                </a:solidFill>
                <a:latin typeface="Arial" panose="020B0604020202020204" pitchFamily="34" charset="0"/>
                <a:cs typeface="Arial Unicode MS" panose="020B0604020202020204" pitchFamily="34" charset="-128"/>
              </a:rPr>
              <a:t>Ejemplo (Eliminar columna): </a:t>
            </a:r>
            <a:r>
              <a:rPr lang="es-CO" sz="2000" b="1" dirty="0">
                <a:solidFill>
                  <a:srgbClr val="CC00CC"/>
                </a:solidFill>
                <a:latin typeface="Arial" panose="020B0604020202020204" pitchFamily="34" charset="0"/>
                <a:cs typeface="Arial Unicode MS" panose="020B0604020202020204" pitchFamily="34" charset="-128"/>
              </a:rPr>
              <a:t>ALTER TABLE </a:t>
            </a:r>
            <a:r>
              <a:rPr lang="es-CO" sz="2000" dirty="0">
                <a:solidFill>
                  <a:srgbClr val="CC00CC"/>
                </a:solidFill>
                <a:latin typeface="Arial" panose="020B0604020202020204" pitchFamily="34" charset="0"/>
                <a:cs typeface="Arial Unicode MS" panose="020B0604020202020204" pitchFamily="34" charset="-128"/>
              </a:rPr>
              <a:t>Empleado</a:t>
            </a:r>
            <a:r>
              <a:rPr lang="es-CO" sz="2000" b="1" dirty="0">
                <a:solidFill>
                  <a:srgbClr val="CC00CC"/>
                </a:solidFill>
                <a:latin typeface="Arial" panose="020B0604020202020204" pitchFamily="34" charset="0"/>
                <a:cs typeface="Arial Unicode MS" panose="020B0604020202020204" pitchFamily="34" charset="-128"/>
              </a:rPr>
              <a:t> DROP </a:t>
            </a:r>
            <a:r>
              <a:rPr lang="es-CO" sz="2000" dirty="0">
                <a:solidFill>
                  <a:srgbClr val="CC00CC"/>
                </a:solidFill>
                <a:latin typeface="Arial" panose="020B0604020202020204" pitchFamily="34" charset="0"/>
                <a:cs typeface="Arial Unicode MS" panose="020B0604020202020204" pitchFamily="34" charset="-128"/>
              </a:rPr>
              <a:t>sexo</a:t>
            </a:r>
            <a:r>
              <a:rPr lang="es-CO" sz="2000" b="1" dirty="0">
                <a:solidFill>
                  <a:srgbClr val="CC00CC"/>
                </a:solidFill>
                <a:latin typeface="Arial" panose="020B0604020202020204" pitchFamily="34" charset="0"/>
                <a:cs typeface="Arial Unicode MS" panose="020B0604020202020204" pitchFamily="34" charset="-128"/>
              </a:rPr>
              <a:t>;</a:t>
            </a:r>
          </a:p>
          <a:p>
            <a:pPr marL="107950" indent="0" eaLnBrk="1" hangingPunct="1">
              <a:lnSpc>
                <a:spcPct val="98000"/>
              </a:lnSpc>
              <a:spcBef>
                <a:spcPts val="0"/>
              </a:spcBef>
              <a:spcAft>
                <a:spcPts val="0"/>
              </a:spcAft>
              <a:buNone/>
            </a:pPr>
            <a:r>
              <a:rPr lang="es-CO" sz="2000" dirty="0">
                <a:latin typeface="Arial" panose="020B0604020202020204" pitchFamily="34" charset="0"/>
                <a:cs typeface="Arial Unicode MS" panose="020B0604020202020204" pitchFamily="34" charset="-128"/>
              </a:rPr>
              <a:t>i) Propagación en cascada (CASCADE)</a:t>
            </a:r>
          </a:p>
          <a:p>
            <a:pPr marL="107950" indent="0" eaLnBrk="1" hangingPunct="1">
              <a:lnSpc>
                <a:spcPct val="98000"/>
              </a:lnSpc>
              <a:spcBef>
                <a:spcPts val="0"/>
              </a:spcBef>
              <a:spcAft>
                <a:spcPts val="0"/>
              </a:spcAft>
              <a:buNone/>
            </a:pPr>
            <a:r>
              <a:rPr lang="es-CO" sz="2000" dirty="0" err="1">
                <a:latin typeface="Arial" panose="020B0604020202020204" pitchFamily="34" charset="0"/>
                <a:cs typeface="Arial Unicode MS" panose="020B0604020202020204" pitchFamily="34" charset="-128"/>
              </a:rPr>
              <a:t>ii</a:t>
            </a:r>
            <a:r>
              <a:rPr lang="es-CO" sz="2000" dirty="0">
                <a:latin typeface="Arial" panose="020B0604020202020204" pitchFamily="34" charset="0"/>
                <a:cs typeface="Arial Unicode MS" panose="020B0604020202020204" pitchFamily="34" charset="-128"/>
              </a:rPr>
              <a:t>) No eliminar si hay relacionados (RESTRICT)</a:t>
            </a:r>
          </a:p>
          <a:p>
            <a:pPr marL="107950" indent="0" eaLnBrk="1" hangingPunct="1">
              <a:lnSpc>
                <a:spcPct val="98000"/>
              </a:lnSpc>
              <a:spcBef>
                <a:spcPts val="0"/>
              </a:spcBef>
              <a:spcAft>
                <a:spcPts val="0"/>
              </a:spcAft>
              <a:buNone/>
            </a:pPr>
            <a:r>
              <a:rPr lang="es-CO" sz="2000" b="1" dirty="0">
                <a:solidFill>
                  <a:srgbClr val="CC00CC"/>
                </a:solidFill>
                <a:latin typeface="Arial" panose="020B0604020202020204" pitchFamily="34" charset="0"/>
                <a:cs typeface="Arial Unicode MS" panose="020B0604020202020204" pitchFamily="34" charset="-128"/>
              </a:rPr>
              <a:t>ALTER TABLE </a:t>
            </a:r>
            <a:r>
              <a:rPr lang="es-CO" sz="2000" dirty="0">
                <a:solidFill>
                  <a:srgbClr val="CC00CC"/>
                </a:solidFill>
                <a:latin typeface="Arial" panose="020B0604020202020204" pitchFamily="34" charset="0"/>
                <a:cs typeface="Arial Unicode MS" panose="020B0604020202020204" pitchFamily="34" charset="-128"/>
              </a:rPr>
              <a:t>Cliente </a:t>
            </a:r>
            <a:r>
              <a:rPr lang="es-CO" sz="2000" b="1" dirty="0">
                <a:solidFill>
                  <a:srgbClr val="CC00CC"/>
                </a:solidFill>
                <a:latin typeface="Arial" panose="020B0604020202020204" pitchFamily="34" charset="0"/>
                <a:cs typeface="Arial Unicode MS" panose="020B0604020202020204" pitchFamily="34" charset="-128"/>
              </a:rPr>
              <a:t>DROP</a:t>
            </a:r>
            <a:r>
              <a:rPr lang="es-CO" sz="2000" dirty="0">
                <a:solidFill>
                  <a:srgbClr val="CC00CC"/>
                </a:solidFill>
                <a:latin typeface="Arial" panose="020B0604020202020204" pitchFamily="34" charset="0"/>
                <a:cs typeface="Arial Unicode MS" panose="020B0604020202020204" pitchFamily="34" charset="-128"/>
              </a:rPr>
              <a:t> ciudad </a:t>
            </a:r>
            <a:r>
              <a:rPr lang="es-CO" sz="2000" b="1" dirty="0">
                <a:solidFill>
                  <a:srgbClr val="CC00CC"/>
                </a:solidFill>
                <a:latin typeface="Arial" panose="020B0604020202020204" pitchFamily="34" charset="0"/>
                <a:cs typeface="Arial Unicode MS" panose="020B0604020202020204" pitchFamily="34" charset="-128"/>
              </a:rPr>
              <a:t>CASCADE</a:t>
            </a:r>
            <a:r>
              <a:rPr lang="es-CO" sz="2000" dirty="0">
                <a:solidFill>
                  <a:srgbClr val="CC00CC"/>
                </a:solidFill>
                <a:latin typeface="Arial" panose="020B0604020202020204" pitchFamily="34" charset="0"/>
                <a:cs typeface="Arial Unicode MS" panose="020B0604020202020204" pitchFamily="34" charset="-128"/>
              </a:rPr>
              <a:t>;</a:t>
            </a:r>
          </a:p>
        </p:txBody>
      </p:sp>
    </p:spTree>
    <p:extLst>
      <p:ext uri="{BB962C8B-B14F-4D97-AF65-F5344CB8AC3E}">
        <p14:creationId xmlns:p14="http://schemas.microsoft.com/office/powerpoint/2010/main" val="2319815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Modificación y Borrado de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355312"/>
          </a:xfrm>
          <a:prstGeom prst="rect">
            <a:avLst/>
          </a:prstGeom>
          <a:noFill/>
        </p:spPr>
        <p:txBody>
          <a:bodyPr wrap="square" rtlCol="0">
            <a:spAutoFit/>
          </a:bodyPr>
          <a:lstStyle/>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600" b="1" dirty="0">
                <a:solidFill>
                  <a:srgbClr val="FF0000"/>
                </a:solidFill>
              </a:rPr>
              <a:t>BORRADO DE TABLAS</a:t>
            </a:r>
          </a:p>
          <a:p>
            <a:pPr marL="107950" indent="0" eaLnBrk="1" hangingPunct="1">
              <a:lnSpc>
                <a:spcPct val="100000"/>
              </a:lnSpc>
              <a:spcBef>
                <a:spcPts val="0"/>
              </a:spcBef>
              <a:spcAft>
                <a:spcPts val="0"/>
              </a:spcAft>
              <a:buNone/>
            </a:pPr>
            <a:r>
              <a:rPr lang="es-CO" sz="2800" dirty="0">
                <a:latin typeface="Arial" panose="020B0604020202020204" pitchFamily="34" charset="0"/>
                <a:cs typeface="Arial Unicode MS" panose="020B0604020202020204" pitchFamily="34" charset="-128"/>
              </a:rPr>
              <a:t>Eliminación de tablas: </a:t>
            </a:r>
            <a:r>
              <a:rPr lang="es-CO" sz="2800" b="1" dirty="0">
                <a:solidFill>
                  <a:srgbClr val="0000CC"/>
                </a:solidFill>
                <a:latin typeface="Arial" panose="020B0604020202020204" pitchFamily="34" charset="0"/>
                <a:cs typeface="Arial Unicode MS" panose="020B0604020202020204" pitchFamily="34" charset="-128"/>
              </a:rPr>
              <a:t>DROP TABLE</a:t>
            </a:r>
          </a:p>
          <a:p>
            <a:pPr marL="107950" indent="0" eaLnBrk="1" hangingPunct="1">
              <a:lnSpc>
                <a:spcPct val="100000"/>
              </a:lnSpc>
              <a:spcBef>
                <a:spcPts val="0"/>
              </a:spcBef>
              <a:spcAft>
                <a:spcPts val="0"/>
              </a:spcAft>
              <a:buNone/>
            </a:pPr>
            <a:r>
              <a:rPr lang="es-CO" sz="2800" dirty="0">
                <a:latin typeface="Arial" panose="020B0604020202020204" pitchFamily="34" charset="0"/>
                <a:cs typeface="Arial Unicode MS" panose="020B0604020202020204" pitchFamily="34" charset="-128"/>
              </a:rPr>
              <a:t>Eliminación de esquemas: </a:t>
            </a:r>
            <a:r>
              <a:rPr lang="es-CO" sz="2800" b="1" dirty="0">
                <a:solidFill>
                  <a:srgbClr val="0000CC"/>
                </a:solidFill>
                <a:latin typeface="Arial" panose="020B0604020202020204" pitchFamily="34" charset="0"/>
                <a:cs typeface="Arial Unicode MS" panose="020B0604020202020204" pitchFamily="34" charset="-128"/>
              </a:rPr>
              <a:t>DROP SCHEMA</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400" b="1" dirty="0"/>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t>Sintaxis</a:t>
            </a:r>
            <a:r>
              <a:rPr lang="en-GB" sz="2400" dirty="0"/>
              <a: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400" dirty="0">
                <a:solidFill>
                  <a:srgbClr val="5E11A6"/>
                </a:solidFill>
              </a:rPr>
              <a:t>   </a:t>
            </a:r>
            <a:r>
              <a:rPr lang="en-GB" sz="2400" b="1" dirty="0">
                <a:solidFill>
                  <a:srgbClr val="5E11A6"/>
                </a:solidFill>
              </a:rPr>
              <a:t>DROP TABLE</a:t>
            </a:r>
            <a:r>
              <a:rPr lang="en-GB" sz="2400" dirty="0">
                <a:solidFill>
                  <a:srgbClr val="5E11A6"/>
                </a:solidFill>
              </a:rPr>
              <a:t>   &lt;</a:t>
            </a:r>
            <a:r>
              <a:rPr lang="en-GB" sz="2400" dirty="0" err="1">
                <a:solidFill>
                  <a:srgbClr val="5E11A6"/>
                </a:solidFill>
              </a:rPr>
              <a:t>TablaBase</a:t>
            </a:r>
            <a:r>
              <a:rPr lang="en-GB" sz="2400" dirty="0">
                <a:solidFill>
                  <a:srgbClr val="5E11A6"/>
                </a:solidFill>
              </a:rPr>
              <a:t>&gt;;</a:t>
            </a:r>
          </a:p>
          <a:p>
            <a:pPr>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GB" sz="1000" dirty="0"/>
          </a:p>
          <a:p>
            <a:pPr>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400" dirty="0" err="1">
                <a:solidFill>
                  <a:srgbClr val="5E11A6"/>
                </a:solidFill>
              </a:rPr>
              <a:t>Ejemplo</a:t>
            </a:r>
            <a:r>
              <a:rPr lang="en-GB" sz="2400" dirty="0">
                <a:solidFill>
                  <a:srgbClr val="5E11A6"/>
                </a:solidFill>
              </a:rPr>
              <a:t>: </a:t>
            </a:r>
            <a:r>
              <a:rPr lang="en-GB" sz="2400" b="1" dirty="0">
                <a:solidFill>
                  <a:srgbClr val="5E11A6"/>
                </a:solidFill>
              </a:rPr>
              <a:t>DROP TABLE </a:t>
            </a:r>
            <a:r>
              <a:rPr lang="en-GB" sz="2400" dirty="0" err="1">
                <a:solidFill>
                  <a:srgbClr val="5E11A6"/>
                </a:solidFill>
              </a:rPr>
              <a:t>OtrosEmpleados</a:t>
            </a:r>
            <a:r>
              <a:rPr lang="en-GB" sz="2400" b="1" dirty="0">
                <a:solidFill>
                  <a:srgbClr val="5E11A6"/>
                </a:solidFill>
              </a:rPr>
              <a:t>;</a:t>
            </a:r>
          </a:p>
          <a:p>
            <a:pPr marL="107950" indent="0" eaLnBrk="1" hangingPunct="1">
              <a:lnSpc>
                <a:spcPct val="100000"/>
              </a:lnSpc>
              <a:spcBef>
                <a:spcPts val="0"/>
              </a:spcBef>
              <a:spcAft>
                <a:spcPts val="0"/>
              </a:spcAft>
              <a:buNone/>
            </a:pPr>
            <a:endParaRPr lang="es-CO" sz="2400" dirty="0">
              <a:latin typeface="Arial" panose="020B0604020202020204" pitchFamily="34" charset="0"/>
              <a:cs typeface="Arial Unicode MS" panose="020B0604020202020204" pitchFamily="34" charset="-128"/>
            </a:endParaRPr>
          </a:p>
          <a:p>
            <a:pPr marL="107950" indent="0" eaLnBrk="1" hangingPunct="1">
              <a:lnSpc>
                <a:spcPct val="100000"/>
              </a:lnSpc>
              <a:spcBef>
                <a:spcPts val="0"/>
              </a:spcBef>
              <a:spcAft>
                <a:spcPts val="0"/>
              </a:spcAft>
              <a:buNone/>
            </a:pPr>
            <a:r>
              <a:rPr lang="es-CO" sz="2400" dirty="0">
                <a:latin typeface="Arial" panose="020B0604020202020204" pitchFamily="34" charset="0"/>
                <a:cs typeface="Arial Unicode MS" panose="020B0604020202020204" pitchFamily="34" charset="-128"/>
              </a:rPr>
              <a:t>Si hay elementos relacionados se puede detener el proceso (RESTRICT) o se puede propagar el efecto (CASCADE)</a:t>
            </a:r>
          </a:p>
          <a:p>
            <a:pPr marL="107950" indent="0" eaLnBrk="1" hangingPunct="1">
              <a:lnSpc>
                <a:spcPct val="100000"/>
              </a:lnSpc>
              <a:spcBef>
                <a:spcPts val="600"/>
              </a:spcBef>
              <a:spcAft>
                <a:spcPts val="600"/>
              </a:spcAft>
              <a:buNone/>
            </a:pPr>
            <a:r>
              <a:rPr lang="es-CO" sz="2400" b="1" dirty="0">
                <a:solidFill>
                  <a:srgbClr val="0000CC"/>
                </a:solidFill>
                <a:latin typeface="Arial" panose="020B0604020202020204" pitchFamily="34" charset="0"/>
                <a:cs typeface="Arial Unicode MS" panose="020B0604020202020204" pitchFamily="34" charset="-128"/>
              </a:rPr>
              <a:t>Ejemplo:</a:t>
            </a:r>
          </a:p>
          <a:p>
            <a:pPr marL="107950" indent="0" eaLnBrk="1" hangingPunct="1">
              <a:lnSpc>
                <a:spcPct val="100000"/>
              </a:lnSpc>
              <a:spcBef>
                <a:spcPts val="0"/>
              </a:spcBef>
              <a:spcAft>
                <a:spcPts val="0"/>
              </a:spcAft>
              <a:buNone/>
            </a:pPr>
            <a:r>
              <a:rPr lang="es-CO" sz="2400" dirty="0">
                <a:latin typeface="Arial" panose="020B0604020202020204" pitchFamily="34" charset="0"/>
                <a:cs typeface="Arial Unicode MS" panose="020B0604020202020204" pitchFamily="34" charset="-128"/>
              </a:rPr>
              <a:t>DROP TABLE Cliente RESTRICT;</a:t>
            </a:r>
          </a:p>
          <a:p>
            <a:pPr marL="107950" indent="0" eaLnBrk="1" hangingPunct="1">
              <a:lnSpc>
                <a:spcPct val="100000"/>
              </a:lnSpc>
              <a:spcBef>
                <a:spcPts val="0"/>
              </a:spcBef>
              <a:spcAft>
                <a:spcPts val="0"/>
              </a:spcAft>
              <a:buNone/>
            </a:pPr>
            <a:r>
              <a:rPr lang="es-CO" sz="2400" dirty="0">
                <a:latin typeface="Arial" panose="020B0604020202020204" pitchFamily="34" charset="0"/>
                <a:cs typeface="Arial Unicode MS" panose="020B0604020202020204" pitchFamily="34" charset="-128"/>
              </a:rPr>
              <a:t>DROP SCHEMA Banco CASCADE;</a:t>
            </a:r>
          </a:p>
        </p:txBody>
      </p:sp>
    </p:spTree>
    <p:extLst>
      <p:ext uri="{BB962C8B-B14F-4D97-AF65-F5344CB8AC3E}">
        <p14:creationId xmlns:p14="http://schemas.microsoft.com/office/powerpoint/2010/main" val="1244493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Definir claves primarias y foráneas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60900"/>
          </a:xfrm>
          <a:prstGeom prst="rect">
            <a:avLst/>
          </a:prstGeom>
          <a:noFill/>
        </p:spPr>
        <p:txBody>
          <a:bodyPr wrap="square" rtlCol="0">
            <a:spAutoFit/>
          </a:bodyPr>
          <a:lstStyle/>
          <a:p>
            <a:pPr eaLnBrk="1" hangingPunct="1">
              <a:spcBef>
                <a:spcPts val="750"/>
              </a:spcBef>
            </a:pPr>
            <a:r>
              <a:rPr lang="es-CO" sz="2400" b="1" dirty="0">
                <a:solidFill>
                  <a:srgbClr val="FF0000"/>
                </a:solidFill>
                <a:latin typeface="Arial" panose="020B0604020202020204" pitchFamily="34" charset="0"/>
                <a:cs typeface="Arial Unicode MS" panose="020B0604020202020204" pitchFamily="34" charset="-128"/>
              </a:rPr>
              <a:t>Sintaxis:</a:t>
            </a:r>
          </a:p>
          <a:p>
            <a:pPr eaLnBrk="1" hangingPunct="1">
              <a:spcBef>
                <a:spcPts val="600"/>
              </a:spcBef>
            </a:pPr>
            <a:r>
              <a:rPr lang="es-CO" sz="2400" dirty="0">
                <a:solidFill>
                  <a:srgbClr val="000000"/>
                </a:solidFill>
                <a:latin typeface="Arial" panose="020B0604020202020204" pitchFamily="34" charset="0"/>
                <a:cs typeface="Arial Unicode MS" panose="020B0604020202020204" pitchFamily="34" charset="-128"/>
              </a:rPr>
              <a:t>Definición de clave: </a:t>
            </a:r>
            <a:r>
              <a:rPr lang="es-CO" sz="2400" b="1" dirty="0">
                <a:solidFill>
                  <a:srgbClr val="000099"/>
                </a:solidFill>
                <a:latin typeface="Arial" panose="020B0604020202020204" pitchFamily="34" charset="0"/>
                <a:cs typeface="Arial Unicode MS" panose="020B0604020202020204" pitchFamily="34" charset="-128"/>
              </a:rPr>
              <a:t>PRIMARY</a:t>
            </a:r>
            <a:r>
              <a:rPr lang="es-CO" sz="2400" b="1" dirty="0">
                <a:solidFill>
                  <a:srgbClr val="0000CC"/>
                </a:solidFill>
                <a:latin typeface="Arial" panose="020B0604020202020204" pitchFamily="34" charset="0"/>
                <a:cs typeface="Arial Unicode MS" panose="020B0604020202020204" pitchFamily="34" charset="-128"/>
              </a:rPr>
              <a:t> </a:t>
            </a:r>
            <a:r>
              <a:rPr lang="es-CO" sz="2400" b="1" dirty="0">
                <a:solidFill>
                  <a:srgbClr val="000099"/>
                </a:solidFill>
                <a:latin typeface="Arial" panose="020B0604020202020204" pitchFamily="34" charset="0"/>
              </a:rPr>
              <a:t>KEY</a:t>
            </a:r>
          </a:p>
          <a:p>
            <a:pPr eaLnBrk="1" hangingPunct="1">
              <a:spcBef>
                <a:spcPts val="600"/>
              </a:spcBef>
            </a:pPr>
            <a:r>
              <a:rPr lang="es-CO" sz="2400" dirty="0">
                <a:solidFill>
                  <a:srgbClr val="000000"/>
                </a:solidFill>
                <a:latin typeface="Arial" panose="020B0604020202020204" pitchFamily="34" charset="0"/>
                <a:cs typeface="Arial Unicode MS" panose="020B0604020202020204" pitchFamily="34" charset="-128"/>
              </a:rPr>
              <a:t>Los atributos que forman la clave deben ser NOT NULL</a:t>
            </a:r>
          </a:p>
          <a:p>
            <a:pPr eaLnBrk="1" hangingPunct="1">
              <a:spcBef>
                <a:spcPts val="600"/>
              </a:spcBef>
            </a:pPr>
            <a:r>
              <a:rPr lang="es-CO" sz="2400" dirty="0">
                <a:solidFill>
                  <a:srgbClr val="000000"/>
                </a:solidFill>
                <a:latin typeface="Arial" panose="020B0604020202020204" pitchFamily="34" charset="0"/>
                <a:cs typeface="Arial Unicode MS" panose="020B0604020202020204" pitchFamily="34" charset="-128"/>
              </a:rPr>
              <a:t>Definición de clave externa: FOREIGN KEY ... REFERENCES</a:t>
            </a:r>
          </a:p>
          <a:p>
            <a:pPr eaLnBrk="1" hangingPunct="1">
              <a:spcBef>
                <a:spcPts val="600"/>
              </a:spcBef>
            </a:pPr>
            <a:r>
              <a:rPr lang="es-CO" sz="2400" dirty="0">
                <a:solidFill>
                  <a:srgbClr val="000000"/>
                </a:solidFill>
                <a:latin typeface="Arial" panose="020B0604020202020204" pitchFamily="34" charset="0"/>
                <a:cs typeface="Arial Unicode MS" panose="020B0604020202020204" pitchFamily="34" charset="-128"/>
              </a:rPr>
              <a:t>Ejemplo:</a:t>
            </a:r>
          </a:p>
          <a:p>
            <a:pPr marL="107950" indent="0">
              <a:lnSpc>
                <a:spcPct val="95000"/>
              </a:lnSpc>
              <a:spcBef>
                <a:spcPts val="0"/>
              </a:spcBef>
              <a:spcAft>
                <a:spcPts val="0"/>
              </a:spcAft>
              <a:buNone/>
            </a:pPr>
            <a:r>
              <a:rPr lang="es-CO" sz="2400" b="1" dirty="0">
                <a:solidFill>
                  <a:srgbClr val="000099"/>
                </a:solidFill>
                <a:latin typeface="Courier New" panose="02070309020205020404" pitchFamily="49" charset="0"/>
                <a:cs typeface="Courier New" panose="02070309020205020404" pitchFamily="49" charset="0"/>
              </a:rPr>
              <a:t>CREATE TABLE  </a:t>
            </a:r>
            <a:r>
              <a:rPr lang="es-CO" sz="2400" dirty="0" err="1">
                <a:solidFill>
                  <a:srgbClr val="000099"/>
                </a:solidFill>
                <a:latin typeface="Courier New" panose="02070309020205020404" pitchFamily="49" charset="0"/>
                <a:cs typeface="Courier New" panose="02070309020205020404" pitchFamily="49" charset="0"/>
              </a:rPr>
              <a:t>Asignacion</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codigo</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int</a:t>
            </a:r>
            <a:r>
              <a:rPr lang="es-CO" sz="2400" dirty="0">
                <a:solidFill>
                  <a:srgbClr val="000099"/>
                </a:solidFill>
                <a:latin typeface="Courier New" panose="02070309020205020404" pitchFamily="49" charset="0"/>
                <a:cs typeface="Courier New" panose="02070309020205020404" pitchFamily="49" charset="0"/>
              </a:rPr>
              <a:t>  </a:t>
            </a:r>
            <a:r>
              <a:rPr lang="es-CO" sz="2400" b="1" dirty="0">
                <a:solidFill>
                  <a:srgbClr val="000099"/>
                </a:solidFill>
                <a:latin typeface="Courier New" panose="02070309020205020404" pitchFamily="49" charset="0"/>
                <a:cs typeface="Courier New" panose="02070309020205020404" pitchFamily="49" charset="0"/>
              </a:rPr>
              <a:t>NOT NULL</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idObra</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int</a:t>
            </a:r>
            <a:r>
              <a:rPr lang="es-CO" sz="2400" dirty="0">
                <a:solidFill>
                  <a:srgbClr val="000099"/>
                </a:solidFill>
                <a:latin typeface="Courier New" panose="02070309020205020404" pitchFamily="49" charset="0"/>
                <a:cs typeface="Courier New" panose="02070309020205020404" pitchFamily="49" charset="0"/>
              </a:rPr>
              <a:t>  </a:t>
            </a:r>
            <a:r>
              <a:rPr lang="es-CO" sz="2400" b="1" dirty="0">
                <a:solidFill>
                  <a:srgbClr val="000099"/>
                </a:solidFill>
                <a:latin typeface="Courier New" panose="02070309020205020404" pitchFamily="49" charset="0"/>
                <a:cs typeface="Courier New" panose="02070309020205020404" pitchFamily="49" charset="0"/>
              </a:rPr>
              <a:t>NOT NULL</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fechaInic</a:t>
            </a:r>
            <a:r>
              <a:rPr lang="es-CO" sz="2400" dirty="0">
                <a:solidFill>
                  <a:srgbClr val="000099"/>
                </a:solidFill>
                <a:latin typeface="Courier New" panose="02070309020205020404" pitchFamily="49" charset="0"/>
                <a:cs typeface="Courier New" panose="02070309020205020404" pitchFamily="49" charset="0"/>
              </a:rPr>
              <a:t>		date,</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nroDias</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smallint</a:t>
            </a:r>
            <a:r>
              <a:rPr lang="es-CO" sz="2400" dirty="0">
                <a:solidFill>
                  <a:srgbClr val="000099"/>
                </a:solidFill>
                <a:latin typeface="Courier New" panose="02070309020205020404" pitchFamily="49" charset="0"/>
                <a:cs typeface="Courier New" panose="02070309020205020404" pitchFamily="49" charset="0"/>
              </a:rPr>
              <a:t>,</a:t>
            </a:r>
          </a:p>
          <a:p>
            <a:pPr eaLnBrk="1" hangingPunct="1">
              <a:lnSpc>
                <a:spcPct val="95000"/>
              </a:lnSpc>
              <a:spcBef>
                <a:spcPts val="400"/>
              </a:spcBef>
              <a:spcAft>
                <a:spcPts val="400"/>
              </a:spcAft>
            </a:pPr>
            <a:r>
              <a:rPr lang="es-CO" sz="2400" b="1" dirty="0">
                <a:solidFill>
                  <a:srgbClr val="000099"/>
                </a:solidFill>
                <a:latin typeface="Courier New" panose="02070309020205020404" pitchFamily="49" charset="0"/>
                <a:cs typeface="Courier New" panose="02070309020205020404" pitchFamily="49" charset="0"/>
              </a:rPr>
              <a:t>PRIMARY KEY </a:t>
            </a:r>
            <a:r>
              <a:rPr lang="es-CO" sz="2400" dirty="0">
                <a:solidFill>
                  <a:srgbClr val="000099"/>
                </a:solidFill>
                <a:latin typeface="Courier New" panose="02070309020205020404" pitchFamily="49" charset="0"/>
                <a:cs typeface="Courier New" panose="02070309020205020404" pitchFamily="49" charset="0"/>
              </a:rPr>
              <a:t>(</a:t>
            </a:r>
            <a:r>
              <a:rPr lang="es-CO" sz="2400" dirty="0" err="1">
                <a:solidFill>
                  <a:srgbClr val="000099"/>
                </a:solidFill>
                <a:latin typeface="Courier New" panose="02070309020205020404" pitchFamily="49" charset="0"/>
                <a:cs typeface="Courier New" panose="02070309020205020404" pitchFamily="49" charset="0"/>
              </a:rPr>
              <a:t>codigo</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idObra</a:t>
            </a:r>
            <a:r>
              <a:rPr lang="es-CO" sz="2400" dirty="0">
                <a:solidFill>
                  <a:srgbClr val="000099"/>
                </a:solidFill>
                <a:latin typeface="Courier New" panose="02070309020205020404" pitchFamily="49" charset="0"/>
                <a:cs typeface="Courier New" panose="02070309020205020404" pitchFamily="49" charset="0"/>
              </a:rPr>
              <a:t>),</a:t>
            </a:r>
            <a:endParaRPr lang="es-CO" sz="2400" b="1" dirty="0">
              <a:solidFill>
                <a:srgbClr val="000000"/>
              </a:solidFill>
              <a:latin typeface="Courier New" panose="02070309020205020404" pitchFamily="49" charset="0"/>
              <a:cs typeface="Courier New" panose="02070309020205020404" pitchFamily="49" charset="0"/>
            </a:endParaRPr>
          </a:p>
          <a:p>
            <a:pPr eaLnBrk="1" hangingPunct="1">
              <a:lnSpc>
                <a:spcPct val="95000"/>
              </a:lnSpc>
              <a:spcBef>
                <a:spcPts val="0"/>
              </a:spcBef>
              <a:spcAft>
                <a:spcPts val="0"/>
              </a:spcAft>
            </a:pPr>
            <a:r>
              <a:rPr lang="es-CO" sz="2400" b="1" dirty="0">
                <a:solidFill>
                  <a:srgbClr val="000000"/>
                </a:solidFill>
                <a:latin typeface="Courier New" panose="02070309020205020404" pitchFamily="49" charset="0"/>
                <a:cs typeface="Courier New" panose="02070309020205020404" pitchFamily="49" charset="0"/>
              </a:rPr>
              <a:t>FOREIGN KEY </a:t>
            </a:r>
            <a:r>
              <a:rPr lang="es-CO" sz="2400" b="1" dirty="0">
                <a:solidFill>
                  <a:srgbClr val="CC0099"/>
                </a:solidFill>
                <a:latin typeface="Courier New" panose="02070309020205020404" pitchFamily="49" charset="0"/>
                <a:cs typeface="Courier New" panose="02070309020205020404" pitchFamily="49" charset="0"/>
              </a:rPr>
              <a:t>(</a:t>
            </a:r>
            <a:r>
              <a:rPr lang="es-CO" sz="2400" b="1" dirty="0" err="1">
                <a:solidFill>
                  <a:srgbClr val="000000"/>
                </a:solidFill>
                <a:latin typeface="Courier New" panose="02070309020205020404" pitchFamily="49" charset="0"/>
                <a:cs typeface="Courier New" panose="02070309020205020404" pitchFamily="49" charset="0"/>
              </a:rPr>
              <a:t>codigo</a:t>
            </a:r>
            <a:r>
              <a:rPr lang="es-CO" sz="2400" b="1" dirty="0">
                <a:solidFill>
                  <a:srgbClr val="CC0099"/>
                </a:solidFill>
                <a:latin typeface="Courier New" panose="02070309020205020404" pitchFamily="49" charset="0"/>
                <a:cs typeface="Courier New" panose="02070309020205020404" pitchFamily="49" charset="0"/>
              </a:rPr>
              <a:t>)</a:t>
            </a:r>
            <a:r>
              <a:rPr lang="es-CO" sz="2400" b="1" dirty="0">
                <a:solidFill>
                  <a:srgbClr val="000000"/>
                </a:solidFill>
                <a:latin typeface="Courier New" panose="02070309020205020404" pitchFamily="49" charset="0"/>
                <a:cs typeface="Courier New" panose="02070309020205020404" pitchFamily="49" charset="0"/>
              </a:rPr>
              <a:t> REFERENCES Empleado</a:t>
            </a:r>
            <a:r>
              <a:rPr lang="es-CO" sz="2400" b="1" dirty="0">
                <a:solidFill>
                  <a:srgbClr val="CC00CC"/>
                </a:solidFill>
                <a:latin typeface="Courier New" panose="02070309020205020404" pitchFamily="49" charset="0"/>
                <a:cs typeface="Courier New" panose="02070309020205020404" pitchFamily="49" charset="0"/>
              </a:rPr>
              <a:t>(</a:t>
            </a:r>
            <a:r>
              <a:rPr lang="es-CO" sz="2400" b="1" dirty="0" err="1">
                <a:solidFill>
                  <a:srgbClr val="000000"/>
                </a:solidFill>
                <a:latin typeface="Courier New" panose="02070309020205020404" pitchFamily="49" charset="0"/>
                <a:cs typeface="Courier New" panose="02070309020205020404" pitchFamily="49" charset="0"/>
              </a:rPr>
              <a:t>codigo</a:t>
            </a:r>
            <a:r>
              <a:rPr lang="es-CO" sz="2400" b="1" dirty="0">
                <a:solidFill>
                  <a:srgbClr val="CC0099"/>
                </a:solidFill>
                <a:latin typeface="Courier New" panose="02070309020205020404" pitchFamily="49" charset="0"/>
                <a:cs typeface="Courier New" panose="02070309020205020404" pitchFamily="49" charset="0"/>
              </a:rPr>
              <a:t>),</a:t>
            </a:r>
          </a:p>
          <a:p>
            <a:pPr eaLnBrk="1" hangingPunct="1">
              <a:lnSpc>
                <a:spcPct val="95000"/>
              </a:lnSpc>
              <a:spcBef>
                <a:spcPts val="0"/>
              </a:spcBef>
              <a:spcAft>
                <a:spcPts val="0"/>
              </a:spcAft>
            </a:pPr>
            <a:r>
              <a:rPr lang="es-CO" sz="2400" b="1" dirty="0">
                <a:solidFill>
                  <a:srgbClr val="000000"/>
                </a:solidFill>
                <a:latin typeface="Courier New" panose="02070309020205020404" pitchFamily="49" charset="0"/>
                <a:cs typeface="Courier New" panose="02070309020205020404" pitchFamily="49" charset="0"/>
              </a:rPr>
              <a:t>FOREIGN KEY </a:t>
            </a:r>
            <a:r>
              <a:rPr lang="es-CO" sz="2400" b="1" dirty="0">
                <a:solidFill>
                  <a:srgbClr val="CC0099"/>
                </a:solidFill>
                <a:latin typeface="Courier New" panose="02070309020205020404" pitchFamily="49" charset="0"/>
                <a:cs typeface="Courier New" panose="02070309020205020404" pitchFamily="49" charset="0"/>
              </a:rPr>
              <a:t>(</a:t>
            </a:r>
            <a:r>
              <a:rPr lang="es-CO" sz="2400" b="1" dirty="0" err="1">
                <a:solidFill>
                  <a:srgbClr val="000000"/>
                </a:solidFill>
                <a:latin typeface="Courier New" panose="02070309020205020404" pitchFamily="49" charset="0"/>
                <a:cs typeface="Courier New" panose="02070309020205020404" pitchFamily="49" charset="0"/>
              </a:rPr>
              <a:t>idObra</a:t>
            </a:r>
            <a:r>
              <a:rPr lang="es-CO" sz="2400" b="1" dirty="0">
                <a:solidFill>
                  <a:srgbClr val="CC0099"/>
                </a:solidFill>
                <a:latin typeface="Courier New" panose="02070309020205020404" pitchFamily="49" charset="0"/>
                <a:cs typeface="Courier New" panose="02070309020205020404" pitchFamily="49" charset="0"/>
              </a:rPr>
              <a:t>)</a:t>
            </a:r>
            <a:r>
              <a:rPr lang="es-CO" sz="2400" b="1" dirty="0">
                <a:solidFill>
                  <a:srgbClr val="000000"/>
                </a:solidFill>
                <a:latin typeface="Courier New" panose="02070309020205020404" pitchFamily="49" charset="0"/>
                <a:cs typeface="Courier New" panose="02070309020205020404" pitchFamily="49" charset="0"/>
              </a:rPr>
              <a:t> REFERENCES Obra</a:t>
            </a:r>
            <a:r>
              <a:rPr lang="es-CO" sz="2400" b="1" dirty="0">
                <a:solidFill>
                  <a:srgbClr val="CC0099"/>
                </a:solidFill>
                <a:latin typeface="Courier New" panose="02070309020205020404" pitchFamily="49" charset="0"/>
                <a:cs typeface="Courier New" panose="02070309020205020404" pitchFamily="49" charset="0"/>
              </a:rPr>
              <a:t>(</a:t>
            </a:r>
            <a:r>
              <a:rPr lang="es-CO" sz="2400" b="1" dirty="0" err="1">
                <a:solidFill>
                  <a:srgbClr val="000000"/>
                </a:solidFill>
                <a:latin typeface="Courier New" panose="02070309020205020404" pitchFamily="49" charset="0"/>
                <a:cs typeface="Courier New" panose="02070309020205020404" pitchFamily="49" charset="0"/>
              </a:rPr>
              <a:t>idObra</a:t>
            </a:r>
            <a:r>
              <a:rPr lang="es-CO" sz="2400" b="1" dirty="0">
                <a:solidFill>
                  <a:srgbClr val="CC0099"/>
                </a:solidFill>
                <a:latin typeface="Courier New" panose="02070309020205020404" pitchFamily="49" charset="0"/>
                <a:cs typeface="Courier New" panose="02070309020205020404" pitchFamily="49" charset="0"/>
              </a:rPr>
              <a:t>)</a:t>
            </a:r>
            <a:endParaRPr lang="es-CO" sz="2400" b="1" dirty="0">
              <a:solidFill>
                <a:srgbClr val="000000"/>
              </a:solidFill>
              <a:latin typeface="Courier New" panose="02070309020205020404" pitchFamily="49" charset="0"/>
              <a:cs typeface="Courier New" panose="02070309020205020404" pitchFamily="49" charset="0"/>
            </a:endParaRPr>
          </a:p>
        </p:txBody>
      </p:sp>
      <p:sp>
        <p:nvSpPr>
          <p:cNvPr id="3" name="Rectangle 5">
            <a:extLst>
              <a:ext uri="{FF2B5EF4-FFF2-40B4-BE49-F238E27FC236}">
                <a16:creationId xmlns:a16="http://schemas.microsoft.com/office/drawing/2014/main" id="{90488AC3-D92E-0129-61EF-2DB3FBAA759C}"/>
              </a:ext>
            </a:extLst>
          </p:cNvPr>
          <p:cNvSpPr>
            <a:spLocks noChangeArrowheads="1"/>
          </p:cNvSpPr>
          <p:nvPr/>
        </p:nvSpPr>
        <p:spPr bwMode="auto">
          <a:xfrm>
            <a:off x="1835420" y="5547176"/>
            <a:ext cx="9001000" cy="714375"/>
          </a:xfrm>
          <a:prstGeom prst="rect">
            <a:avLst/>
          </a:prstGeom>
          <a:solidFill>
            <a:srgbClr val="FF8F8F">
              <a:alpha val="39608"/>
            </a:srgbClr>
          </a:solidFill>
          <a:ln w="38160">
            <a:solidFill>
              <a:srgbClr val="2A3610"/>
            </a:solidFill>
            <a:miter lim="800000"/>
            <a:headEnd/>
            <a:tailEnd/>
          </a:ln>
        </p:spPr>
        <p:txBody>
          <a:bodyPr wrap="none" anchor="ctr"/>
          <a:lstStyle/>
          <a:p>
            <a:endParaRPr lang="es-CO"/>
          </a:p>
        </p:txBody>
      </p:sp>
      <p:sp>
        <p:nvSpPr>
          <p:cNvPr id="5" name="Rectangle 4">
            <a:extLst>
              <a:ext uri="{FF2B5EF4-FFF2-40B4-BE49-F238E27FC236}">
                <a16:creationId xmlns:a16="http://schemas.microsoft.com/office/drawing/2014/main" id="{B6E1A909-E82D-3AE8-E550-ECE143606FCD}"/>
              </a:ext>
            </a:extLst>
          </p:cNvPr>
          <p:cNvSpPr>
            <a:spLocks noChangeArrowheads="1"/>
          </p:cNvSpPr>
          <p:nvPr/>
        </p:nvSpPr>
        <p:spPr bwMode="auto">
          <a:xfrm>
            <a:off x="1835420" y="5086862"/>
            <a:ext cx="5320696" cy="460314"/>
          </a:xfrm>
          <a:prstGeom prst="rect">
            <a:avLst/>
          </a:prstGeom>
          <a:solidFill>
            <a:srgbClr val="FCF33E">
              <a:alpha val="41176"/>
            </a:srgbClr>
          </a:solidFill>
          <a:ln w="38160">
            <a:solidFill>
              <a:srgbClr val="C58D01"/>
            </a:solidFill>
            <a:miter lim="800000"/>
            <a:headEnd/>
            <a:tailEnd/>
          </a:ln>
        </p:spPr>
        <p:txBody>
          <a:bodyPr wrap="none" anchor="ctr"/>
          <a:lstStyle/>
          <a:p>
            <a:endParaRPr lang="es-CO"/>
          </a:p>
        </p:txBody>
      </p:sp>
    </p:spTree>
    <p:extLst>
      <p:ext uri="{BB962C8B-B14F-4D97-AF65-F5344CB8AC3E}">
        <p14:creationId xmlns:p14="http://schemas.microsoft.com/office/powerpoint/2010/main" val="1188996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Definir claves primarias y foráneas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378395"/>
          </a:xfrm>
          <a:prstGeom prst="rect">
            <a:avLst/>
          </a:prstGeom>
          <a:noFill/>
        </p:spPr>
        <p:txBody>
          <a:bodyPr wrap="square" rtlCol="0">
            <a:spAutoFit/>
          </a:bodyPr>
          <a:lstStyle/>
          <a:p>
            <a:pPr eaLnBrk="1" hangingPunct="1">
              <a:spcBef>
                <a:spcPts val="600"/>
              </a:spcBef>
            </a:pPr>
            <a:r>
              <a:rPr lang="es-CO" sz="2400" dirty="0">
                <a:solidFill>
                  <a:srgbClr val="000000"/>
                </a:solidFill>
                <a:latin typeface="Arial" panose="020B0604020202020204" pitchFamily="34" charset="0"/>
                <a:cs typeface="Arial Unicode MS" panose="020B0604020202020204" pitchFamily="34" charset="-128"/>
              </a:rPr>
              <a:t>Ejemplo 2:</a:t>
            </a:r>
          </a:p>
          <a:p>
            <a:pPr marL="107950" indent="0">
              <a:lnSpc>
                <a:spcPct val="95000"/>
              </a:lnSpc>
              <a:spcBef>
                <a:spcPts val="0"/>
              </a:spcBef>
              <a:spcAft>
                <a:spcPts val="0"/>
              </a:spcAft>
              <a:buNone/>
            </a:pPr>
            <a:r>
              <a:rPr lang="es-CO" sz="2400" b="1" dirty="0">
                <a:solidFill>
                  <a:srgbClr val="000099"/>
                </a:solidFill>
                <a:latin typeface="Courier New" panose="02070309020205020404" pitchFamily="49" charset="0"/>
                <a:cs typeface="Courier New" panose="02070309020205020404" pitchFamily="49" charset="0"/>
              </a:rPr>
              <a:t>CREATE TABLE  </a:t>
            </a:r>
            <a:r>
              <a:rPr lang="es-CO" sz="2400" dirty="0" err="1">
                <a:solidFill>
                  <a:srgbClr val="000099"/>
                </a:solidFill>
                <a:latin typeface="Courier New" panose="02070309020205020404" pitchFamily="49" charset="0"/>
                <a:cs typeface="Courier New" panose="02070309020205020404" pitchFamily="49" charset="0"/>
              </a:rPr>
              <a:t>Asignacion</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codigo</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int</a:t>
            </a:r>
            <a:r>
              <a:rPr lang="es-CO" sz="2400" dirty="0">
                <a:solidFill>
                  <a:srgbClr val="000099"/>
                </a:solidFill>
                <a:latin typeface="Courier New" panose="02070309020205020404" pitchFamily="49" charset="0"/>
                <a:cs typeface="Courier New" panose="02070309020205020404" pitchFamily="49" charset="0"/>
              </a:rPr>
              <a:t>  </a:t>
            </a:r>
            <a:r>
              <a:rPr lang="es-CO" sz="2400" b="1" dirty="0">
                <a:solidFill>
                  <a:srgbClr val="000099"/>
                </a:solidFill>
                <a:latin typeface="Courier New" panose="02070309020205020404" pitchFamily="49" charset="0"/>
                <a:cs typeface="Courier New" panose="02070309020205020404" pitchFamily="49" charset="0"/>
              </a:rPr>
              <a:t>NOT NULL</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idObra</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int</a:t>
            </a:r>
            <a:r>
              <a:rPr lang="es-CO" sz="2400" dirty="0">
                <a:solidFill>
                  <a:srgbClr val="000099"/>
                </a:solidFill>
                <a:latin typeface="Courier New" panose="02070309020205020404" pitchFamily="49" charset="0"/>
                <a:cs typeface="Courier New" panose="02070309020205020404" pitchFamily="49" charset="0"/>
              </a:rPr>
              <a:t>  </a:t>
            </a:r>
            <a:r>
              <a:rPr lang="es-CO" sz="2400" b="1" dirty="0">
                <a:solidFill>
                  <a:srgbClr val="000099"/>
                </a:solidFill>
                <a:latin typeface="Courier New" panose="02070309020205020404" pitchFamily="49" charset="0"/>
                <a:cs typeface="Courier New" panose="02070309020205020404" pitchFamily="49" charset="0"/>
              </a:rPr>
              <a:t>NOT NULL</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fechaInic</a:t>
            </a:r>
            <a:r>
              <a:rPr lang="es-CO" sz="2400" dirty="0">
                <a:solidFill>
                  <a:srgbClr val="000099"/>
                </a:solidFill>
                <a:latin typeface="Courier New" panose="02070309020205020404" pitchFamily="49" charset="0"/>
                <a:cs typeface="Courier New" panose="02070309020205020404" pitchFamily="49" charset="0"/>
              </a:rPr>
              <a:t>		date,</a:t>
            </a:r>
          </a:p>
          <a:p>
            <a:pPr marL="107950" indent="0">
              <a:lnSpc>
                <a:spcPct val="95000"/>
              </a:lnSpc>
              <a:spcBef>
                <a:spcPts val="0"/>
              </a:spcBef>
              <a:spcAft>
                <a:spcPts val="0"/>
              </a:spcAft>
              <a:buNone/>
            </a:pPr>
            <a:r>
              <a:rPr lang="es-CO" sz="2400" dirty="0" err="1">
                <a:solidFill>
                  <a:srgbClr val="000099"/>
                </a:solidFill>
                <a:latin typeface="Courier New" panose="02070309020205020404" pitchFamily="49" charset="0"/>
                <a:cs typeface="Courier New" panose="02070309020205020404" pitchFamily="49" charset="0"/>
              </a:rPr>
              <a:t>nroDias</a:t>
            </a:r>
            <a:r>
              <a:rPr lang="es-CO" sz="2400" dirty="0">
                <a:solidFill>
                  <a:srgbClr val="000099"/>
                </a:solidFill>
                <a:latin typeface="Courier New" panose="02070309020205020404" pitchFamily="49" charset="0"/>
                <a:cs typeface="Courier New" panose="02070309020205020404" pitchFamily="49" charset="0"/>
              </a:rPr>
              <a:t>		</a:t>
            </a:r>
            <a:r>
              <a:rPr lang="es-CO" sz="2400" dirty="0" err="1">
                <a:solidFill>
                  <a:srgbClr val="000099"/>
                </a:solidFill>
                <a:latin typeface="Courier New" panose="02070309020205020404" pitchFamily="49" charset="0"/>
                <a:cs typeface="Courier New" panose="02070309020205020404" pitchFamily="49" charset="0"/>
              </a:rPr>
              <a:t>smallint</a:t>
            </a:r>
            <a:r>
              <a:rPr lang="es-CO" sz="2400" dirty="0">
                <a:solidFill>
                  <a:srgbClr val="000099"/>
                </a:solidFill>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endParaRPr lang="es-CO" sz="2400" dirty="0">
              <a:solidFill>
                <a:srgbClr val="000099"/>
              </a:solidFill>
              <a:latin typeface="Courier New" panose="02070309020205020404" pitchFamily="49" charset="0"/>
              <a:cs typeface="Courier New" panose="02070309020205020404" pitchFamily="49" charset="0"/>
            </a:endParaRPr>
          </a:p>
          <a:p>
            <a:pPr marL="107950" indent="0">
              <a:lnSpc>
                <a:spcPct val="95000"/>
              </a:lnSpc>
              <a:spcBef>
                <a:spcPts val="0"/>
              </a:spcBef>
              <a:spcAft>
                <a:spcPts val="0"/>
              </a:spcAft>
              <a:buNone/>
            </a:pPr>
            <a:r>
              <a:rPr lang="en-US" sz="2400" b="1" dirty="0">
                <a:highlight>
                  <a:srgbClr val="FFFF00"/>
                </a:highlight>
                <a:latin typeface="Courier New" panose="02070309020205020404" pitchFamily="49" charset="0"/>
                <a:cs typeface="Courier New" panose="02070309020205020404" pitchFamily="49" charset="0"/>
              </a:rPr>
              <a:t>ALTER TABLE </a:t>
            </a:r>
            <a:r>
              <a:rPr lang="es-CO" sz="2400" dirty="0" err="1">
                <a:highlight>
                  <a:srgbClr val="FFFF00"/>
                </a:highlight>
                <a:latin typeface="Courier New" panose="02070309020205020404" pitchFamily="49" charset="0"/>
                <a:cs typeface="Courier New" panose="02070309020205020404" pitchFamily="49" charset="0"/>
              </a:rPr>
              <a:t>Asignacion</a:t>
            </a:r>
            <a:r>
              <a:rPr lang="es-CO" sz="2400" dirty="0">
                <a:highlight>
                  <a:srgbClr val="FFFF00"/>
                </a:highlight>
                <a:latin typeface="Courier New" panose="02070309020205020404" pitchFamily="49" charset="0"/>
                <a:cs typeface="Courier New" panose="02070309020205020404" pitchFamily="49" charset="0"/>
              </a:rPr>
              <a:t> </a:t>
            </a:r>
            <a:r>
              <a:rPr lang="en-US" sz="2400" b="1" dirty="0">
                <a:highlight>
                  <a:srgbClr val="FFFF00"/>
                </a:highlight>
                <a:latin typeface="Courier New" panose="02070309020205020404" pitchFamily="49" charset="0"/>
                <a:cs typeface="Courier New" panose="02070309020205020404" pitchFamily="49" charset="0"/>
              </a:rPr>
              <a:t>ADD CONSTRAINT </a:t>
            </a:r>
            <a:r>
              <a:rPr lang="en-US" sz="2400" dirty="0" err="1">
                <a:highlight>
                  <a:srgbClr val="FFFF00"/>
                </a:highlight>
                <a:latin typeface="Courier New" panose="02070309020205020404" pitchFamily="49" charset="0"/>
                <a:cs typeface="Courier New" panose="02070309020205020404" pitchFamily="49" charset="0"/>
              </a:rPr>
              <a:t>PK_Asignacion</a:t>
            </a:r>
            <a:r>
              <a:rPr lang="en-US" sz="2400" dirty="0">
                <a:highlight>
                  <a:srgbClr val="FFFF00"/>
                </a:highlight>
                <a:latin typeface="Courier New" panose="02070309020205020404" pitchFamily="49" charset="0"/>
                <a:cs typeface="Courier New" panose="02070309020205020404" pitchFamily="49" charset="0"/>
              </a:rPr>
              <a:t> </a:t>
            </a:r>
            <a:r>
              <a:rPr lang="en-US" sz="2400" b="1" dirty="0">
                <a:highlight>
                  <a:srgbClr val="FFFF00"/>
                </a:highlight>
                <a:latin typeface="Courier New" panose="02070309020205020404" pitchFamily="49" charset="0"/>
                <a:cs typeface="Courier New" panose="02070309020205020404" pitchFamily="49" charset="0"/>
              </a:rPr>
              <a:t>PRIMARY KEY </a:t>
            </a:r>
            <a:r>
              <a:rPr lang="en-US" sz="2400" dirty="0">
                <a:highlight>
                  <a:srgbClr val="FFFF00"/>
                </a:highlight>
                <a:latin typeface="Courier New" panose="02070309020205020404" pitchFamily="49" charset="0"/>
                <a:cs typeface="Courier New" panose="02070309020205020404" pitchFamily="49" charset="0"/>
              </a:rPr>
              <a:t>(</a:t>
            </a:r>
            <a:r>
              <a:rPr lang="es-CO" sz="2400" dirty="0" err="1">
                <a:highlight>
                  <a:srgbClr val="FFFF00"/>
                </a:highlight>
                <a:latin typeface="Courier New" panose="02070309020205020404" pitchFamily="49" charset="0"/>
                <a:cs typeface="Courier New" panose="02070309020205020404" pitchFamily="49" charset="0"/>
              </a:rPr>
              <a:t>codigo</a:t>
            </a:r>
            <a:r>
              <a:rPr lang="es-CO" sz="2400" dirty="0">
                <a:highlight>
                  <a:srgbClr val="FFFF00"/>
                </a:highlight>
                <a:latin typeface="Courier New" panose="02070309020205020404" pitchFamily="49" charset="0"/>
                <a:cs typeface="Courier New" panose="02070309020205020404" pitchFamily="49" charset="0"/>
              </a:rPr>
              <a:t>, </a:t>
            </a:r>
            <a:r>
              <a:rPr lang="es-CO" sz="2400" dirty="0" err="1">
                <a:highlight>
                  <a:srgbClr val="FFFF00"/>
                </a:highlight>
                <a:latin typeface="Courier New" panose="02070309020205020404" pitchFamily="49" charset="0"/>
                <a:cs typeface="Courier New" panose="02070309020205020404" pitchFamily="49" charset="0"/>
              </a:rPr>
              <a:t>idObra</a:t>
            </a:r>
            <a:r>
              <a:rPr lang="en-US" sz="2400" dirty="0">
                <a:highlight>
                  <a:srgbClr val="FFFF00"/>
                </a:highlight>
                <a:latin typeface="Courier New" panose="02070309020205020404" pitchFamily="49" charset="0"/>
                <a:cs typeface="Courier New" panose="02070309020205020404" pitchFamily="49" charset="0"/>
              </a:rPr>
              <a:t>);</a:t>
            </a:r>
          </a:p>
          <a:p>
            <a:pPr marL="107950" indent="0">
              <a:lnSpc>
                <a:spcPct val="95000"/>
              </a:lnSpc>
              <a:spcBef>
                <a:spcPts val="0"/>
              </a:spcBef>
              <a:spcAft>
                <a:spcPts val="0"/>
              </a:spcAft>
              <a:buNone/>
            </a:pPr>
            <a:r>
              <a:rPr lang="en-US" sz="2400" b="1" dirty="0">
                <a:highlight>
                  <a:srgbClr val="00FF00"/>
                </a:highlight>
                <a:latin typeface="Courier New" panose="02070309020205020404" pitchFamily="49" charset="0"/>
                <a:cs typeface="Courier New" panose="02070309020205020404" pitchFamily="49" charset="0"/>
              </a:rPr>
              <a:t>ALTER TABLE </a:t>
            </a:r>
            <a:r>
              <a:rPr lang="es-CO" sz="2400" dirty="0" err="1">
                <a:highlight>
                  <a:srgbClr val="00FF00"/>
                </a:highlight>
                <a:latin typeface="Courier New" panose="02070309020205020404" pitchFamily="49" charset="0"/>
                <a:cs typeface="Courier New" panose="02070309020205020404" pitchFamily="49" charset="0"/>
              </a:rPr>
              <a:t>Asignacion</a:t>
            </a:r>
            <a:r>
              <a:rPr lang="en-US" sz="2400" dirty="0">
                <a:highlight>
                  <a:srgbClr val="00FF00"/>
                </a:highlight>
                <a:latin typeface="Courier New" panose="02070309020205020404" pitchFamily="49" charset="0"/>
                <a:cs typeface="Courier New" panose="02070309020205020404" pitchFamily="49" charset="0"/>
              </a:rPr>
              <a:t> </a:t>
            </a:r>
            <a:r>
              <a:rPr lang="en-US" sz="2400" b="1" dirty="0">
                <a:highlight>
                  <a:srgbClr val="00FF00"/>
                </a:highlight>
                <a:latin typeface="Courier New" panose="02070309020205020404" pitchFamily="49" charset="0"/>
                <a:cs typeface="Courier New" panose="02070309020205020404" pitchFamily="49" charset="0"/>
              </a:rPr>
              <a:t>ADD CONSTRAINT </a:t>
            </a:r>
            <a:r>
              <a:rPr lang="en-US" sz="2400" dirty="0" err="1">
                <a:highlight>
                  <a:srgbClr val="00FF00"/>
                </a:highlight>
                <a:latin typeface="Courier New" panose="02070309020205020404" pitchFamily="49" charset="0"/>
                <a:cs typeface="Courier New" panose="02070309020205020404" pitchFamily="49" charset="0"/>
              </a:rPr>
              <a:t>PK_Asignacion_Empleado</a:t>
            </a:r>
            <a:r>
              <a:rPr lang="en-US" sz="2400" dirty="0">
                <a:highlight>
                  <a:srgbClr val="00FF00"/>
                </a:highlight>
                <a:latin typeface="Courier New" panose="02070309020205020404" pitchFamily="49" charset="0"/>
                <a:cs typeface="Courier New" panose="02070309020205020404" pitchFamily="49" charset="0"/>
              </a:rPr>
              <a:t> </a:t>
            </a:r>
            <a:r>
              <a:rPr lang="en-US" sz="2400" b="1" dirty="0">
                <a:highlight>
                  <a:srgbClr val="00FF00"/>
                </a:highlight>
                <a:latin typeface="Courier New" panose="02070309020205020404" pitchFamily="49" charset="0"/>
                <a:cs typeface="Courier New" panose="02070309020205020404" pitchFamily="49" charset="0"/>
              </a:rPr>
              <a:t>FOREIGN KEY</a:t>
            </a:r>
            <a:r>
              <a:rPr lang="en-US" sz="2400" dirty="0">
                <a:highlight>
                  <a:srgbClr val="00FF00"/>
                </a:highlight>
                <a:latin typeface="Courier New" panose="02070309020205020404" pitchFamily="49" charset="0"/>
                <a:cs typeface="Courier New" panose="02070309020205020404" pitchFamily="49" charset="0"/>
              </a:rPr>
              <a:t>(</a:t>
            </a:r>
            <a:r>
              <a:rPr lang="en-US" sz="2400" dirty="0" err="1">
                <a:highlight>
                  <a:srgbClr val="00FF00"/>
                </a:highlight>
                <a:latin typeface="Courier New" panose="02070309020205020404" pitchFamily="49" charset="0"/>
                <a:cs typeface="Courier New" panose="02070309020205020404" pitchFamily="49" charset="0"/>
              </a:rPr>
              <a:t>codigo</a:t>
            </a:r>
            <a:r>
              <a:rPr lang="en-US" sz="2400" dirty="0">
                <a:highlight>
                  <a:srgbClr val="00FF00"/>
                </a:highlight>
                <a:latin typeface="Courier New" panose="02070309020205020404" pitchFamily="49" charset="0"/>
                <a:cs typeface="Courier New" panose="02070309020205020404" pitchFamily="49" charset="0"/>
              </a:rPr>
              <a:t>)</a:t>
            </a:r>
            <a:r>
              <a:rPr lang="en-US" sz="2400" b="1" dirty="0">
                <a:highlight>
                  <a:srgbClr val="00FF00"/>
                </a:highlight>
                <a:latin typeface="Courier New" panose="02070309020205020404" pitchFamily="49" charset="0"/>
                <a:cs typeface="Courier New" panose="02070309020205020404" pitchFamily="49" charset="0"/>
              </a:rPr>
              <a:t>REFERENCES </a:t>
            </a:r>
            <a:r>
              <a:rPr lang="es-CO" sz="2400" b="1" dirty="0">
                <a:solidFill>
                  <a:srgbClr val="000000"/>
                </a:solidFill>
                <a:highlight>
                  <a:srgbClr val="00FF00"/>
                </a:highlight>
                <a:latin typeface="Courier New" panose="02070309020205020404" pitchFamily="49" charset="0"/>
                <a:cs typeface="Courier New" panose="02070309020205020404" pitchFamily="49" charset="0"/>
              </a:rPr>
              <a:t>Empleado</a:t>
            </a:r>
            <a:r>
              <a:rPr lang="en-US" sz="2400" dirty="0">
                <a:highlight>
                  <a:srgbClr val="00FF00"/>
                </a:highlight>
                <a:latin typeface="Courier New" panose="02070309020205020404" pitchFamily="49" charset="0"/>
                <a:cs typeface="Courier New" panose="02070309020205020404" pitchFamily="49" charset="0"/>
              </a:rPr>
              <a:t>(</a:t>
            </a:r>
            <a:r>
              <a:rPr lang="es-CO" sz="2400" dirty="0" err="1">
                <a:highlight>
                  <a:srgbClr val="00FF00"/>
                </a:highlight>
                <a:latin typeface="Courier New" panose="02070309020205020404" pitchFamily="49" charset="0"/>
                <a:cs typeface="Courier New" panose="02070309020205020404" pitchFamily="49" charset="0"/>
              </a:rPr>
              <a:t>codigo</a:t>
            </a:r>
            <a:r>
              <a:rPr lang="en-US" sz="2400" dirty="0">
                <a:highlight>
                  <a:srgbClr val="00FF00"/>
                </a:highlight>
                <a:latin typeface="Courier New" panose="02070309020205020404" pitchFamily="49" charset="0"/>
                <a:cs typeface="Courier New" panose="02070309020205020404" pitchFamily="49" charset="0"/>
              </a:rPr>
              <a:t>);</a:t>
            </a:r>
            <a:endParaRPr lang="es-CO" sz="2400" dirty="0">
              <a:highlight>
                <a:srgbClr val="00FF00"/>
              </a:highlight>
              <a:latin typeface="Courier New" panose="02070309020205020404" pitchFamily="49" charset="0"/>
              <a:cs typeface="Courier New" panose="02070309020205020404" pitchFamily="49" charset="0"/>
            </a:endParaRPr>
          </a:p>
          <a:p>
            <a:pPr marL="107950" indent="0">
              <a:lnSpc>
                <a:spcPct val="95000"/>
              </a:lnSpc>
              <a:spcBef>
                <a:spcPts val="0"/>
              </a:spcBef>
              <a:spcAft>
                <a:spcPts val="0"/>
              </a:spcAft>
              <a:buNone/>
            </a:pPr>
            <a:r>
              <a:rPr lang="en-US" sz="2400" b="1" dirty="0">
                <a:highlight>
                  <a:srgbClr val="00FFFF"/>
                </a:highlight>
                <a:latin typeface="Courier New" panose="02070309020205020404" pitchFamily="49" charset="0"/>
                <a:cs typeface="Courier New" panose="02070309020205020404" pitchFamily="49" charset="0"/>
              </a:rPr>
              <a:t>ALTER TABLE </a:t>
            </a:r>
            <a:r>
              <a:rPr lang="es-CO" sz="2400" dirty="0" err="1">
                <a:highlight>
                  <a:srgbClr val="00FFFF"/>
                </a:highlight>
                <a:latin typeface="Courier New" panose="02070309020205020404" pitchFamily="49" charset="0"/>
                <a:cs typeface="Courier New" panose="02070309020205020404" pitchFamily="49" charset="0"/>
              </a:rPr>
              <a:t>Asignacion</a:t>
            </a:r>
            <a:r>
              <a:rPr lang="en-US" sz="2400" dirty="0">
                <a:highlight>
                  <a:srgbClr val="00FFFF"/>
                </a:highlight>
                <a:latin typeface="Courier New" panose="02070309020205020404" pitchFamily="49" charset="0"/>
                <a:cs typeface="Courier New" panose="02070309020205020404" pitchFamily="49" charset="0"/>
              </a:rPr>
              <a:t> </a:t>
            </a:r>
            <a:r>
              <a:rPr lang="en-US" sz="2400" b="1" dirty="0">
                <a:highlight>
                  <a:srgbClr val="00FFFF"/>
                </a:highlight>
                <a:latin typeface="Courier New" panose="02070309020205020404" pitchFamily="49" charset="0"/>
                <a:cs typeface="Courier New" panose="02070309020205020404" pitchFamily="49" charset="0"/>
              </a:rPr>
              <a:t>ADD CONSTRAINT </a:t>
            </a:r>
            <a:r>
              <a:rPr lang="en-US" sz="2400" dirty="0" err="1">
                <a:highlight>
                  <a:srgbClr val="00FFFF"/>
                </a:highlight>
                <a:latin typeface="Courier New" panose="02070309020205020404" pitchFamily="49" charset="0"/>
                <a:cs typeface="Courier New" panose="02070309020205020404" pitchFamily="49" charset="0"/>
              </a:rPr>
              <a:t>PK_Asignacion_Obra</a:t>
            </a:r>
            <a:r>
              <a:rPr lang="en-US" sz="2400" dirty="0">
                <a:highlight>
                  <a:srgbClr val="00FFFF"/>
                </a:highlight>
                <a:latin typeface="Courier New" panose="02070309020205020404" pitchFamily="49" charset="0"/>
                <a:cs typeface="Courier New" panose="02070309020205020404" pitchFamily="49" charset="0"/>
              </a:rPr>
              <a:t> </a:t>
            </a:r>
            <a:r>
              <a:rPr lang="en-US" sz="2400" b="1" dirty="0">
                <a:highlight>
                  <a:srgbClr val="00FFFF"/>
                </a:highlight>
                <a:latin typeface="Courier New" panose="02070309020205020404" pitchFamily="49" charset="0"/>
                <a:cs typeface="Courier New" panose="02070309020205020404" pitchFamily="49" charset="0"/>
              </a:rPr>
              <a:t>FOREIGN KEY </a:t>
            </a:r>
            <a:r>
              <a:rPr lang="en-US" sz="2400" dirty="0">
                <a:highlight>
                  <a:srgbClr val="00FFFF"/>
                </a:highlight>
                <a:latin typeface="Courier New" panose="02070309020205020404" pitchFamily="49" charset="0"/>
                <a:cs typeface="Courier New" panose="02070309020205020404" pitchFamily="49" charset="0"/>
              </a:rPr>
              <a:t>(</a:t>
            </a:r>
            <a:r>
              <a:rPr lang="es-CO" sz="2400" b="1" dirty="0" err="1">
                <a:solidFill>
                  <a:srgbClr val="000000"/>
                </a:solidFill>
                <a:highlight>
                  <a:srgbClr val="00FFFF"/>
                </a:highlight>
                <a:latin typeface="Courier New" panose="02070309020205020404" pitchFamily="49" charset="0"/>
                <a:cs typeface="Courier New" panose="02070309020205020404" pitchFamily="49" charset="0"/>
              </a:rPr>
              <a:t>idObra</a:t>
            </a:r>
            <a:r>
              <a:rPr lang="en-US" sz="2400" dirty="0">
                <a:highlight>
                  <a:srgbClr val="00FFFF"/>
                </a:highlight>
                <a:latin typeface="Courier New" panose="02070309020205020404" pitchFamily="49" charset="0"/>
                <a:cs typeface="Courier New" panose="02070309020205020404" pitchFamily="49" charset="0"/>
              </a:rPr>
              <a:t>) </a:t>
            </a:r>
            <a:r>
              <a:rPr lang="en-US" sz="2400" b="1" dirty="0">
                <a:highlight>
                  <a:srgbClr val="00FFFF"/>
                </a:highlight>
                <a:latin typeface="Courier New" panose="02070309020205020404" pitchFamily="49" charset="0"/>
                <a:cs typeface="Courier New" panose="02070309020205020404" pitchFamily="49" charset="0"/>
              </a:rPr>
              <a:t>REFERENCES </a:t>
            </a:r>
            <a:r>
              <a:rPr lang="es-CO" sz="2400" b="1" dirty="0">
                <a:solidFill>
                  <a:srgbClr val="000000"/>
                </a:solidFill>
                <a:highlight>
                  <a:srgbClr val="00FFFF"/>
                </a:highlight>
                <a:latin typeface="Courier New" panose="02070309020205020404" pitchFamily="49" charset="0"/>
                <a:cs typeface="Courier New" panose="02070309020205020404" pitchFamily="49" charset="0"/>
              </a:rPr>
              <a:t>Empleado</a:t>
            </a:r>
            <a:r>
              <a:rPr lang="en-US" sz="2400" dirty="0">
                <a:highlight>
                  <a:srgbClr val="00FFFF"/>
                </a:highlight>
                <a:latin typeface="Courier New" panose="02070309020205020404" pitchFamily="49" charset="0"/>
                <a:cs typeface="Courier New" panose="02070309020205020404" pitchFamily="49" charset="0"/>
              </a:rPr>
              <a:t>(</a:t>
            </a:r>
            <a:r>
              <a:rPr lang="es-CO" sz="2400" b="1" dirty="0" err="1">
                <a:solidFill>
                  <a:srgbClr val="000000"/>
                </a:solidFill>
                <a:highlight>
                  <a:srgbClr val="00FFFF"/>
                </a:highlight>
                <a:latin typeface="Courier New" panose="02070309020205020404" pitchFamily="49" charset="0"/>
                <a:cs typeface="Courier New" panose="02070309020205020404" pitchFamily="49" charset="0"/>
              </a:rPr>
              <a:t>idObra</a:t>
            </a:r>
            <a:r>
              <a:rPr lang="en-US" sz="2400" dirty="0">
                <a:highlight>
                  <a:srgbClr val="00FFFF"/>
                </a:highlight>
                <a:latin typeface="Courier New" panose="02070309020205020404" pitchFamily="49" charset="0"/>
                <a:cs typeface="Courier New" panose="02070309020205020404" pitchFamily="49" charset="0"/>
              </a:rPr>
              <a:t>);</a:t>
            </a:r>
            <a:endParaRPr lang="es-CO" sz="2400" b="1" dirty="0">
              <a:solidFill>
                <a:srgbClr val="000000"/>
              </a:solidFill>
              <a:highlight>
                <a:srgbClr val="00FFFF"/>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5229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Trabajo con Oracle o </a:t>
            </a:r>
            <a:r>
              <a:rPr lang="es-CO" sz="5000" dirty="0" err="1">
                <a:latin typeface="Arial" panose="020B0604020202020204" pitchFamily="34" charset="0"/>
                <a:cs typeface="Arial" panose="020B0604020202020204" pitchFamily="34" charset="0"/>
              </a:rPr>
              <a:t>MariaDB</a:t>
            </a:r>
            <a:endParaRPr lang="es-CO" sz="5000"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503797"/>
          </a:xfrm>
          <a:prstGeom prst="rect">
            <a:avLst/>
          </a:prstGeom>
          <a:noFill/>
        </p:spPr>
        <p:txBody>
          <a:bodyPr wrap="square" rtlCol="0">
            <a:spAutoFit/>
          </a:bodyPr>
          <a:lstStyle/>
          <a:p>
            <a:pPr eaLnBrk="1" hangingPunct="1">
              <a:spcBef>
                <a:spcPts val="750"/>
              </a:spcBef>
            </a:pPr>
            <a:endParaRPr lang="es-CO" sz="2400" b="1" dirty="0">
              <a:solidFill>
                <a:srgbClr val="FF0000"/>
              </a:solidFill>
              <a:latin typeface="Arial" panose="020B0604020202020204" pitchFamily="34" charset="0"/>
              <a:cs typeface="Arial Unicode MS" panose="020B0604020202020204" pitchFamily="34" charset="-128"/>
            </a:endParaRPr>
          </a:p>
          <a:p>
            <a:pPr eaLnBrk="1" hangingPunct="1">
              <a:spcBef>
                <a:spcPts val="750"/>
              </a:spcBef>
            </a:pPr>
            <a:r>
              <a:rPr lang="es-CO" sz="2400" b="1" dirty="0">
                <a:solidFill>
                  <a:srgbClr val="FF0000"/>
                </a:solidFill>
                <a:latin typeface="Arial" panose="020B0604020202020204" pitchFamily="34" charset="0"/>
                <a:cs typeface="Arial Unicode MS" panose="020B0604020202020204" pitchFamily="34" charset="-128"/>
              </a:rPr>
              <a:t>Oracle:</a:t>
            </a:r>
          </a:p>
          <a:p>
            <a:pPr eaLnBrk="1" hangingPunct="1">
              <a:spcBef>
                <a:spcPts val="750"/>
              </a:spcBef>
            </a:pPr>
            <a:r>
              <a:rPr lang="es-CO" sz="2400" b="1" dirty="0">
                <a:solidFill>
                  <a:srgbClr val="FF0000"/>
                </a:solidFill>
                <a:latin typeface="Arial" panose="020B0604020202020204" pitchFamily="34" charset="0"/>
                <a:cs typeface="Courier New" panose="02070309020205020404" pitchFamily="49" charset="0"/>
                <a:hlinkClick r:id="rId2"/>
              </a:rPr>
              <a:t>https://www.oracle.com/es/database/technologies/appdev/xe.html</a:t>
            </a:r>
            <a:r>
              <a:rPr lang="es-CO" sz="2400" b="1" dirty="0">
                <a:solidFill>
                  <a:srgbClr val="FF0000"/>
                </a:solidFill>
                <a:latin typeface="Arial" panose="020B0604020202020204" pitchFamily="34" charset="0"/>
                <a:cs typeface="Courier New" panose="02070309020205020404" pitchFamily="49" charset="0"/>
              </a:rPr>
              <a:t> </a:t>
            </a:r>
          </a:p>
          <a:p>
            <a:pPr eaLnBrk="1" hangingPunct="1">
              <a:spcBef>
                <a:spcPts val="750"/>
              </a:spcBef>
            </a:pPr>
            <a:endParaRPr lang="es-CO" sz="2400" b="1" dirty="0">
              <a:solidFill>
                <a:srgbClr val="FF0000"/>
              </a:solidFill>
              <a:latin typeface="Arial" panose="020B0604020202020204" pitchFamily="34" charset="0"/>
              <a:cs typeface="Courier New" panose="02070309020205020404" pitchFamily="49" charset="0"/>
            </a:endParaRPr>
          </a:p>
          <a:p>
            <a:pPr eaLnBrk="1" hangingPunct="1">
              <a:spcBef>
                <a:spcPts val="750"/>
              </a:spcBef>
            </a:pPr>
            <a:endParaRPr lang="es-CO" sz="2400" b="1" dirty="0">
              <a:solidFill>
                <a:srgbClr val="FF0000"/>
              </a:solidFill>
              <a:latin typeface="Arial" panose="020B0604020202020204" pitchFamily="34" charset="0"/>
              <a:cs typeface="Courier New" panose="02070309020205020404" pitchFamily="49" charset="0"/>
            </a:endParaRPr>
          </a:p>
          <a:p>
            <a:pPr eaLnBrk="1" hangingPunct="1">
              <a:spcBef>
                <a:spcPts val="750"/>
              </a:spcBef>
            </a:pPr>
            <a:r>
              <a:rPr lang="es-CO" sz="2400" b="1" dirty="0" err="1">
                <a:solidFill>
                  <a:srgbClr val="FF0000"/>
                </a:solidFill>
                <a:latin typeface="Arial" panose="020B0604020202020204" pitchFamily="34" charset="0"/>
                <a:cs typeface="Courier New" panose="02070309020205020404" pitchFamily="49" charset="0"/>
              </a:rPr>
              <a:t>MariaDB</a:t>
            </a:r>
            <a:r>
              <a:rPr lang="es-CO" sz="2400" b="1" dirty="0">
                <a:solidFill>
                  <a:srgbClr val="FF0000"/>
                </a:solidFill>
                <a:latin typeface="Arial" panose="020B0604020202020204" pitchFamily="34" charset="0"/>
                <a:cs typeface="Courier New" panose="02070309020205020404" pitchFamily="49" charset="0"/>
              </a:rPr>
              <a:t>:</a:t>
            </a:r>
          </a:p>
          <a:p>
            <a:pPr eaLnBrk="1" hangingPunct="1">
              <a:spcBef>
                <a:spcPts val="750"/>
              </a:spcBef>
            </a:pPr>
            <a:r>
              <a:rPr lang="es-CO" sz="2400" b="1" dirty="0">
                <a:solidFill>
                  <a:srgbClr val="000000"/>
                </a:solidFill>
                <a:latin typeface="Courier New" panose="02070309020205020404" pitchFamily="49" charset="0"/>
                <a:cs typeface="Courier New" panose="02070309020205020404" pitchFamily="49" charset="0"/>
                <a:hlinkClick r:id="rId3"/>
              </a:rPr>
              <a:t>https://mariadb.org/download/?t=mariadb&amp;p=mariadb&amp;r=10.11.5&amp;os=windows&amp;cpu=x86_64&amp;pkg=msi&amp;m=insacom</a:t>
            </a:r>
            <a:endParaRPr lang="es-CO" sz="2400" b="1" dirty="0">
              <a:solidFill>
                <a:srgbClr val="FF0000"/>
              </a:solidFill>
              <a:latin typeface="Arial" panose="020B0604020202020204" pitchFamily="34" charset="0"/>
              <a:cs typeface="Courier New" panose="02070309020205020404" pitchFamily="49" charset="0"/>
            </a:endParaRPr>
          </a:p>
          <a:p>
            <a:pPr eaLnBrk="1" hangingPunct="1">
              <a:spcBef>
                <a:spcPts val="750"/>
              </a:spcBef>
            </a:pPr>
            <a:endParaRPr lang="es-CO" sz="2400" b="1"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3567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 de Datos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27045"/>
          </a:xfrm>
          <a:prstGeom prst="rect">
            <a:avLst/>
          </a:prstGeom>
          <a:noFill/>
        </p:spPr>
        <p:txBody>
          <a:bodyPr wrap="square" rtlCol="0">
            <a:spAutoFit/>
          </a:bodyPr>
          <a:lstStyle/>
          <a:p>
            <a:pPr marL="3810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200" dirty="0">
                <a:latin typeface="Arial" panose="020B0604020202020204" pitchFamily="34" charset="0"/>
                <a:cs typeface="Arial" panose="020B0604020202020204" pitchFamily="34" charset="0"/>
              </a:rPr>
              <a:t>El </a:t>
            </a:r>
            <a:r>
              <a:rPr lang="es-CO" sz="2200" dirty="0">
                <a:latin typeface="Arial" panose="020B0604020202020204" pitchFamily="34" charset="0"/>
                <a:cs typeface="Arial" panose="020B0604020202020204" pitchFamily="34" charset="0"/>
              </a:rPr>
              <a:t>SQL provee una gran variedad de capacidades de manipulación de datos para actualización y consultas a la base de datos, las que dependen solo de la estructura lógica de la base de datos, no de su estructura física.</a:t>
            </a:r>
          </a:p>
          <a:p>
            <a:pPr marL="38100" indent="-19050">
              <a:spcAft>
                <a:spcPts val="17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El lenguaje SQL es </a:t>
            </a:r>
            <a:r>
              <a:rPr lang="es-CO" sz="2200" dirty="0">
                <a:solidFill>
                  <a:srgbClr val="FF0000"/>
                </a:solidFill>
                <a:latin typeface="Arial" panose="020B0604020202020204" pitchFamily="34" charset="0"/>
                <a:cs typeface="Arial" panose="020B0604020202020204" pitchFamily="34" charset="0"/>
              </a:rPr>
              <a:t>insensible a mayúsculas y minúsculas</a:t>
            </a:r>
            <a:r>
              <a:rPr lang="es-CO" sz="2200" dirty="0">
                <a:latin typeface="Arial" panose="020B0604020202020204" pitchFamily="34" charset="0"/>
                <a:cs typeface="Arial" panose="020B0604020202020204" pitchFamily="34" charset="0"/>
              </a:rPr>
              <a:t>, es decir, las trata por igual. Por tanto, las palabras clave </a:t>
            </a:r>
            <a:r>
              <a:rPr lang="es-CO" sz="2200" dirty="0">
                <a:solidFill>
                  <a:srgbClr val="5E11A6"/>
                </a:solidFill>
                <a:latin typeface="Arial" panose="020B0604020202020204" pitchFamily="34" charset="0"/>
                <a:cs typeface="Arial" panose="020B0604020202020204" pitchFamily="34" charset="0"/>
              </a:rPr>
              <a:t>SELECT</a:t>
            </a:r>
            <a:r>
              <a:rPr lang="es-CO" sz="2200"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es igualmente correcto escribirlas como </a:t>
            </a:r>
            <a:r>
              <a:rPr lang="es-CO" sz="2200" b="1" dirty="0" err="1">
                <a:solidFill>
                  <a:srgbClr val="5E11A6"/>
                </a:solidFill>
                <a:latin typeface="Arial" panose="020B0604020202020204" pitchFamily="34" charset="0"/>
                <a:cs typeface="Arial" panose="020B0604020202020204" pitchFamily="34" charset="0"/>
              </a:rPr>
              <a:t>select</a:t>
            </a:r>
            <a:r>
              <a:rPr lang="es-CO" sz="2200" dirty="0">
                <a:latin typeface="Arial" panose="020B0604020202020204" pitchFamily="34" charset="0"/>
                <a:cs typeface="Arial" panose="020B0604020202020204" pitchFamily="34" charset="0"/>
              </a:rPr>
              <a:t>, </a:t>
            </a:r>
            <a:r>
              <a:rPr lang="es-CO" sz="2200" b="1" dirty="0" err="1">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a:t>
            </a:r>
            <a:r>
              <a:rPr lang="es-CO" sz="2200" b="1" dirty="0" err="1">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o </a:t>
            </a:r>
            <a:r>
              <a:rPr lang="es-CO" sz="2200" b="1" dirty="0" err="1">
                <a:solidFill>
                  <a:srgbClr val="5E11A6"/>
                </a:solidFill>
                <a:latin typeface="Arial" panose="020B0604020202020204" pitchFamily="34" charset="0"/>
                <a:cs typeface="Arial" panose="020B0604020202020204" pitchFamily="34" charset="0"/>
              </a:rPr>
              <a:t>Select</a:t>
            </a:r>
            <a:r>
              <a:rPr lang="es-CO" sz="2200" dirty="0">
                <a:latin typeface="Arial" panose="020B0604020202020204" pitchFamily="34" charset="0"/>
                <a:cs typeface="Arial" panose="020B0604020202020204" pitchFamily="34" charset="0"/>
              </a:rPr>
              <a:t>, </a:t>
            </a:r>
            <a:r>
              <a:rPr lang="es-CO" sz="2200" b="1" dirty="0" err="1">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a:t>
            </a:r>
            <a:r>
              <a:rPr lang="es-CO" sz="2200" b="1" dirty="0" err="1">
                <a:solidFill>
                  <a:srgbClr val="5E11A6"/>
                </a:solidFill>
                <a:latin typeface="Arial" panose="020B0604020202020204" pitchFamily="34" charset="0"/>
                <a:cs typeface="Arial" panose="020B0604020202020204" pitchFamily="34" charset="0"/>
              </a:rPr>
              <a:t>Where</a:t>
            </a:r>
            <a:r>
              <a:rPr lang="es-CO" sz="2200" b="1" dirty="0">
                <a:latin typeface="Arial" panose="020B0604020202020204" pitchFamily="34" charset="0"/>
                <a:cs typeface="Arial" panose="020B0604020202020204" pitchFamily="34" charset="0"/>
              </a:rPr>
              <a:t>. Igual tratamiento reciben los nombres de atributos.</a:t>
            </a:r>
          </a:p>
          <a:p>
            <a:pPr marL="38100" indent="-19050">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latin typeface="Arial" panose="020B0604020202020204" pitchFamily="34" charset="0"/>
                <a:cs typeface="Arial" panose="020B0604020202020204" pitchFamily="34" charset="0"/>
              </a:rPr>
              <a:t>CONSULTAS  SIMPLES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FF0000"/>
                </a:solidFill>
                <a:latin typeface="Arial" panose="020B0604020202020204" pitchFamily="34" charset="0"/>
                <a:cs typeface="Arial" panose="020B0604020202020204" pitchFamily="34" charset="0"/>
              </a:rPr>
              <a:t>Una consulta simple es aquella que involucra solamente una tabla de la base de datos. </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Consulta: ¿Quiénes son plomeros?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280099"/>
                </a:solidFill>
                <a:latin typeface="Arial" panose="020B0604020202020204" pitchFamily="34" charset="0"/>
                <a:cs typeface="Arial" panose="020B0604020202020204" pitchFamily="34" charset="0"/>
              </a:rPr>
              <a:t>SELECT </a:t>
            </a:r>
            <a:r>
              <a:rPr lang="es-CO" sz="2200" dirty="0">
                <a:solidFill>
                  <a:srgbClr val="0000FF"/>
                </a:solidFill>
                <a:latin typeface="Arial" panose="020B0604020202020204" pitchFamily="34" charset="0"/>
                <a:cs typeface="Arial" panose="020B0604020202020204" pitchFamily="34" charset="0"/>
              </a:rPr>
              <a:t>nombre</a:t>
            </a:r>
            <a:r>
              <a:rPr lang="es-CO" sz="2200" dirty="0">
                <a:solidFill>
                  <a:srgbClr val="280099"/>
                </a:solidFill>
                <a:latin typeface="Arial" panose="020B0604020202020204" pitchFamily="34" charset="0"/>
                <a:cs typeface="Arial" panose="020B0604020202020204" pitchFamily="34" charset="0"/>
              </a:rPr>
              <a:t> </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280099"/>
                </a:solidFill>
                <a:latin typeface="Arial" panose="020B0604020202020204" pitchFamily="34" charset="0"/>
                <a:cs typeface="Arial" panose="020B0604020202020204" pitchFamily="34" charset="0"/>
              </a:rPr>
              <a:t>FROM </a:t>
            </a:r>
            <a:r>
              <a:rPr lang="es-CO" sz="2200" dirty="0">
                <a:solidFill>
                  <a:srgbClr val="0000FF"/>
                </a:solidFill>
                <a:latin typeface="Arial" panose="020B0604020202020204" pitchFamily="34" charset="0"/>
                <a:cs typeface="Arial" panose="020B0604020202020204" pitchFamily="34" charset="0"/>
              </a:rPr>
              <a:t>Empleados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280099"/>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especialidad = “Plomero”</a:t>
            </a:r>
            <a:r>
              <a:rPr lang="es-CO" sz="2200" dirty="0">
                <a:solidFill>
                  <a:srgbClr val="280099"/>
                </a:solidFill>
                <a:latin typeface="Arial" panose="020B0604020202020204" pitchFamily="34" charset="0"/>
                <a:cs typeface="Arial" panose="020B0604020202020204" pitchFamily="34" charset="0"/>
              </a:rPr>
              <a:t>;</a:t>
            </a:r>
          </a:p>
        </p:txBody>
      </p:sp>
      <p:pic>
        <p:nvPicPr>
          <p:cNvPr id="3" name="Imagen 2">
            <a:extLst>
              <a:ext uri="{FF2B5EF4-FFF2-40B4-BE49-F238E27FC236}">
                <a16:creationId xmlns:a16="http://schemas.microsoft.com/office/drawing/2014/main" id="{519522D0-EFC3-C4A5-8DA0-6257FF3120E4}"/>
              </a:ext>
            </a:extLst>
          </p:cNvPr>
          <p:cNvPicPr>
            <a:picLocks noChangeAspect="1"/>
          </p:cNvPicPr>
          <p:nvPr/>
        </p:nvPicPr>
        <p:blipFill>
          <a:blip r:embed="rId2"/>
          <a:stretch>
            <a:fillRect/>
          </a:stretch>
        </p:blipFill>
        <p:spPr>
          <a:xfrm>
            <a:off x="7762420" y="4786409"/>
            <a:ext cx="2592288" cy="1522455"/>
          </a:xfrm>
          <a:prstGeom prst="rect">
            <a:avLst/>
          </a:prstGeom>
        </p:spPr>
      </p:pic>
    </p:spTree>
    <p:extLst>
      <p:ext uri="{BB962C8B-B14F-4D97-AF65-F5344CB8AC3E}">
        <p14:creationId xmlns:p14="http://schemas.microsoft.com/office/powerpoint/2010/main" val="124943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Funcionamiento del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324535"/>
          </a:xfrm>
          <a:prstGeom prst="rect">
            <a:avLst/>
          </a:prstGeom>
          <a:noFill/>
        </p:spPr>
        <p:txBody>
          <a:bodyPr wrap="square" rtlCol="0">
            <a:spAutoFit/>
          </a:bodyPr>
          <a:lstStyle/>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El </a:t>
            </a:r>
            <a:r>
              <a:rPr lang="es-CO" sz="2000" dirty="0" err="1">
                <a:latin typeface="Arial" panose="020B0604020202020204" pitchFamily="34" charset="0"/>
                <a:cs typeface="Arial" panose="020B0604020202020204" pitchFamily="34" charset="0"/>
              </a:rPr>
              <a:t>query</a:t>
            </a:r>
            <a:r>
              <a:rPr lang="es-CO" sz="2000" dirty="0">
                <a:latin typeface="Arial" panose="020B0604020202020204" pitchFamily="34" charset="0"/>
                <a:cs typeface="Arial" panose="020B0604020202020204" pitchFamily="34" charset="0"/>
              </a:rPr>
              <a:t> ilustra las tres cláusulas del SQL más utilizadas: </a:t>
            </a:r>
            <a:r>
              <a:rPr lang="es-CO" sz="2000"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a:t>
            </a:r>
            <a:r>
              <a:rPr lang="es-CO" sz="2000"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y </a:t>
            </a:r>
            <a:r>
              <a:rPr lang="es-CO" sz="2000"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0000"/>
                </a:solidFill>
                <a:latin typeface="Arial" panose="020B0604020202020204" pitchFamily="34" charset="0"/>
                <a:cs typeface="Arial" panose="020B0604020202020204" pitchFamily="34" charset="0"/>
              </a:rPr>
              <a:t>Cláusula SELECT. </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cláusula </a:t>
            </a:r>
            <a:r>
              <a:rPr lang="es-CO" sz="2000"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a:t>
            </a:r>
            <a:r>
              <a:rPr lang="es-CO" sz="2000" dirty="0">
                <a:solidFill>
                  <a:srgbClr val="0000FF"/>
                </a:solidFill>
                <a:latin typeface="Arial" panose="020B0604020202020204" pitchFamily="34" charset="0"/>
                <a:cs typeface="Arial" panose="020B0604020202020204" pitchFamily="34" charset="0"/>
              </a:rPr>
              <a:t>lista las columnas deseadas </a:t>
            </a:r>
            <a:r>
              <a:rPr lang="es-CO" sz="2000" dirty="0">
                <a:latin typeface="Arial" panose="020B0604020202020204" pitchFamily="34" charset="0"/>
                <a:cs typeface="Arial" panose="020B0604020202020204" pitchFamily="34" charset="0"/>
              </a:rPr>
              <a:t>en el resultado de la consulta, las cuales siempre serán las columnas de una tabla relacional. También se puede incluir varias columnas o incluir valores calculados y valores literales.</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3333"/>
                </a:solidFill>
                <a:latin typeface="Arial" panose="020B0604020202020204" pitchFamily="34" charset="0"/>
                <a:cs typeface="Arial" panose="020B0604020202020204" pitchFamily="34" charset="0"/>
              </a:rPr>
              <a:t>Cláusula FROM</a:t>
            </a:r>
            <a:r>
              <a:rPr lang="es-CO" sz="2000" dirty="0">
                <a:solidFill>
                  <a:srgbClr val="FF3333"/>
                </a:solidFill>
                <a:latin typeface="Arial" panose="020B0604020202020204" pitchFamily="34" charset="0"/>
                <a:cs typeface="Arial" panose="020B0604020202020204" pitchFamily="34" charset="0"/>
              </a:rPr>
              <a:t>. </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cláusula </a:t>
            </a:r>
            <a:r>
              <a:rPr lang="es-CO" sz="2000"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a:t>
            </a:r>
            <a:r>
              <a:rPr lang="es-CO" sz="2000" dirty="0">
                <a:solidFill>
                  <a:srgbClr val="0000FF"/>
                </a:solidFill>
                <a:latin typeface="Arial" panose="020B0604020202020204" pitchFamily="34" charset="0"/>
                <a:cs typeface="Arial" panose="020B0604020202020204" pitchFamily="34" charset="0"/>
              </a:rPr>
              <a:t>lista una o más tablas que son referenciadas en la consulta</a:t>
            </a:r>
            <a:r>
              <a:rPr lang="es-CO" sz="2000" dirty="0">
                <a:latin typeface="Arial" panose="020B0604020202020204" pitchFamily="34" charset="0"/>
                <a:cs typeface="Arial" panose="020B0604020202020204" pitchFamily="34" charset="0"/>
              </a:rPr>
              <a:t>. Todas las columnas listadas en las cláusulas </a:t>
            </a:r>
            <a:r>
              <a:rPr lang="es-CO" sz="2000"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o </a:t>
            </a:r>
            <a:r>
              <a:rPr lang="es-CO" sz="2000"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deben hallarse en una de las tablas de la cláusula </a:t>
            </a:r>
            <a:r>
              <a:rPr lang="es-CO" sz="2000"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0000"/>
                </a:solidFill>
                <a:latin typeface="Arial" panose="020B0604020202020204" pitchFamily="34" charset="0"/>
                <a:cs typeface="Arial" panose="020B0604020202020204" pitchFamily="34" charset="0"/>
              </a:rPr>
              <a:t>Cláusula WHERE</a:t>
            </a:r>
            <a:r>
              <a:rPr lang="es-CO" sz="2000" dirty="0">
                <a:solidFill>
                  <a:srgbClr val="FF0000"/>
                </a:solidFill>
                <a:latin typeface="Arial" panose="020B0604020202020204" pitchFamily="34" charset="0"/>
                <a:cs typeface="Arial" panose="020B0604020202020204" pitchFamily="34" charset="0"/>
              </a:rPr>
              <a:t>.</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cláusula </a:t>
            </a:r>
            <a:r>
              <a:rPr lang="es-CO" sz="2000"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a:solidFill>
                  <a:srgbClr val="0000FF"/>
                </a:solidFill>
                <a:latin typeface="Arial" panose="020B0604020202020204" pitchFamily="34" charset="0"/>
                <a:cs typeface="Arial" panose="020B0604020202020204" pitchFamily="34" charset="0"/>
              </a:rPr>
              <a:t>contiene una condición para seleccionar filas de las tablas listadas</a:t>
            </a:r>
            <a:r>
              <a:rPr lang="es-CO" sz="2000" dirty="0">
                <a:latin typeface="Arial" panose="020B0604020202020204" pitchFamily="34" charset="0"/>
                <a:cs typeface="Arial" panose="020B0604020202020204" pitchFamily="34" charset="0"/>
              </a:rPr>
              <a:t> en la cláusula </a:t>
            </a:r>
            <a:r>
              <a:rPr lang="es-CO" sz="2000"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Es la cláusula más versátil del SQL y puede contener una gran variedad de condiciones.</a:t>
            </a:r>
          </a:p>
        </p:txBody>
      </p:sp>
    </p:spTree>
    <p:extLst>
      <p:ext uri="{BB962C8B-B14F-4D97-AF65-F5344CB8AC3E}">
        <p14:creationId xmlns:p14="http://schemas.microsoft.com/office/powerpoint/2010/main" val="968171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Funcionamiento del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09036"/>
          </a:xfrm>
          <a:prstGeom prst="rect">
            <a:avLst/>
          </a:prstGeom>
          <a:noFill/>
        </p:spPr>
        <p:txBody>
          <a:bodyPr wrap="square" rtlCol="0">
            <a:spAutoFit/>
          </a:bodyPr>
          <a:lstStyle/>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200" dirty="0">
                <a:latin typeface="Arial" panose="020B0604020202020204" pitchFamily="34" charset="0"/>
                <a:cs typeface="Arial" panose="020B0604020202020204" pitchFamily="34" charset="0"/>
              </a:rPr>
              <a:t>La </a:t>
            </a:r>
            <a:r>
              <a:rPr lang="es-CO" sz="2200" dirty="0">
                <a:latin typeface="Arial" panose="020B0604020202020204" pitchFamily="34" charset="0"/>
                <a:cs typeface="Arial" panose="020B0604020202020204" pitchFamily="34" charset="0"/>
              </a:rPr>
              <a:t>consulta SQL es procesada por el sistema, en el orden  </a:t>
            </a:r>
            <a:r>
              <a:rPr lang="es-CO" sz="2200" dirty="0">
                <a:solidFill>
                  <a:srgbClr val="5E11A6"/>
                </a:solidFill>
                <a:latin typeface="Arial" panose="020B0604020202020204" pitchFamily="34" charset="0"/>
                <a:cs typeface="Arial" panose="020B0604020202020204" pitchFamily="34" charset="0"/>
              </a:rPr>
              <a:t>FROM</a:t>
            </a:r>
            <a:r>
              <a:rPr lang="es-CO" sz="2200" dirty="0">
                <a:solidFill>
                  <a:srgbClr val="280099"/>
                </a:solidFill>
                <a:latin typeface="Arial" panose="020B0604020202020204" pitchFamily="34" charset="0"/>
                <a:cs typeface="Arial" panose="020B0604020202020204" pitchFamily="34" charset="0"/>
              </a:rPr>
              <a:t>,</a:t>
            </a:r>
            <a:r>
              <a:rPr lang="es-CO" sz="2200"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SELECT</a:t>
            </a:r>
            <a:r>
              <a:rPr lang="es-CO" sz="2200" dirty="0">
                <a:latin typeface="Arial" panose="020B0604020202020204" pitchFamily="34" charset="0"/>
                <a:cs typeface="Arial" panose="020B0604020202020204" pitchFamily="34" charset="0"/>
              </a:rPr>
              <a:t>. Es decir, las filas de la tabla referenciada en la cláusula  </a:t>
            </a:r>
            <a:r>
              <a:rPr lang="es-CO" sz="2200" dirty="0">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son ubicadas en un área de trabajo para el procesamiento, realizándose el producto cartesiano de las tablas listadas.</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dirty="0">
              <a:latin typeface="Arial" panose="020B0604020202020204" pitchFamily="34" charset="0"/>
              <a:cs typeface="Arial" panose="020B0604020202020204" pitchFamily="34" charset="0"/>
            </a:endParaRP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Luego la cláusula </a:t>
            </a: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es aplicada a cada fila, una por una. Cualquier fila que no satisface la cláusula </a:t>
            </a: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es eliminada de este grupo, las filas que sí satisfacen el </a:t>
            </a: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son luego procesadas por la cláusula </a:t>
            </a:r>
            <a:r>
              <a:rPr lang="es-CO" sz="2200" b="1" dirty="0">
                <a:solidFill>
                  <a:srgbClr val="5E11A6"/>
                </a:solidFill>
                <a:latin typeface="Arial" panose="020B0604020202020204" pitchFamily="34" charset="0"/>
                <a:cs typeface="Arial" panose="020B0604020202020204" pitchFamily="34" charset="0"/>
              </a:rPr>
              <a:t>SELECT</a:t>
            </a:r>
            <a:r>
              <a:rPr lang="es-CO" sz="2200" dirty="0">
                <a:latin typeface="Arial" panose="020B0604020202020204" pitchFamily="34" charset="0"/>
                <a:cs typeface="Arial" panose="020B0604020202020204" pitchFamily="34" charset="0"/>
              </a:rPr>
              <a:t>.   Ejemplo:</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dirty="0">
              <a:latin typeface="Arial" panose="020B0604020202020204" pitchFamily="34" charset="0"/>
              <a:cs typeface="Arial" panose="020B0604020202020204" pitchFamily="34" charset="0"/>
            </a:endParaRPr>
          </a:p>
          <a:p>
            <a:pPr marL="76200" indent="-19050">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CONSULTA: Liste la información acerca de oficinas en construcción.</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FROM</a:t>
            </a:r>
            <a:r>
              <a:rPr lang="es-CO" sz="2200" b="1" dirty="0">
                <a:latin typeface="Arial" panose="020B0604020202020204" pitchFamily="34" charset="0"/>
                <a:cs typeface="Arial" panose="020B0604020202020204" pitchFamily="34" charset="0"/>
              </a:rPr>
              <a:t> </a:t>
            </a:r>
            <a:r>
              <a:rPr lang="es-CO" sz="2200" dirty="0">
                <a:latin typeface="Arial" panose="020B0604020202020204" pitchFamily="34" charset="0"/>
                <a:cs typeface="Arial" panose="020B0604020202020204" pitchFamily="34" charset="0"/>
              </a:rPr>
              <a:t>Obras</a:t>
            </a:r>
          </a:p>
          <a:p>
            <a:pPr marL="762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tipo = “Oficinas”;</a:t>
            </a:r>
          </a:p>
        </p:txBody>
      </p:sp>
      <p:pic>
        <p:nvPicPr>
          <p:cNvPr id="3" name="Imagen 2">
            <a:extLst>
              <a:ext uri="{FF2B5EF4-FFF2-40B4-BE49-F238E27FC236}">
                <a16:creationId xmlns:a16="http://schemas.microsoft.com/office/drawing/2014/main" id="{27F1070A-D6A0-F83C-15BD-E60CC4035D8F}"/>
              </a:ext>
            </a:extLst>
          </p:cNvPr>
          <p:cNvPicPr>
            <a:picLocks noChangeAspect="1"/>
          </p:cNvPicPr>
          <p:nvPr/>
        </p:nvPicPr>
        <p:blipFill>
          <a:blip r:embed="rId2"/>
          <a:stretch>
            <a:fillRect/>
          </a:stretch>
        </p:blipFill>
        <p:spPr>
          <a:xfrm>
            <a:off x="5763174" y="5028806"/>
            <a:ext cx="5080318" cy="1497564"/>
          </a:xfrm>
          <a:prstGeom prst="rect">
            <a:avLst/>
          </a:prstGeom>
        </p:spPr>
      </p:pic>
    </p:spTree>
    <p:extLst>
      <p:ext uri="{BB962C8B-B14F-4D97-AF65-F5344CB8AC3E}">
        <p14:creationId xmlns:p14="http://schemas.microsoft.com/office/powerpoint/2010/main" val="304477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Forma General de la Consulta</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62979"/>
          </a:xfrm>
          <a:prstGeom prst="rect">
            <a:avLst/>
          </a:prstGeom>
          <a:noFill/>
        </p:spPr>
        <p:txBody>
          <a:bodyPr wrap="square" rtlCol="0">
            <a:spAutoFit/>
          </a:bodyPr>
          <a:lstStyle/>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GB" sz="2400" dirty="0">
                <a:latin typeface="Arial" panose="020B0604020202020204" pitchFamily="34" charset="0"/>
                <a:cs typeface="Arial" panose="020B0604020202020204" pitchFamily="34" charset="0"/>
              </a:rPr>
              <a:t>El </a:t>
            </a:r>
            <a:r>
              <a:rPr lang="es-CO" sz="2400" dirty="0">
                <a:latin typeface="Arial" panose="020B0604020202020204" pitchFamily="34" charset="0"/>
                <a:cs typeface="Arial" panose="020B0604020202020204" pitchFamily="34" charset="0"/>
              </a:rPr>
              <a:t>verbo </a:t>
            </a:r>
            <a:r>
              <a:rPr lang="es-CO" sz="2400" b="1" i="1" dirty="0">
                <a:solidFill>
                  <a:srgbClr val="FF0000"/>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que define todas las operaciones de consulta, es el más importante del lenguaje.</a:t>
            </a:r>
          </a:p>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La forma o sintaxis general de una operación </a:t>
            </a:r>
            <a:r>
              <a:rPr lang="es-CO" sz="2400" b="1"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es la siguiente:</a:t>
            </a:r>
          </a:p>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4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SELECT</a:t>
            </a:r>
            <a:r>
              <a:rPr lang="es-CO" sz="2400" b="1" dirty="0">
                <a:latin typeface="Arial" panose="020B0604020202020204" pitchFamily="34" charset="0"/>
                <a:cs typeface="Arial" panose="020B0604020202020204" pitchFamily="34" charset="0"/>
              </a:rPr>
              <a:t>  [</a:t>
            </a:r>
            <a:r>
              <a:rPr lang="es-CO" sz="2400" b="1" dirty="0" err="1">
                <a:solidFill>
                  <a:srgbClr val="C00000"/>
                </a:solidFill>
                <a:latin typeface="Arial" panose="020B0604020202020204" pitchFamily="34" charset="0"/>
                <a:cs typeface="Arial" panose="020B0604020202020204" pitchFamily="34" charset="0"/>
              </a:rPr>
              <a:t>distinct</a:t>
            </a:r>
            <a:r>
              <a:rPr lang="es-CO" sz="2400" b="1" dirty="0">
                <a:latin typeface="Arial" panose="020B0604020202020204" pitchFamily="34" charset="0"/>
                <a:cs typeface="Arial" panose="020B0604020202020204" pitchFamily="34" charset="0"/>
              </a:rPr>
              <a:t>] [</a:t>
            </a:r>
            <a:r>
              <a:rPr lang="es-CO" sz="2400" b="1" dirty="0">
                <a:solidFill>
                  <a:srgbClr val="C00000"/>
                </a:solidFill>
                <a:latin typeface="Arial" panose="020B0604020202020204" pitchFamily="34" charset="0"/>
                <a:cs typeface="Arial" panose="020B0604020202020204" pitchFamily="34" charset="0"/>
              </a:rPr>
              <a:t>*</a:t>
            </a:r>
            <a:r>
              <a:rPr lang="es-CO" sz="2400" b="1" dirty="0">
                <a:latin typeface="Arial" panose="020B0604020202020204" pitchFamily="34" charset="0"/>
                <a:cs typeface="Arial" panose="020B0604020202020204" pitchFamily="34" charset="0"/>
              </a:rPr>
              <a:t>] |&lt;lista de atributos&gt;</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FROM</a:t>
            </a:r>
            <a:r>
              <a:rPr lang="es-CO" sz="2400" b="1" dirty="0">
                <a:latin typeface="Arial" panose="020B0604020202020204" pitchFamily="34" charset="0"/>
                <a:cs typeface="Arial" panose="020B0604020202020204" pitchFamily="34" charset="0"/>
              </a:rPr>
              <a:t> tabla(s)</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latin typeface="Arial" panose="020B0604020202020204" pitchFamily="34" charset="0"/>
                <a:cs typeface="Arial" panose="020B0604020202020204" pitchFamily="34" charset="0"/>
              </a:rPr>
              <a:t>[</a:t>
            </a:r>
            <a:r>
              <a:rPr lang="es-CO" sz="2400" b="1" dirty="0">
                <a:solidFill>
                  <a:srgbClr val="5E11A6"/>
                </a:solidFill>
                <a:latin typeface="Arial" panose="020B0604020202020204" pitchFamily="34" charset="0"/>
                <a:cs typeface="Arial" panose="020B0604020202020204" pitchFamily="34" charset="0"/>
              </a:rPr>
              <a:t>WHERE</a:t>
            </a:r>
            <a:r>
              <a:rPr lang="es-CO" sz="2400" b="1" dirty="0">
                <a:latin typeface="Arial" panose="020B0604020202020204" pitchFamily="34" charset="0"/>
                <a:cs typeface="Arial" panose="020B0604020202020204" pitchFamily="34" charset="0"/>
              </a:rPr>
              <a:t> condición(es)]</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latin typeface="Arial" panose="020B0604020202020204" pitchFamily="34" charset="0"/>
                <a:cs typeface="Arial" panose="020B0604020202020204" pitchFamily="34" charset="0"/>
              </a:rPr>
              <a:t>[</a:t>
            </a:r>
            <a:r>
              <a:rPr lang="es-CO" sz="2400" b="1" dirty="0" err="1">
                <a:solidFill>
                  <a:srgbClr val="C00000"/>
                </a:solidFill>
                <a:latin typeface="Arial" panose="020B0604020202020204" pitchFamily="34" charset="0"/>
                <a:cs typeface="Arial" panose="020B0604020202020204" pitchFamily="34" charset="0"/>
              </a:rPr>
              <a:t>group</a:t>
            </a:r>
            <a:r>
              <a:rPr lang="es-CO" sz="2400" b="1" dirty="0">
                <a:solidFill>
                  <a:srgbClr val="C00000"/>
                </a:solidFill>
                <a:latin typeface="Arial" panose="020B0604020202020204" pitchFamily="34" charset="0"/>
                <a:cs typeface="Arial" panose="020B0604020202020204" pitchFamily="34" charset="0"/>
              </a:rPr>
              <a:t> </a:t>
            </a:r>
            <a:r>
              <a:rPr lang="es-CO" sz="2400" b="1" dirty="0" err="1">
                <a:solidFill>
                  <a:srgbClr val="C00000"/>
                </a:solidFill>
                <a:latin typeface="Arial" panose="020B0604020202020204" pitchFamily="34" charset="0"/>
                <a:cs typeface="Arial" panose="020B0604020202020204" pitchFamily="34" charset="0"/>
              </a:rPr>
              <a:t>by</a:t>
            </a:r>
            <a:r>
              <a:rPr lang="es-CO" sz="2400" b="1" dirty="0">
                <a:solidFill>
                  <a:srgbClr val="C00000"/>
                </a:solidFill>
                <a:latin typeface="Arial" panose="020B0604020202020204" pitchFamily="34" charset="0"/>
                <a:cs typeface="Arial" panose="020B0604020202020204" pitchFamily="34" charset="0"/>
              </a:rPr>
              <a:t> </a:t>
            </a:r>
            <a:r>
              <a:rPr lang="es-CO" sz="2400" b="1" dirty="0">
                <a:latin typeface="Arial" panose="020B0604020202020204" pitchFamily="34" charset="0"/>
                <a:cs typeface="Arial" panose="020B0604020202020204" pitchFamily="34" charset="0"/>
              </a:rPr>
              <a:t>&lt;atributo(s)&gt; </a:t>
            </a:r>
            <a:r>
              <a:rPr lang="es-CO" sz="2400" b="1" dirty="0" err="1">
                <a:solidFill>
                  <a:srgbClr val="C00000"/>
                </a:solidFill>
                <a:latin typeface="Arial" panose="020B0604020202020204" pitchFamily="34" charset="0"/>
                <a:cs typeface="Arial" panose="020B0604020202020204" pitchFamily="34" charset="0"/>
              </a:rPr>
              <a:t>having</a:t>
            </a:r>
            <a:r>
              <a:rPr lang="es-CO" sz="2400" b="1" dirty="0">
                <a:latin typeface="Arial" panose="020B0604020202020204" pitchFamily="34" charset="0"/>
                <a:cs typeface="Arial" panose="020B0604020202020204" pitchFamily="34" charset="0"/>
              </a:rPr>
              <a:t> condición(es)]</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latin typeface="Arial" panose="020B0604020202020204" pitchFamily="34" charset="0"/>
                <a:cs typeface="Arial" panose="020B0604020202020204" pitchFamily="34" charset="0"/>
              </a:rPr>
              <a:t>[</a:t>
            </a:r>
            <a:r>
              <a:rPr lang="es-CO" sz="2400" b="1" dirty="0" err="1">
                <a:solidFill>
                  <a:srgbClr val="C00000"/>
                </a:solidFill>
                <a:latin typeface="Arial" panose="020B0604020202020204" pitchFamily="34" charset="0"/>
                <a:cs typeface="Arial" panose="020B0604020202020204" pitchFamily="34" charset="0"/>
              </a:rPr>
              <a:t>order</a:t>
            </a:r>
            <a:r>
              <a:rPr lang="es-CO" sz="2400" b="1" dirty="0">
                <a:solidFill>
                  <a:srgbClr val="C00000"/>
                </a:solidFill>
                <a:latin typeface="Arial" panose="020B0604020202020204" pitchFamily="34" charset="0"/>
                <a:cs typeface="Arial" panose="020B0604020202020204" pitchFamily="34" charset="0"/>
              </a:rPr>
              <a:t> </a:t>
            </a:r>
            <a:r>
              <a:rPr lang="es-CO" sz="2400" b="1" dirty="0" err="1">
                <a:solidFill>
                  <a:srgbClr val="C00000"/>
                </a:solidFill>
                <a:latin typeface="Arial" panose="020B0604020202020204" pitchFamily="34" charset="0"/>
                <a:cs typeface="Arial" panose="020B0604020202020204" pitchFamily="34" charset="0"/>
              </a:rPr>
              <a:t>by</a:t>
            </a:r>
            <a:r>
              <a:rPr lang="es-CO" sz="2400" b="1" dirty="0">
                <a:solidFill>
                  <a:srgbClr val="C00000"/>
                </a:solidFill>
                <a:latin typeface="Arial" panose="020B0604020202020204" pitchFamily="34" charset="0"/>
                <a:cs typeface="Arial" panose="020B0604020202020204" pitchFamily="34" charset="0"/>
              </a:rPr>
              <a:t> </a:t>
            </a:r>
            <a:r>
              <a:rPr lang="es-CO" sz="2400" b="1" dirty="0">
                <a:latin typeface="Arial" panose="020B0604020202020204" pitchFamily="34" charset="0"/>
                <a:cs typeface="Arial" panose="020B0604020202020204" pitchFamily="34" charset="0"/>
              </a:rPr>
              <a:t>&lt;atributo(s)&gt;];</a:t>
            </a:r>
          </a:p>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400" dirty="0">
              <a:latin typeface="Arial" panose="020B0604020202020204" pitchFamily="34" charset="0"/>
              <a:cs typeface="Arial" panose="020B0604020202020204" pitchFamily="34" charset="0"/>
            </a:endParaRPr>
          </a:p>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Los corchetes indican construcciones opcionales. El verbo </a:t>
            </a:r>
            <a:r>
              <a:rPr lang="es-CO" sz="2400"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no corresponde con la operación de selección del álgebra relacional. </a:t>
            </a:r>
            <a:r>
              <a:rPr lang="es-CO" sz="2400" dirty="0">
                <a:solidFill>
                  <a:srgbClr val="FF0000"/>
                </a:solidFill>
                <a:latin typeface="Arial" panose="020B0604020202020204" pitchFamily="34" charset="0"/>
                <a:cs typeface="Arial" panose="020B0604020202020204" pitchFamily="34" charset="0"/>
              </a:rPr>
              <a:t>¡Es mucho más poderosa!</a:t>
            </a:r>
          </a:p>
        </p:txBody>
      </p:sp>
    </p:spTree>
    <p:extLst>
      <p:ext uri="{BB962C8B-B14F-4D97-AF65-F5344CB8AC3E}">
        <p14:creationId xmlns:p14="http://schemas.microsoft.com/office/powerpoint/2010/main" val="3524006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Proyecciones usando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47590"/>
          </a:xfrm>
          <a:prstGeom prst="rect">
            <a:avLst/>
          </a:prstGeom>
          <a:noFill/>
        </p:spPr>
        <p:txBody>
          <a:bodyPr wrap="square" rtlCol="0">
            <a:spAutoFit/>
          </a:bodyPr>
          <a:lstStyle/>
          <a:p>
            <a:pPr marL="19050" indent="19050" algn="just">
              <a:spcAft>
                <a:spcPts val="12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Para formar una proyección (</a:t>
            </a:r>
            <a:r>
              <a:rPr lang="el-GR" sz="2000" b="1" dirty="0">
                <a:solidFill>
                  <a:srgbClr val="FF0000"/>
                </a:solidFill>
                <a:latin typeface="Arial" panose="020B0604020202020204" pitchFamily="34" charset="0"/>
                <a:cs typeface="Times New Roman" panose="02020603050405020304" pitchFamily="18" charset="0"/>
              </a:rPr>
              <a:t>π</a:t>
            </a:r>
            <a:r>
              <a:rPr lang="es-CO" sz="2000" dirty="0">
                <a:latin typeface="Arial" panose="020B0604020202020204" pitchFamily="34" charset="0"/>
                <a:cs typeface="Arial" panose="020B0604020202020204" pitchFamily="34" charset="0"/>
              </a:rPr>
              <a:t>) en SQL nombramos la relación a proyectarse y listamos las columnas que van a ser mostradas.</a:t>
            </a:r>
          </a:p>
          <a:p>
            <a:pPr marL="19050" indent="19050" algn="just">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Ejemplo: Listar el nombre y el salario de cada empleado.</a:t>
            </a:r>
          </a:p>
          <a:p>
            <a:pPr marL="19050" indent="19050" algn="just">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nombre, salario</a:t>
            </a:r>
            <a:r>
              <a:rPr lang="es-CO" sz="2000" dirty="0">
                <a:solidFill>
                  <a:srgbClr val="5E11A6"/>
                </a:solidFill>
                <a:latin typeface="Arial" panose="020B0604020202020204" pitchFamily="34" charset="0"/>
                <a:cs typeface="Arial" panose="020B0604020202020204" pitchFamily="34" charset="0"/>
              </a:rPr>
              <a:t> </a:t>
            </a: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spcBef>
                <a:spcPts val="600"/>
              </a:spcBef>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Las palabras reservadas </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y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a:t>
            </a:r>
            <a:r>
              <a:rPr lang="es-CO" sz="2000" dirty="0">
                <a:solidFill>
                  <a:srgbClr val="FF0000"/>
                </a:solidFill>
                <a:latin typeface="Arial" panose="020B0604020202020204" pitchFamily="34" charset="0"/>
                <a:cs typeface="Arial" panose="020B0604020202020204" pitchFamily="34" charset="0"/>
              </a:rPr>
              <a:t>siempre se requieren</a:t>
            </a:r>
            <a:r>
              <a:rPr lang="es-CO" sz="2000" dirty="0">
                <a:latin typeface="Arial" panose="020B0604020202020204" pitchFamily="34" charset="0"/>
                <a:cs typeface="Arial" panose="020B0604020202020204" pitchFamily="34" charset="0"/>
              </a:rPr>
              <a:t>; las columnas que deben presentarse (nombre, salario) se listan después de la palabra reservada </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y la tabla a utilizar (Empleado) se define después de la cláusula </a:t>
            </a:r>
            <a:r>
              <a:rPr lang="es-CO" sz="2000" b="1" dirty="0">
                <a:solidFill>
                  <a:srgbClr val="5E11A6"/>
                </a:solidFill>
                <a:latin typeface="Arial" panose="020B0604020202020204" pitchFamily="34" charset="0"/>
                <a:cs typeface="Arial" panose="020B0604020202020204" pitchFamily="34" charset="0"/>
              </a:rPr>
              <a:t>FROM</a:t>
            </a:r>
            <a:r>
              <a:rPr lang="es-CO" sz="2000" dirty="0">
                <a:solidFill>
                  <a:srgbClr val="5E11A6"/>
                </a:solidFill>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a:t>
            </a:r>
          </a:p>
          <a:p>
            <a:pPr marL="19050" indent="19050" algn="just">
              <a:spcBef>
                <a:spcPts val="600"/>
              </a:spcBef>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No se debe confundir la cláusula </a:t>
            </a: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con el operador de selección del álgebra relacional (</a:t>
            </a:r>
            <a:r>
              <a:rPr lang="el-GR" sz="2000" b="1" dirty="0">
                <a:solidFill>
                  <a:srgbClr val="FF0000"/>
                </a:solidFill>
                <a:latin typeface="Arial" panose="020B0604020202020204" pitchFamily="34" charset="0"/>
                <a:cs typeface="Times New Roman" panose="02020603050405020304" pitchFamily="18" charset="0"/>
              </a:rPr>
              <a:t>σ</a:t>
            </a:r>
            <a:r>
              <a:rPr lang="es-CO" sz="2000" dirty="0">
                <a:latin typeface="Arial" panose="020B0604020202020204" pitchFamily="34" charset="0"/>
                <a:cs typeface="Arial" panose="020B0604020202020204" pitchFamily="34" charset="0"/>
              </a:rPr>
              <a:t>). El verbo </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se usa para realizar la proyección del Álgebra Relacional.</a:t>
            </a:r>
          </a:p>
        </p:txBody>
      </p:sp>
      <p:pic>
        <p:nvPicPr>
          <p:cNvPr id="3" name="Imagen 2">
            <a:extLst>
              <a:ext uri="{FF2B5EF4-FFF2-40B4-BE49-F238E27FC236}">
                <a16:creationId xmlns:a16="http://schemas.microsoft.com/office/drawing/2014/main" id="{8C33A94E-0CCB-7310-6B71-0AD6A7548865}"/>
              </a:ext>
            </a:extLst>
          </p:cNvPr>
          <p:cNvPicPr>
            <a:picLocks noChangeAspect="1"/>
          </p:cNvPicPr>
          <p:nvPr/>
        </p:nvPicPr>
        <p:blipFill>
          <a:blip r:embed="rId2"/>
          <a:stretch>
            <a:fillRect/>
          </a:stretch>
        </p:blipFill>
        <p:spPr>
          <a:xfrm>
            <a:off x="8535044" y="1911056"/>
            <a:ext cx="2810290" cy="1968217"/>
          </a:xfrm>
          <a:prstGeom prst="rect">
            <a:avLst/>
          </a:prstGeom>
        </p:spPr>
      </p:pic>
    </p:spTree>
    <p:extLst>
      <p:ext uri="{BB962C8B-B14F-4D97-AF65-F5344CB8AC3E}">
        <p14:creationId xmlns:p14="http://schemas.microsoft.com/office/powerpoint/2010/main" val="1493926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Proyecciones usando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16758"/>
          </a:xfrm>
          <a:prstGeom prst="rect">
            <a:avLst/>
          </a:prstGeom>
          <a:noFill/>
        </p:spPr>
        <p:txBody>
          <a:bodyPr wrap="square" rtlCol="0">
            <a:spAutoFit/>
          </a:bodyPr>
          <a:lstStyle/>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Consideremos el siguiente ejemplo:</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especialidad</a:t>
            </a:r>
            <a:r>
              <a:rPr lang="es-CO" sz="2000" dirty="0">
                <a:solidFill>
                  <a:srgbClr val="5E11A6"/>
                </a:solidFill>
                <a:latin typeface="Arial" panose="020B0604020202020204" pitchFamily="34" charset="0"/>
                <a:cs typeface="Arial" panose="020B0604020202020204" pitchFamily="34" charset="0"/>
              </a:rPr>
              <a:t> </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Empleados;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Como puede verse, la tabla contiene </a:t>
            </a:r>
            <a:r>
              <a:rPr lang="es-CO" sz="2000" dirty="0">
                <a:solidFill>
                  <a:srgbClr val="280099"/>
                </a:solidFill>
                <a:latin typeface="Arial" panose="020B0604020202020204" pitchFamily="34" charset="0"/>
                <a:cs typeface="Arial" panose="020B0604020202020204" pitchFamily="34" charset="0"/>
              </a:rPr>
              <a:t>renglones duplicados</a:t>
            </a:r>
            <a:r>
              <a:rPr lang="es-CO" sz="2000" dirty="0">
                <a:latin typeface="Arial" panose="020B0604020202020204" pitchFamily="34" charset="0"/>
                <a:cs typeface="Arial" panose="020B0604020202020204" pitchFamily="34" charset="0"/>
              </a:rPr>
              <a:t>. Por lo tanto, en sentido estricto esta tabla </a:t>
            </a:r>
            <a:r>
              <a:rPr lang="es-CO" sz="2000" dirty="0">
                <a:solidFill>
                  <a:srgbClr val="FF0000"/>
                </a:solidFill>
                <a:latin typeface="Arial" panose="020B0604020202020204" pitchFamily="34" charset="0"/>
                <a:cs typeface="Arial" panose="020B0604020202020204" pitchFamily="34" charset="0"/>
              </a:rPr>
              <a:t>no es una relación</a:t>
            </a:r>
            <a:r>
              <a:rPr lang="es-CO" sz="2000" dirty="0">
                <a:latin typeface="Arial" panose="020B0604020202020204" pitchFamily="34" charset="0"/>
                <a:cs typeface="Arial" panose="020B0604020202020204" pitchFamily="34" charset="0"/>
              </a:rPr>
              <a:t>. SQL no elimina automáticamente los duplicados. Si se desea eliminar las tuplas repetidas, se debe especificar el calificador </a:t>
            </a:r>
            <a:r>
              <a:rPr lang="es-CO" sz="2000" dirty="0" err="1">
                <a:solidFill>
                  <a:srgbClr val="FF3366"/>
                </a:solidFill>
                <a:latin typeface="Arial" panose="020B0604020202020204" pitchFamily="34" charset="0"/>
                <a:cs typeface="Arial" panose="020B0604020202020204" pitchFamily="34" charset="0"/>
              </a:rPr>
              <a:t>distinct</a:t>
            </a:r>
            <a:r>
              <a:rPr lang="es-CO" sz="2000" dirty="0">
                <a:solidFill>
                  <a:srgbClr val="FF3366"/>
                </a:solidFill>
                <a:latin typeface="Arial" panose="020B0604020202020204" pitchFamily="34" charset="0"/>
                <a:cs typeface="Arial" panose="020B0604020202020204" pitchFamily="34" charset="0"/>
              </a:rPr>
              <a:t>:</a:t>
            </a:r>
          </a:p>
          <a:p>
            <a:pPr marL="19050" indent="1905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DISTINCT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especialidad</a:t>
            </a:r>
            <a:r>
              <a:rPr lang="es-CO" sz="2000" dirty="0">
                <a:solidFill>
                  <a:srgbClr val="5E11A6"/>
                </a:solidFill>
                <a:latin typeface="Arial" panose="020B0604020202020204" pitchFamily="34" charset="0"/>
                <a:cs typeface="Arial" panose="020B0604020202020204" pitchFamily="34" charset="0"/>
              </a:rPr>
              <a:t> </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que lista las </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especialidades de los empleados.</a:t>
            </a:r>
          </a:p>
        </p:txBody>
      </p:sp>
      <p:pic>
        <p:nvPicPr>
          <p:cNvPr id="3" name="Imagen 2">
            <a:extLst>
              <a:ext uri="{FF2B5EF4-FFF2-40B4-BE49-F238E27FC236}">
                <a16:creationId xmlns:a16="http://schemas.microsoft.com/office/drawing/2014/main" id="{8E8FC5AD-37E6-D72A-9E51-F7863274597C}"/>
              </a:ext>
            </a:extLst>
          </p:cNvPr>
          <p:cNvPicPr>
            <a:picLocks noChangeAspect="1"/>
          </p:cNvPicPr>
          <p:nvPr/>
        </p:nvPicPr>
        <p:blipFill>
          <a:blip r:embed="rId2"/>
          <a:stretch>
            <a:fillRect/>
          </a:stretch>
        </p:blipFill>
        <p:spPr>
          <a:xfrm>
            <a:off x="7532075" y="1168016"/>
            <a:ext cx="2295415" cy="1832629"/>
          </a:xfrm>
          <a:prstGeom prst="rect">
            <a:avLst/>
          </a:prstGeom>
        </p:spPr>
      </p:pic>
      <p:pic>
        <p:nvPicPr>
          <p:cNvPr id="5" name="Imagen 4">
            <a:extLst>
              <a:ext uri="{FF2B5EF4-FFF2-40B4-BE49-F238E27FC236}">
                <a16:creationId xmlns:a16="http://schemas.microsoft.com/office/drawing/2014/main" id="{D3F8BDD6-BC92-23B9-D14B-67FAB4344E34}"/>
              </a:ext>
            </a:extLst>
          </p:cNvPr>
          <p:cNvPicPr>
            <a:picLocks noChangeAspect="1"/>
          </p:cNvPicPr>
          <p:nvPr/>
        </p:nvPicPr>
        <p:blipFill>
          <a:blip r:embed="rId3"/>
          <a:stretch>
            <a:fillRect/>
          </a:stretch>
        </p:blipFill>
        <p:spPr>
          <a:xfrm>
            <a:off x="7140194" y="4110345"/>
            <a:ext cx="2980773" cy="2088232"/>
          </a:xfrm>
          <a:prstGeom prst="rect">
            <a:avLst/>
          </a:prstGeom>
        </p:spPr>
      </p:pic>
    </p:spTree>
    <p:extLst>
      <p:ext uri="{BB962C8B-B14F-4D97-AF65-F5344CB8AC3E}">
        <p14:creationId xmlns:p14="http://schemas.microsoft.com/office/powerpoint/2010/main" val="391979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Selecciones usando SQL</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70646"/>
          </a:xfrm>
          <a:prstGeom prst="rect">
            <a:avLst/>
          </a:prstGeom>
          <a:noFill/>
        </p:spPr>
        <p:txBody>
          <a:bodyPr wrap="square" rtlCol="0">
            <a:spAutoFit/>
          </a:bodyPr>
          <a:lstStyle/>
          <a:p>
            <a:pPr marL="3810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El operador de selección del álgebra relacional  (</a:t>
            </a:r>
            <a:r>
              <a:rPr lang="el-GR" sz="2000" b="1" dirty="0">
                <a:solidFill>
                  <a:srgbClr val="FF0000"/>
                </a:solidFill>
                <a:latin typeface="Arial" panose="020B0604020202020204" pitchFamily="34" charset="0"/>
                <a:cs typeface="Times New Roman" panose="02020603050405020304" pitchFamily="18" charset="0"/>
              </a:rPr>
              <a:t>σ</a:t>
            </a:r>
            <a:r>
              <a:rPr lang="es-CO" sz="2000" dirty="0">
                <a:latin typeface="Arial" panose="020B0604020202020204" pitchFamily="34" charset="0"/>
                <a:cs typeface="Arial" panose="020B0604020202020204" pitchFamily="34" charset="0"/>
              </a:rPr>
              <a:t>) También se realiza en SQL con la cláusula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a:t>
            </a:r>
          </a:p>
          <a:p>
            <a:pPr marL="38100" indent="19050">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Ejemplo: Listar las obras del tipo “oficinas”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 </a:t>
            </a:r>
            <a:r>
              <a:rPr lang="es-CO" sz="2000" b="1" dirty="0">
                <a:solidFill>
                  <a:srgbClr val="FF3366"/>
                </a:solidFill>
                <a:latin typeface="Arial" panose="020B0604020202020204" pitchFamily="34" charset="0"/>
                <a:cs typeface="Arial" panose="020B0604020202020204" pitchFamily="34" charset="0"/>
              </a:rPr>
              <a:t>*</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Obras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tipo = “Oficinas”;</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38100" indent="19050">
              <a:spcBef>
                <a:spcPts val="60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Esta expresión, especifica los nombres de </a:t>
            </a:r>
            <a:r>
              <a:rPr lang="es-CO" sz="2000" dirty="0">
                <a:solidFill>
                  <a:srgbClr val="99284C"/>
                </a:solidFill>
                <a:latin typeface="Arial" panose="020B0604020202020204" pitchFamily="34" charset="0"/>
                <a:cs typeface="Arial" panose="020B0604020202020204" pitchFamily="34" charset="0"/>
              </a:rPr>
              <a:t>todas</a:t>
            </a:r>
            <a:r>
              <a:rPr lang="es-CO" sz="2000" dirty="0">
                <a:latin typeface="Arial" panose="020B0604020202020204" pitchFamily="34" charset="0"/>
                <a:cs typeface="Arial" panose="020B0604020202020204" pitchFamily="34" charset="0"/>
              </a:rPr>
              <a:t> las columnas de las tablas (</a:t>
            </a:r>
            <a:r>
              <a:rPr lang="es-CO" sz="2000" dirty="0">
                <a:solidFill>
                  <a:srgbClr val="FF0000"/>
                </a:solidFill>
                <a:latin typeface="Arial" panose="020B0604020202020204" pitchFamily="34" charset="0"/>
                <a:cs typeface="Arial" panose="020B0604020202020204" pitchFamily="34" charset="0"/>
              </a:rPr>
              <a:t>mediante el uso del *</a:t>
            </a:r>
            <a:r>
              <a:rPr lang="es-CO" sz="2000" dirty="0">
                <a:latin typeface="Arial" panose="020B0604020202020204" pitchFamily="34" charset="0"/>
                <a:cs typeface="Arial" panose="020B0604020202020204" pitchFamily="34" charset="0"/>
              </a:rPr>
              <a:t>). La cláusula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especifica la tabla a utilizar (Obra). Y la cláusula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suministra las condiciones inherentes a la selección.</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Se pueden expresar varias condiciones en la cláusula </a:t>
            </a:r>
            <a:r>
              <a:rPr lang="es-CO" sz="2000" b="1" dirty="0">
                <a:solidFill>
                  <a:srgbClr val="5E11A6"/>
                </a:solidFill>
                <a:latin typeface="Arial" panose="020B0604020202020204" pitchFamily="34" charset="0"/>
                <a:cs typeface="Arial" panose="020B0604020202020204" pitchFamily="34" charset="0"/>
              </a:rPr>
              <a:t>WHERE</a:t>
            </a:r>
            <a:r>
              <a:rPr lang="es-CO" sz="2000" dirty="0">
                <a:solidFill>
                  <a:srgbClr val="0000FF"/>
                </a:solidFill>
                <a:latin typeface="Arial" panose="020B0604020202020204" pitchFamily="34" charset="0"/>
                <a:cs typeface="Arial" panose="020B0604020202020204" pitchFamily="34" charset="0"/>
              </a:rPr>
              <a:t>.</a:t>
            </a: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3810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También podemos combinar las cláusulas  </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y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(para realizar la combinación de las operaciones de </a:t>
            </a:r>
            <a:r>
              <a:rPr lang="es-CO" sz="2000" dirty="0">
                <a:solidFill>
                  <a:srgbClr val="FF0000"/>
                </a:solidFill>
                <a:latin typeface="Arial" panose="020B0604020202020204" pitchFamily="34" charset="0"/>
                <a:cs typeface="Arial" panose="020B0604020202020204" pitchFamily="34" charset="0"/>
              </a:rPr>
              <a:t>proyección y de selección del álgebra relacional</a:t>
            </a:r>
            <a:r>
              <a:rPr lang="es-CO" sz="2000" dirty="0">
                <a:latin typeface="Arial" panose="020B0604020202020204" pitchFamily="34" charset="0"/>
                <a:cs typeface="Arial" panose="020B0604020202020204" pitchFamily="34" charset="0"/>
              </a:rPr>
              <a:t>). </a:t>
            </a:r>
          </a:p>
        </p:txBody>
      </p:sp>
      <p:pic>
        <p:nvPicPr>
          <p:cNvPr id="3" name="Imagen 2">
            <a:extLst>
              <a:ext uri="{FF2B5EF4-FFF2-40B4-BE49-F238E27FC236}">
                <a16:creationId xmlns:a16="http://schemas.microsoft.com/office/drawing/2014/main" id="{F070C40F-0613-8A40-F4CC-2C4176F6F0ED}"/>
              </a:ext>
            </a:extLst>
          </p:cNvPr>
          <p:cNvPicPr>
            <a:picLocks noChangeAspect="1"/>
          </p:cNvPicPr>
          <p:nvPr/>
        </p:nvPicPr>
        <p:blipFill>
          <a:blip r:embed="rId2"/>
          <a:stretch>
            <a:fillRect/>
          </a:stretch>
        </p:blipFill>
        <p:spPr>
          <a:xfrm>
            <a:off x="5943444" y="2155948"/>
            <a:ext cx="5393422" cy="1350914"/>
          </a:xfrm>
          <a:prstGeom prst="rect">
            <a:avLst/>
          </a:prstGeom>
        </p:spPr>
      </p:pic>
    </p:spTree>
    <p:extLst>
      <p:ext uri="{BB962C8B-B14F-4D97-AF65-F5344CB8AC3E}">
        <p14:creationId xmlns:p14="http://schemas.microsoft.com/office/powerpoint/2010/main" val="939997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Cláusula WHERE</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08981"/>
          </a:xfrm>
          <a:prstGeom prst="rect">
            <a:avLst/>
          </a:prstGeom>
          <a:noFill/>
        </p:spPr>
        <p:txBody>
          <a:bodyPr wrap="square" rtlCol="0">
            <a:spAutoFit/>
          </a:bodyPr>
          <a:lstStyle/>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cláusula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sirve para restringir mediante una fórmula, el conjunto de tuplas que se desea extraer.</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Ejemplo: </a:t>
            </a:r>
            <a:r>
              <a:rPr lang="es-MX" sz="2000" dirty="0">
                <a:latin typeface="Arial" panose="020B0604020202020204" pitchFamily="34" charset="0"/>
                <a:cs typeface="Arial" panose="020B0604020202020204" pitchFamily="34" charset="0"/>
              </a:rPr>
              <a:t>¿Cuál es el salario promedio diario de cada electricista?</a:t>
            </a:r>
            <a:endParaRPr lang="es-CO" sz="20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nombre, “Salario Promedio Diario = ”, salario/30</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especialidad = “Eléctrico”</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3366"/>
                </a:solidFill>
                <a:latin typeface="Arial" panose="020B0604020202020204" pitchFamily="34" charset="0"/>
                <a:cs typeface="Arial" panose="020B0604020202020204" pitchFamily="34" charset="0"/>
              </a:rPr>
              <a:t>ORDER BY</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nombre;</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En el ejemplo se muestra el uso de literales alfanuméricos </a:t>
            </a:r>
            <a:r>
              <a:rPr lang="es-CO" sz="2000" dirty="0">
                <a:solidFill>
                  <a:srgbClr val="FF0000"/>
                </a:solidFill>
                <a:latin typeface="Arial" panose="020B0604020202020204" pitchFamily="34" charset="0"/>
                <a:cs typeface="Arial" panose="020B0604020202020204" pitchFamily="34" charset="0"/>
              </a:rPr>
              <a:t>“Salario Promedio Diario = ”</a:t>
            </a:r>
            <a:r>
              <a:rPr lang="es-CO" sz="2000" dirty="0">
                <a:latin typeface="Arial" panose="020B0604020202020204" pitchFamily="34" charset="0"/>
                <a:cs typeface="Arial" panose="020B0604020202020204" pitchFamily="34" charset="0"/>
              </a:rPr>
              <a:t> y cálculos dentro de la cláusula </a:t>
            </a:r>
            <a:r>
              <a:rPr lang="es-CO" sz="2000" b="1" dirty="0">
                <a:solidFill>
                  <a:srgbClr val="CC00CC"/>
                </a:solidFill>
                <a:latin typeface="Arial" panose="020B0604020202020204" pitchFamily="34" charset="0"/>
                <a:cs typeface="Arial" panose="020B0604020202020204" pitchFamily="34" charset="0"/>
              </a:rPr>
              <a:t>SELECT</a:t>
            </a:r>
            <a:r>
              <a:rPr lang="es-CO" sz="2000" dirty="0">
                <a:solidFill>
                  <a:srgbClr val="CC00CC"/>
                </a:solidFill>
                <a:latin typeface="Arial" panose="020B0604020202020204" pitchFamily="34" charset="0"/>
                <a:cs typeface="Arial" panose="020B0604020202020204" pitchFamily="34" charset="0"/>
              </a:rPr>
              <a:t> </a:t>
            </a:r>
            <a:r>
              <a:rPr lang="es-CO" sz="2000" dirty="0">
                <a:solidFill>
                  <a:srgbClr val="FF0000"/>
                </a:solidFill>
                <a:latin typeface="Arial" panose="020B0604020202020204" pitchFamily="34" charset="0"/>
                <a:cs typeface="Arial" panose="020B0604020202020204" pitchFamily="34" charset="0"/>
              </a:rPr>
              <a:t>salario/30</a:t>
            </a:r>
            <a:r>
              <a:rPr lang="es-CO" sz="2000" dirty="0">
                <a:latin typeface="Arial" panose="020B0604020202020204" pitchFamily="34" charset="0"/>
                <a:cs typeface="Arial" panose="020B0604020202020204" pitchFamily="34" charset="0"/>
              </a:rPr>
              <a:t>.</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Se ha incluido una nueva cláusula ( </a:t>
            </a:r>
            <a:r>
              <a:rPr lang="es-CO" sz="2000" b="1" dirty="0">
                <a:solidFill>
                  <a:srgbClr val="FF3366"/>
                </a:solidFill>
                <a:latin typeface="Arial" panose="020B0604020202020204" pitchFamily="34" charset="0"/>
                <a:cs typeface="Arial" panose="020B0604020202020204" pitchFamily="34" charset="0"/>
              </a:rPr>
              <a:t>ORDER BY</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 que se usa para clasificar el resultado de la consulta en orden ascendente o descendente por una columna deseada (</a:t>
            </a:r>
            <a:r>
              <a:rPr lang="es-CO" sz="2000" dirty="0">
                <a:solidFill>
                  <a:srgbClr val="FF0000"/>
                </a:solidFill>
                <a:latin typeface="Arial" panose="020B0604020202020204" pitchFamily="34" charset="0"/>
                <a:cs typeface="Arial" panose="020B0604020202020204" pitchFamily="34" charset="0"/>
              </a:rPr>
              <a:t>nombre</a:t>
            </a:r>
            <a:r>
              <a:rPr lang="es-CO" sz="2000" dirty="0">
                <a:latin typeface="Arial" panose="020B0604020202020204" pitchFamily="34" charset="0"/>
                <a:cs typeface="Arial" panose="020B0604020202020204" pitchFamily="34" charset="0"/>
              </a:rPr>
              <a:t>)</a:t>
            </a:r>
          </a:p>
        </p:txBody>
      </p:sp>
      <p:pic>
        <p:nvPicPr>
          <p:cNvPr id="3" name="Imagen 2">
            <a:extLst>
              <a:ext uri="{FF2B5EF4-FFF2-40B4-BE49-F238E27FC236}">
                <a16:creationId xmlns:a16="http://schemas.microsoft.com/office/drawing/2014/main" id="{C71E9087-03FC-F952-4294-8489729D22AF}"/>
              </a:ext>
            </a:extLst>
          </p:cNvPr>
          <p:cNvPicPr>
            <a:picLocks noChangeAspect="1"/>
          </p:cNvPicPr>
          <p:nvPr/>
        </p:nvPicPr>
        <p:blipFill>
          <a:blip r:embed="rId2"/>
          <a:stretch>
            <a:fillRect/>
          </a:stretch>
        </p:blipFill>
        <p:spPr>
          <a:xfrm>
            <a:off x="6285346" y="2996952"/>
            <a:ext cx="4918700" cy="864096"/>
          </a:xfrm>
          <a:prstGeom prst="rect">
            <a:avLst/>
          </a:prstGeom>
        </p:spPr>
      </p:pic>
    </p:spTree>
    <p:extLst>
      <p:ext uri="{BB962C8B-B14F-4D97-AF65-F5344CB8AC3E}">
        <p14:creationId xmlns:p14="http://schemas.microsoft.com/office/powerpoint/2010/main" val="9061799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Cláusula WHERE</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93647"/>
          </a:xfrm>
          <a:prstGeom prst="rect">
            <a:avLst/>
          </a:prstGeom>
          <a:noFill/>
        </p:spPr>
        <p:txBody>
          <a:bodyPr wrap="square" rtlCol="0">
            <a:spAutoFit/>
          </a:bodyPr>
          <a:lstStyle/>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En la cláusula </a:t>
            </a:r>
            <a:r>
              <a:rPr lang="es-CO" sz="2400"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se pueden usar condiciones complejas formadas con los operadores </a:t>
            </a:r>
            <a:r>
              <a:rPr lang="es-CO" sz="2400" b="1" dirty="0">
                <a:latin typeface="Arial" panose="020B0604020202020204" pitchFamily="34" charset="0"/>
                <a:cs typeface="Arial" panose="020B0604020202020204" pitchFamily="34" charset="0"/>
              </a:rPr>
              <a:t>and</a:t>
            </a:r>
            <a:r>
              <a:rPr lang="es-CO" sz="2400" dirty="0">
                <a:latin typeface="Arial" panose="020B0604020202020204" pitchFamily="34" charset="0"/>
                <a:cs typeface="Arial" panose="020B0604020202020204" pitchFamily="34" charset="0"/>
              </a:rPr>
              <a:t>, </a:t>
            </a:r>
            <a:r>
              <a:rPr lang="es-CO" sz="2400" b="1" dirty="0" err="1">
                <a:latin typeface="Arial" panose="020B0604020202020204" pitchFamily="34" charset="0"/>
                <a:cs typeface="Arial" panose="020B0604020202020204" pitchFamily="34" charset="0"/>
              </a:rPr>
              <a:t>or</a:t>
            </a:r>
            <a:r>
              <a:rPr lang="es-CO" sz="2400" dirty="0">
                <a:latin typeface="Arial" panose="020B0604020202020204" pitchFamily="34" charset="0"/>
                <a:cs typeface="Arial" panose="020B0604020202020204" pitchFamily="34" charset="0"/>
              </a:rPr>
              <a:t> y </a:t>
            </a:r>
            <a:r>
              <a:rPr lang="es-CO" sz="2400" b="1" dirty="0" err="1">
                <a:latin typeface="Arial" panose="020B0604020202020204" pitchFamily="34" charset="0"/>
                <a:cs typeface="Arial" panose="020B0604020202020204" pitchFamily="34" charset="0"/>
              </a:rPr>
              <a:t>not</a:t>
            </a:r>
            <a:r>
              <a:rPr lang="es-CO" sz="2400" dirty="0">
                <a:latin typeface="Arial" panose="020B0604020202020204" pitchFamily="34" charset="0"/>
                <a:cs typeface="Arial" panose="020B0604020202020204" pitchFamily="34" charset="0"/>
              </a:rPr>
              <a:t> y los comparadores </a:t>
            </a:r>
            <a:r>
              <a:rPr lang="es-CO" sz="2400" b="1" dirty="0">
                <a:latin typeface="Arial" panose="020B0604020202020204" pitchFamily="34" charset="0"/>
                <a:cs typeface="Arial" panose="020B0604020202020204" pitchFamily="34" charset="0"/>
              </a:rPr>
              <a:t>=, &lt;, &gt;, &lt;=, &gt;=. También se incluyen </a:t>
            </a:r>
            <a:r>
              <a:rPr lang="es-CO" sz="2400" b="1" dirty="0" err="1">
                <a:latin typeface="Arial" panose="020B0604020202020204" pitchFamily="34" charset="0"/>
                <a:cs typeface="Arial" panose="020B0604020202020204" pitchFamily="34" charset="0"/>
              </a:rPr>
              <a:t>between</a:t>
            </a:r>
            <a:r>
              <a:rPr lang="es-CO" sz="2400" b="1" dirty="0">
                <a:latin typeface="Arial" panose="020B0604020202020204" pitchFamily="34" charset="0"/>
                <a:cs typeface="Arial" panose="020B0604020202020204" pitchFamily="34" charset="0"/>
              </a:rPr>
              <a:t> y </a:t>
            </a:r>
            <a:r>
              <a:rPr lang="es-CO" sz="2400" b="1" dirty="0" err="1">
                <a:latin typeface="Arial" panose="020B0604020202020204" pitchFamily="34" charset="0"/>
                <a:cs typeface="Arial" panose="020B0604020202020204" pitchFamily="34" charset="0"/>
              </a:rPr>
              <a:t>not</a:t>
            </a:r>
            <a:r>
              <a:rPr lang="es-CO" sz="2400" b="1" dirty="0">
                <a:latin typeface="Arial" panose="020B0604020202020204" pitchFamily="34" charset="0"/>
                <a:cs typeface="Arial" panose="020B0604020202020204" pitchFamily="34" charset="0"/>
              </a:rPr>
              <a:t> </a:t>
            </a:r>
            <a:r>
              <a:rPr lang="es-CO" sz="2400" b="1" dirty="0" err="1">
                <a:latin typeface="Arial" panose="020B0604020202020204" pitchFamily="34" charset="0"/>
                <a:cs typeface="Arial" panose="020B0604020202020204" pitchFamily="34" charset="0"/>
              </a:rPr>
              <a:t>between</a:t>
            </a:r>
            <a:r>
              <a:rPr lang="es-CO" sz="2400" b="1" dirty="0">
                <a:latin typeface="Arial" panose="020B0604020202020204" pitchFamily="34" charset="0"/>
                <a:cs typeface="Arial" panose="020B0604020202020204" pitchFamily="34" charset="0"/>
              </a:rPr>
              <a:t>:</a:t>
            </a: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0000FF"/>
                </a:solidFill>
                <a:latin typeface="Arial" panose="020B0604020202020204" pitchFamily="34" charset="0"/>
                <a:cs typeface="Arial" panose="020B0604020202020204" pitchFamily="34" charset="0"/>
              </a:rPr>
              <a:t>atributo</a:t>
            </a:r>
            <a:r>
              <a:rPr lang="es-CO" sz="2400" b="1" dirty="0">
                <a:latin typeface="Arial" panose="020B0604020202020204" pitchFamily="34" charset="0"/>
                <a:cs typeface="Arial" panose="020B0604020202020204" pitchFamily="34" charset="0"/>
              </a:rPr>
              <a:t> </a:t>
            </a:r>
            <a:r>
              <a:rPr lang="es-CO" sz="2400" b="1" dirty="0" err="1">
                <a:solidFill>
                  <a:srgbClr val="FF3366"/>
                </a:solidFill>
                <a:latin typeface="Arial" panose="020B0604020202020204" pitchFamily="34" charset="0"/>
                <a:cs typeface="Arial" panose="020B0604020202020204" pitchFamily="34" charset="0"/>
              </a:rPr>
              <a:t>between</a:t>
            </a:r>
            <a:r>
              <a:rPr lang="es-CO" sz="2400" b="1" dirty="0">
                <a:latin typeface="Arial" panose="020B0604020202020204" pitchFamily="34" charset="0"/>
                <a:cs typeface="Arial" panose="020B0604020202020204" pitchFamily="34" charset="0"/>
              </a:rPr>
              <a:t>  </a:t>
            </a:r>
            <a:r>
              <a:rPr lang="es-CO" sz="2400" b="1" i="1" dirty="0">
                <a:latin typeface="Arial" panose="020B0604020202020204" pitchFamily="34" charset="0"/>
                <a:cs typeface="Arial" panose="020B0604020202020204" pitchFamily="34" charset="0"/>
              </a:rPr>
              <a:t>valor1</a:t>
            </a:r>
            <a:r>
              <a:rPr lang="es-CO" sz="2400" b="1"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and</a:t>
            </a:r>
            <a:r>
              <a:rPr lang="es-CO" sz="2400" b="1" dirty="0">
                <a:latin typeface="Arial" panose="020B0604020202020204" pitchFamily="34" charset="0"/>
                <a:cs typeface="Arial" panose="020B0604020202020204" pitchFamily="34" charset="0"/>
              </a:rPr>
              <a:t>  </a:t>
            </a:r>
            <a:r>
              <a:rPr lang="es-CO" sz="2400" b="1" i="1" dirty="0">
                <a:latin typeface="Arial" panose="020B0604020202020204" pitchFamily="34" charset="0"/>
                <a:cs typeface="Arial" panose="020B0604020202020204" pitchFamily="34" charset="0"/>
              </a:rPr>
              <a:t>valor2</a:t>
            </a: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latin typeface="Arial" panose="020B0604020202020204" pitchFamily="34" charset="0"/>
                <a:cs typeface="Arial" panose="020B0604020202020204" pitchFamily="34" charset="0"/>
              </a:rPr>
              <a:t>donde valor1  </a:t>
            </a:r>
            <a:r>
              <a:rPr lang="es-CO" sz="2400" b="1" i="1" dirty="0">
                <a:solidFill>
                  <a:srgbClr val="FF0000"/>
                </a:solidFill>
                <a:latin typeface="Arial" panose="020B0604020202020204" pitchFamily="34" charset="0"/>
                <a:cs typeface="Arial" panose="020B0604020202020204" pitchFamily="34" charset="0"/>
              </a:rPr>
              <a:t>&lt;=</a:t>
            </a:r>
            <a:r>
              <a:rPr lang="es-CO" sz="2400" b="1" i="1" dirty="0">
                <a:latin typeface="Arial" panose="020B0604020202020204" pitchFamily="34" charset="0"/>
                <a:cs typeface="Arial" panose="020B0604020202020204" pitchFamily="34" charset="0"/>
              </a:rPr>
              <a:t>  valor2 y la condición será verdadera si </a:t>
            </a:r>
            <a:r>
              <a:rPr lang="es-CO" sz="2400" b="1" i="1" dirty="0">
                <a:solidFill>
                  <a:srgbClr val="0000FF"/>
                </a:solidFill>
                <a:latin typeface="Arial" panose="020B0604020202020204" pitchFamily="34" charset="0"/>
                <a:cs typeface="Arial" panose="020B0604020202020204" pitchFamily="34" charset="0"/>
              </a:rPr>
              <a:t>atributo</a:t>
            </a:r>
            <a:r>
              <a:rPr lang="es-CO" sz="2400" b="1" i="1" dirty="0">
                <a:latin typeface="Arial" panose="020B0604020202020204" pitchFamily="34" charset="0"/>
                <a:cs typeface="Arial" panose="020B0604020202020204" pitchFamily="34" charset="0"/>
              </a:rPr>
              <a:t> pertenece al rango </a:t>
            </a:r>
            <a:r>
              <a:rPr lang="es-CO" sz="2400" b="1" dirty="0">
                <a:latin typeface="Arial" panose="020B0604020202020204" pitchFamily="34" charset="0"/>
                <a:cs typeface="Arial" panose="020B0604020202020204" pitchFamily="34" charset="0"/>
              </a:rPr>
              <a:t>[ </a:t>
            </a:r>
            <a:r>
              <a:rPr lang="es-CO" sz="2400" b="1" i="1" dirty="0">
                <a:latin typeface="Arial" panose="020B0604020202020204" pitchFamily="34" charset="0"/>
                <a:cs typeface="Arial" panose="020B0604020202020204" pitchFamily="34" charset="0"/>
              </a:rPr>
              <a:t>valor1,  valor2 </a:t>
            </a:r>
            <a:r>
              <a:rPr lang="es-CO" sz="2400" b="1" dirty="0">
                <a:latin typeface="Arial" panose="020B0604020202020204" pitchFamily="34" charset="0"/>
                <a:cs typeface="Arial" panose="020B0604020202020204" pitchFamily="34" charset="0"/>
              </a:rPr>
              <a:t>]</a:t>
            </a: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latin typeface="Arial" panose="020B0604020202020204" pitchFamily="34" charset="0"/>
                <a:cs typeface="Arial" panose="020B0604020202020204" pitchFamily="34" charset="0"/>
              </a:rPr>
              <a:t>Otros predicados son </a:t>
            </a:r>
            <a:r>
              <a:rPr lang="es-CO" sz="2400" b="1" i="1" dirty="0" err="1">
                <a:solidFill>
                  <a:srgbClr val="FF3366"/>
                </a:solidFill>
                <a:latin typeface="Arial" panose="020B0604020202020204" pitchFamily="34" charset="0"/>
                <a:cs typeface="Arial" panose="020B0604020202020204" pitchFamily="34" charset="0"/>
              </a:rPr>
              <a:t>null</a:t>
            </a:r>
            <a:r>
              <a:rPr lang="es-CO" sz="2400" b="1" i="1" dirty="0">
                <a:latin typeface="Arial" panose="020B0604020202020204" pitchFamily="34" charset="0"/>
                <a:cs typeface="Arial" panose="020B0604020202020204" pitchFamily="34" charset="0"/>
              </a:rPr>
              <a:t> y </a:t>
            </a:r>
            <a:r>
              <a:rPr lang="es-CO" sz="2400" b="1" i="1" dirty="0" err="1">
                <a:solidFill>
                  <a:srgbClr val="FF3366"/>
                </a:solidFill>
                <a:latin typeface="Arial" panose="020B0604020202020204" pitchFamily="34" charset="0"/>
                <a:cs typeface="Arial" panose="020B0604020202020204" pitchFamily="34" charset="0"/>
              </a:rPr>
              <a:t>like</a:t>
            </a:r>
            <a:r>
              <a:rPr lang="es-CO" sz="2400" b="1" i="1" dirty="0">
                <a:latin typeface="Arial" panose="020B0604020202020204" pitchFamily="34" charset="0"/>
                <a:cs typeface="Arial" panose="020B0604020202020204" pitchFamily="34" charset="0"/>
              </a:rPr>
              <a:t>.</a:t>
            </a:r>
            <a:r>
              <a:rPr lang="es-CO" sz="2400" b="1" i="1" dirty="0">
                <a:solidFill>
                  <a:srgbClr val="FF3366"/>
                </a:solidFill>
                <a:latin typeface="Arial" panose="020B0604020202020204" pitchFamily="34" charset="0"/>
                <a:cs typeface="Arial" panose="020B0604020202020204" pitchFamily="34" charset="0"/>
              </a:rPr>
              <a:t> </a:t>
            </a:r>
            <a:r>
              <a:rPr lang="es-CO" sz="2400" b="1" i="1" dirty="0" err="1">
                <a:solidFill>
                  <a:srgbClr val="FF3366"/>
                </a:solidFill>
                <a:latin typeface="Arial" panose="020B0604020202020204" pitchFamily="34" charset="0"/>
                <a:cs typeface="Arial" panose="020B0604020202020204" pitchFamily="34" charset="0"/>
              </a:rPr>
              <a:t>null</a:t>
            </a:r>
            <a:r>
              <a:rPr lang="es-CO" sz="2400" b="1" i="1" dirty="0">
                <a:solidFill>
                  <a:srgbClr val="FF3366"/>
                </a:solidFill>
                <a:latin typeface="Arial" panose="020B0604020202020204" pitchFamily="34" charset="0"/>
                <a:cs typeface="Arial" panose="020B0604020202020204" pitchFamily="34" charset="0"/>
              </a:rPr>
              <a:t> </a:t>
            </a:r>
            <a:r>
              <a:rPr lang="es-CO" sz="2400" b="1" i="1" dirty="0">
                <a:latin typeface="Arial" panose="020B0604020202020204" pitchFamily="34" charset="0"/>
                <a:cs typeface="Arial" panose="020B0604020202020204" pitchFamily="34" charset="0"/>
              </a:rPr>
              <a:t>se usa para determinar si un componente de una tupla es nulo, su forma es:</a:t>
            </a: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latin typeface="Arial" panose="020B0604020202020204" pitchFamily="34" charset="0"/>
                <a:cs typeface="Arial" panose="020B0604020202020204" pitchFamily="34" charset="0"/>
              </a:rPr>
              <a:t>atributo [</a:t>
            </a:r>
            <a:r>
              <a:rPr lang="es-CO" sz="2400" b="1" i="1" dirty="0" err="1">
                <a:solidFill>
                  <a:srgbClr val="5E11A6"/>
                </a:solidFill>
                <a:latin typeface="Arial" panose="020B0604020202020204" pitchFamily="34" charset="0"/>
                <a:cs typeface="Arial" panose="020B0604020202020204" pitchFamily="34" charset="0"/>
              </a:rPr>
              <a:t>not</a:t>
            </a:r>
            <a:r>
              <a:rPr lang="es-CO" sz="2400" b="1" i="1" dirty="0">
                <a:latin typeface="Arial" panose="020B0604020202020204" pitchFamily="34" charset="0"/>
                <a:cs typeface="Arial" panose="020B0604020202020204" pitchFamily="34" charset="0"/>
              </a:rPr>
              <a:t>] </a:t>
            </a:r>
            <a:r>
              <a:rPr lang="es-CO" sz="2400" b="1" i="1" dirty="0" err="1">
                <a:solidFill>
                  <a:srgbClr val="5E11A6"/>
                </a:solidFill>
                <a:latin typeface="Arial" panose="020B0604020202020204" pitchFamily="34" charset="0"/>
                <a:cs typeface="Arial" panose="020B0604020202020204" pitchFamily="34" charset="0"/>
              </a:rPr>
              <a:t>is</a:t>
            </a:r>
            <a:r>
              <a:rPr lang="es-CO" sz="2400" b="1" i="1" dirty="0">
                <a:solidFill>
                  <a:srgbClr val="5E11A6"/>
                </a:solidFill>
                <a:latin typeface="Arial" panose="020B0604020202020204" pitchFamily="34" charset="0"/>
                <a:cs typeface="Arial" panose="020B0604020202020204" pitchFamily="34" charset="0"/>
              </a:rPr>
              <a:t> </a:t>
            </a:r>
            <a:r>
              <a:rPr lang="es-CO" sz="2400" b="1" i="1" dirty="0" err="1">
                <a:solidFill>
                  <a:srgbClr val="5E11A6"/>
                </a:solidFill>
                <a:latin typeface="Arial" panose="020B0604020202020204" pitchFamily="34" charset="0"/>
                <a:cs typeface="Arial" panose="020B0604020202020204" pitchFamily="34" charset="0"/>
              </a:rPr>
              <a:t>null</a:t>
            </a:r>
            <a:endParaRPr lang="es-CO" sz="2400" b="1" i="1" dirty="0">
              <a:solidFill>
                <a:srgbClr val="5E11A6"/>
              </a:solidFill>
              <a:latin typeface="Arial" panose="020B0604020202020204" pitchFamily="34" charset="0"/>
              <a:cs typeface="Arial" panose="020B0604020202020204" pitchFamily="34" charset="0"/>
            </a:endParaRP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latin typeface="Arial" panose="020B0604020202020204" pitchFamily="34" charset="0"/>
                <a:cs typeface="Arial" panose="020B0604020202020204" pitchFamily="34" charset="0"/>
              </a:rPr>
              <a:t>El predicado </a:t>
            </a:r>
            <a:r>
              <a:rPr lang="es-CO" sz="2400" b="1" i="1" dirty="0" err="1">
                <a:solidFill>
                  <a:srgbClr val="FF3366"/>
                </a:solidFill>
                <a:latin typeface="Arial" panose="020B0604020202020204" pitchFamily="34" charset="0"/>
                <a:cs typeface="Arial" panose="020B0604020202020204" pitchFamily="34" charset="0"/>
              </a:rPr>
              <a:t>like</a:t>
            </a:r>
            <a:r>
              <a:rPr lang="es-CO" sz="2400" b="1" i="1" dirty="0">
                <a:latin typeface="Arial" panose="020B0604020202020204" pitchFamily="34" charset="0"/>
                <a:cs typeface="Arial" panose="020B0604020202020204" pitchFamily="34" charset="0"/>
              </a:rPr>
              <a:t>  se utiliza para la búsqueda de patrones con los datos. Se usan los caracteres especiales % y _, su forma es:</a:t>
            </a:r>
          </a:p>
          <a:p>
            <a:pPr marL="7620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solidFill>
                  <a:srgbClr val="0000FF"/>
                </a:solidFill>
                <a:latin typeface="Arial" panose="020B0604020202020204" pitchFamily="34" charset="0"/>
                <a:cs typeface="Arial" panose="020B0604020202020204" pitchFamily="34" charset="0"/>
              </a:rPr>
              <a:t>atributo</a:t>
            </a:r>
            <a:r>
              <a:rPr lang="es-CO" sz="2400" b="1" i="1" dirty="0">
                <a:latin typeface="Arial" panose="020B0604020202020204" pitchFamily="34" charset="0"/>
                <a:cs typeface="Arial" panose="020B0604020202020204" pitchFamily="34" charset="0"/>
              </a:rPr>
              <a:t>  </a:t>
            </a:r>
            <a:r>
              <a:rPr lang="es-CO" sz="2400" b="1" i="1" dirty="0" err="1">
                <a:solidFill>
                  <a:srgbClr val="FF3366"/>
                </a:solidFill>
                <a:latin typeface="Arial" panose="020B0604020202020204" pitchFamily="34" charset="0"/>
                <a:cs typeface="Arial" panose="020B0604020202020204" pitchFamily="34" charset="0"/>
              </a:rPr>
              <a:t>like</a:t>
            </a:r>
            <a:r>
              <a:rPr lang="es-CO" sz="2400" b="1" i="1" dirty="0">
                <a:solidFill>
                  <a:srgbClr val="5E11A6"/>
                </a:solidFill>
                <a:latin typeface="Arial" panose="020B0604020202020204" pitchFamily="34" charset="0"/>
                <a:cs typeface="Arial" panose="020B0604020202020204" pitchFamily="34" charset="0"/>
              </a:rPr>
              <a:t> </a:t>
            </a:r>
            <a:r>
              <a:rPr lang="es-CO" sz="2400" b="1" i="1" dirty="0">
                <a:latin typeface="Arial" panose="020B0604020202020204" pitchFamily="34" charset="0"/>
                <a:cs typeface="Arial" panose="020B0604020202020204" pitchFamily="34" charset="0"/>
              </a:rPr>
              <a:t> “patrón de caracteres”</a:t>
            </a:r>
          </a:p>
        </p:txBody>
      </p:sp>
    </p:spTree>
    <p:extLst>
      <p:ext uri="{BB962C8B-B14F-4D97-AF65-F5344CB8AC3E}">
        <p14:creationId xmlns:p14="http://schemas.microsoft.com/office/powerpoint/2010/main" val="2106481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Cláusula WHERE</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170372"/>
          </a:xfrm>
          <a:prstGeom prst="rect">
            <a:avLst/>
          </a:prstGeom>
          <a:noFill/>
        </p:spPr>
        <p:txBody>
          <a:bodyPr wrap="square" rtlCol="0">
            <a:spAutoFit/>
          </a:bodyPr>
          <a:lstStyle/>
          <a:p>
            <a:pPr marL="19050" indent="19050">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a:t>
            </a:r>
            <a:r>
              <a:rPr lang="es-MX" sz="2000" dirty="0">
                <a:latin typeface="Arial" panose="020B0604020202020204" pitchFamily="34" charset="0"/>
                <a:cs typeface="Arial" panose="020B0604020202020204" pitchFamily="34" charset="0"/>
              </a:rPr>
              <a:t>¿Quienes ganan entre $1.550.000 y $1.750.000?</a:t>
            </a: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solidFill>
                  <a:srgbClr val="FF3366"/>
                </a:solidFill>
                <a:latin typeface="Arial" panose="020B0604020202020204" pitchFamily="34" charset="0"/>
                <a:cs typeface="Arial" panose="020B0604020202020204" pitchFamily="34" charset="0"/>
              </a:rPr>
              <a:t>*</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salario </a:t>
            </a:r>
            <a:r>
              <a:rPr lang="es-CO" sz="2000" b="1" dirty="0" err="1">
                <a:solidFill>
                  <a:srgbClr val="FF3366"/>
                </a:solidFill>
                <a:latin typeface="Arial" panose="020B0604020202020204" pitchFamily="34" charset="0"/>
                <a:cs typeface="Arial" panose="020B0604020202020204" pitchFamily="34" charset="0"/>
              </a:rPr>
              <a:t>between</a:t>
            </a:r>
            <a:r>
              <a:rPr lang="es-CO" sz="2000" dirty="0">
                <a:latin typeface="Arial" panose="020B0604020202020204" pitchFamily="34" charset="0"/>
                <a:cs typeface="Arial" panose="020B0604020202020204" pitchFamily="34" charset="0"/>
              </a:rPr>
              <a:t> 1550000 </a:t>
            </a:r>
            <a:r>
              <a:rPr lang="es-CO" sz="2000" b="1" dirty="0">
                <a:solidFill>
                  <a:srgbClr val="FF3366"/>
                </a:solidFill>
                <a:latin typeface="Arial" panose="020B0604020202020204" pitchFamily="34" charset="0"/>
                <a:cs typeface="Arial" panose="020B0604020202020204" pitchFamily="34" charset="0"/>
              </a:rPr>
              <a:t>and</a:t>
            </a:r>
            <a:r>
              <a:rPr lang="es-CO" sz="2000" dirty="0">
                <a:latin typeface="Arial" panose="020B0604020202020204" pitchFamily="34" charset="0"/>
                <a:cs typeface="Arial" panose="020B0604020202020204" pitchFamily="34" charset="0"/>
              </a:rPr>
              <a:t> 1750000;</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a:t>
            </a:r>
            <a:r>
              <a:rPr lang="es-MX" sz="2000" dirty="0">
                <a:latin typeface="Arial" panose="020B0604020202020204" pitchFamily="34" charset="0"/>
                <a:cs typeface="Arial" panose="020B0604020202020204" pitchFamily="34" charset="0"/>
              </a:rPr>
              <a:t>¿Empleados con especialidad plomero, techos, pisos?</a:t>
            </a: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solidFill>
                  <a:srgbClr val="FF3366"/>
                </a:solidFill>
                <a:latin typeface="Arial" panose="020B0604020202020204" pitchFamily="34" charset="0"/>
                <a:cs typeface="Arial" panose="020B0604020202020204" pitchFamily="34" charset="0"/>
              </a:rPr>
              <a:t>*</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especialidad  </a:t>
            </a:r>
            <a:r>
              <a:rPr lang="es-CO" sz="2000" b="1" dirty="0">
                <a:solidFill>
                  <a:srgbClr val="FF3366"/>
                </a:solidFill>
                <a:latin typeface="Arial" panose="020B0604020202020204" pitchFamily="34" charset="0"/>
                <a:cs typeface="Arial" panose="020B0604020202020204" pitchFamily="34" charset="0"/>
              </a:rPr>
              <a:t>in</a:t>
            </a:r>
            <a:r>
              <a:rPr lang="es-CO" sz="2000" dirty="0">
                <a:latin typeface="Arial" panose="020B0604020202020204" pitchFamily="34" charset="0"/>
                <a:cs typeface="Arial" panose="020B0604020202020204" pitchFamily="34" charset="0"/>
              </a:rPr>
              <a:t> (“plomero”, “techos”, “pisos”);</a:t>
            </a:r>
          </a:p>
        </p:txBody>
      </p:sp>
      <p:pic>
        <p:nvPicPr>
          <p:cNvPr id="3" name="Imagen 2">
            <a:extLst>
              <a:ext uri="{FF2B5EF4-FFF2-40B4-BE49-F238E27FC236}">
                <a16:creationId xmlns:a16="http://schemas.microsoft.com/office/drawing/2014/main" id="{58A1FB2A-97C4-6924-F3CF-04E90639C2DD}"/>
              </a:ext>
            </a:extLst>
          </p:cNvPr>
          <p:cNvPicPr>
            <a:picLocks noChangeAspect="1"/>
          </p:cNvPicPr>
          <p:nvPr/>
        </p:nvPicPr>
        <p:blipFill>
          <a:blip r:embed="rId2"/>
          <a:stretch>
            <a:fillRect/>
          </a:stretch>
        </p:blipFill>
        <p:spPr>
          <a:xfrm>
            <a:off x="3436215" y="2615528"/>
            <a:ext cx="6432406" cy="1263025"/>
          </a:xfrm>
          <a:prstGeom prst="rect">
            <a:avLst/>
          </a:prstGeom>
        </p:spPr>
      </p:pic>
      <p:pic>
        <p:nvPicPr>
          <p:cNvPr id="5" name="Imagen 4">
            <a:extLst>
              <a:ext uri="{FF2B5EF4-FFF2-40B4-BE49-F238E27FC236}">
                <a16:creationId xmlns:a16="http://schemas.microsoft.com/office/drawing/2014/main" id="{D81E1CE5-54C5-8F34-67F8-0AE79F2B39FE}"/>
              </a:ext>
            </a:extLst>
          </p:cNvPr>
          <p:cNvPicPr>
            <a:picLocks noChangeAspect="1"/>
          </p:cNvPicPr>
          <p:nvPr/>
        </p:nvPicPr>
        <p:blipFill>
          <a:blip r:embed="rId3"/>
          <a:stretch>
            <a:fillRect/>
          </a:stretch>
        </p:blipFill>
        <p:spPr>
          <a:xfrm>
            <a:off x="3436215" y="5312262"/>
            <a:ext cx="5828555" cy="1385881"/>
          </a:xfrm>
          <a:prstGeom prst="rect">
            <a:avLst/>
          </a:prstGeom>
        </p:spPr>
      </p:pic>
    </p:spTree>
    <p:extLst>
      <p:ext uri="{BB962C8B-B14F-4D97-AF65-F5344CB8AC3E}">
        <p14:creationId xmlns:p14="http://schemas.microsoft.com/office/powerpoint/2010/main" val="3945025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 a varias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647426"/>
          </a:xfrm>
          <a:prstGeom prst="rect">
            <a:avLst/>
          </a:prstGeom>
          <a:noFill/>
        </p:spPr>
        <p:txBody>
          <a:bodyPr wrap="square" rtlCol="0">
            <a:spAutoFit/>
          </a:bodyPr>
          <a:lstStyle/>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La habilidad de conectar datos a través de varias tablas es esencial en un lenguaje de Bases de Datos. En Álgebra relacional, esto se logra con el operador </a:t>
            </a:r>
            <a:r>
              <a:rPr lang="es-CO" sz="2200" b="1" dirty="0">
                <a:solidFill>
                  <a:srgbClr val="FF0000"/>
                </a:solidFill>
                <a:latin typeface="Arial" panose="020B0604020202020204" pitchFamily="34" charset="0"/>
                <a:cs typeface="Arial" panose="020B0604020202020204" pitchFamily="34" charset="0"/>
              </a:rPr>
              <a:t>JOIN</a:t>
            </a:r>
            <a:r>
              <a:rPr lang="es-CO" sz="2200" dirty="0">
                <a:latin typeface="Arial" panose="020B0604020202020204" pitchFamily="34" charset="0"/>
                <a:cs typeface="Arial" panose="020B0604020202020204" pitchFamily="34" charset="0"/>
              </a:rPr>
              <a:t>. </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Para realizar una junta, simplemente listamos más de una relación en la cláusula </a:t>
            </a:r>
            <a:r>
              <a:rPr lang="es-CO" sz="2200" b="1" dirty="0">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indicando en la cláusula </a:t>
            </a: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las condiciones de junta.   </a:t>
            </a:r>
          </a:p>
          <a:p>
            <a:pPr marL="38100" indent="0" algn="just">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Consulta: </a:t>
            </a:r>
            <a:r>
              <a:rPr lang="es-MX" sz="2200" dirty="0">
                <a:latin typeface="Arial" panose="020B0604020202020204" pitchFamily="34" charset="0"/>
                <a:cs typeface="Arial" panose="020B0604020202020204" pitchFamily="34" charset="0"/>
              </a:rPr>
              <a:t>¿Cuáles son las especialidades de los empleados asignados a la obra 435?</a:t>
            </a:r>
            <a:endParaRPr lang="es-CO" sz="2200" dirty="0">
              <a:latin typeface="Arial" panose="020B0604020202020204" pitchFamily="34" charset="0"/>
              <a:cs typeface="Arial" panose="020B0604020202020204" pitchFamily="34" charset="0"/>
            </a:endParaRPr>
          </a:p>
          <a:p>
            <a:pPr marL="3810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SELECT</a:t>
            </a:r>
            <a:r>
              <a:rPr lang="es-CO" sz="2200" dirty="0">
                <a:solidFill>
                  <a:srgbClr val="5E11A6"/>
                </a:solidFill>
                <a:latin typeface="Arial" panose="020B0604020202020204" pitchFamily="34" charset="0"/>
                <a:cs typeface="Arial" panose="020B0604020202020204" pitchFamily="34" charset="0"/>
              </a:rPr>
              <a:t> </a:t>
            </a:r>
            <a:r>
              <a:rPr lang="es-CO" sz="2200" dirty="0">
                <a:latin typeface="Arial" panose="020B0604020202020204" pitchFamily="34" charset="0"/>
                <a:cs typeface="Arial" panose="020B0604020202020204" pitchFamily="34" charset="0"/>
              </a:rPr>
              <a:t>especialidad</a:t>
            </a:r>
          </a:p>
          <a:p>
            <a:pPr marL="3810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Empleados, Asignaciones</a:t>
            </a:r>
          </a:p>
          <a:p>
            <a:pPr marL="3810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a:t>
            </a:r>
            <a:r>
              <a:rPr lang="es-CO" sz="2200" dirty="0" err="1">
                <a:latin typeface="Arial" panose="020B0604020202020204" pitchFamily="34" charset="0"/>
                <a:cs typeface="Arial" panose="020B0604020202020204" pitchFamily="34" charset="0"/>
              </a:rPr>
              <a:t>Empleados.codigo</a:t>
            </a:r>
            <a:r>
              <a:rPr lang="es-CO" sz="2200" dirty="0">
                <a:latin typeface="Arial" panose="020B0604020202020204" pitchFamily="34" charset="0"/>
                <a:cs typeface="Arial" panose="020B0604020202020204" pitchFamily="34" charset="0"/>
              </a:rPr>
              <a:t> = </a:t>
            </a:r>
            <a:r>
              <a:rPr lang="es-CO" sz="2200" dirty="0" err="1">
                <a:latin typeface="Arial" panose="020B0604020202020204" pitchFamily="34" charset="0"/>
                <a:cs typeface="Arial" panose="020B0604020202020204" pitchFamily="34" charset="0"/>
              </a:rPr>
              <a:t>Asignaciones.codigo</a:t>
            </a:r>
            <a:r>
              <a:rPr lang="es-CO" sz="2200"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and</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              </a:t>
            </a:r>
            <a:r>
              <a:rPr lang="es-CO" sz="2200" dirty="0" err="1">
                <a:latin typeface="Arial" panose="020B0604020202020204" pitchFamily="34" charset="0"/>
                <a:cs typeface="Arial" panose="020B0604020202020204" pitchFamily="34" charset="0"/>
              </a:rPr>
              <a:t>idObra</a:t>
            </a:r>
            <a:r>
              <a:rPr lang="es-CO" sz="2200" dirty="0">
                <a:latin typeface="Arial" panose="020B0604020202020204" pitchFamily="34" charset="0"/>
                <a:cs typeface="Arial" panose="020B0604020202020204" pitchFamily="34" charset="0"/>
              </a:rPr>
              <a:t> = 435;</a:t>
            </a:r>
          </a:p>
          <a:p>
            <a:pPr marL="38100" indent="0" algn="just">
              <a:spcBef>
                <a:spcPts val="600"/>
              </a:spcBef>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Los datos de la consulta se encuentran en las tablas </a:t>
            </a:r>
            <a:r>
              <a:rPr lang="es-CO" sz="2200" dirty="0">
                <a:solidFill>
                  <a:srgbClr val="0000FF"/>
                </a:solidFill>
                <a:latin typeface="Arial" panose="020B0604020202020204" pitchFamily="34" charset="0"/>
                <a:cs typeface="Arial" panose="020B0604020202020204" pitchFamily="34" charset="0"/>
              </a:rPr>
              <a:t>Empleados</a:t>
            </a:r>
            <a:r>
              <a:rPr lang="es-CO" sz="2200" dirty="0">
                <a:latin typeface="Arial" panose="020B0604020202020204" pitchFamily="34" charset="0"/>
                <a:cs typeface="Arial" panose="020B0604020202020204" pitchFamily="34" charset="0"/>
              </a:rPr>
              <a:t> y </a:t>
            </a:r>
            <a:r>
              <a:rPr lang="es-CO" sz="2200" dirty="0">
                <a:solidFill>
                  <a:srgbClr val="0000FF"/>
                </a:solidFill>
                <a:latin typeface="Arial" panose="020B0604020202020204" pitchFamily="34" charset="0"/>
                <a:cs typeface="Arial" panose="020B0604020202020204" pitchFamily="34" charset="0"/>
              </a:rPr>
              <a:t>Asignaciones</a:t>
            </a:r>
            <a:r>
              <a:rPr lang="es-CO" sz="2200" dirty="0">
                <a:latin typeface="Arial" panose="020B0604020202020204" pitchFamily="34" charset="0"/>
                <a:cs typeface="Arial" panose="020B0604020202020204" pitchFamily="34" charset="0"/>
              </a:rPr>
              <a:t>.</a:t>
            </a:r>
          </a:p>
        </p:txBody>
      </p:sp>
      <p:pic>
        <p:nvPicPr>
          <p:cNvPr id="6" name="Imagen 5">
            <a:extLst>
              <a:ext uri="{FF2B5EF4-FFF2-40B4-BE49-F238E27FC236}">
                <a16:creationId xmlns:a16="http://schemas.microsoft.com/office/drawing/2014/main" id="{8B46F8FF-AAA2-31B3-5867-9AC435036998}"/>
              </a:ext>
            </a:extLst>
          </p:cNvPr>
          <p:cNvPicPr>
            <a:picLocks noChangeAspect="1"/>
          </p:cNvPicPr>
          <p:nvPr/>
        </p:nvPicPr>
        <p:blipFill>
          <a:blip r:embed="rId2"/>
          <a:stretch>
            <a:fillRect/>
          </a:stretch>
        </p:blipFill>
        <p:spPr>
          <a:xfrm>
            <a:off x="9003516" y="3505532"/>
            <a:ext cx="2736304" cy="1404156"/>
          </a:xfrm>
          <a:prstGeom prst="rect">
            <a:avLst/>
          </a:prstGeom>
        </p:spPr>
      </p:pic>
    </p:spTree>
    <p:extLst>
      <p:ext uri="{BB962C8B-B14F-4D97-AF65-F5344CB8AC3E}">
        <p14:creationId xmlns:p14="http://schemas.microsoft.com/office/powerpoint/2010/main" val="4279495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 a varias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93647"/>
          </a:xfrm>
          <a:prstGeom prst="rect">
            <a:avLst/>
          </a:prstGeom>
          <a:noFill/>
        </p:spPr>
        <p:txBody>
          <a:bodyPr wrap="square" rtlCol="0">
            <a:spAutoFit/>
          </a:bodyPr>
          <a:lstStyle/>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i="1" dirty="0">
                <a:solidFill>
                  <a:srgbClr val="FF0000"/>
                </a:solidFill>
                <a:latin typeface="Arial" panose="020B0604020202020204" pitchFamily="34" charset="0"/>
                <a:cs typeface="Arial" panose="020B0604020202020204" pitchFamily="34" charset="0"/>
              </a:rPr>
              <a:t>¿Qué sucede?</a:t>
            </a:r>
          </a:p>
          <a:p>
            <a:pPr marL="19050"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Como es usual, la cláusula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es procesada primero, aunque, ya que hay </a:t>
            </a:r>
            <a:r>
              <a:rPr lang="es-CO" sz="2400" dirty="0">
                <a:solidFill>
                  <a:srgbClr val="FF0000"/>
                </a:solidFill>
                <a:latin typeface="Arial" panose="020B0604020202020204" pitchFamily="34" charset="0"/>
                <a:cs typeface="Arial" panose="020B0604020202020204" pitchFamily="34" charset="0"/>
              </a:rPr>
              <a:t>dos tablas involucradas</a:t>
            </a:r>
            <a:r>
              <a:rPr lang="es-CO" sz="2400" dirty="0">
                <a:latin typeface="Arial" panose="020B0604020202020204" pitchFamily="34" charset="0"/>
                <a:cs typeface="Arial" panose="020B0604020202020204" pitchFamily="34" charset="0"/>
              </a:rPr>
              <a:t>, el sistema crea primero el </a:t>
            </a:r>
            <a:r>
              <a:rPr lang="es-CO" sz="2400" b="1" dirty="0">
                <a:solidFill>
                  <a:srgbClr val="0000FF"/>
                </a:solidFill>
                <a:latin typeface="Arial" panose="020B0604020202020204" pitchFamily="34" charset="0"/>
                <a:cs typeface="Arial" panose="020B0604020202020204" pitchFamily="34" charset="0"/>
              </a:rPr>
              <a:t>PRODUCTO CARTESIANO </a:t>
            </a:r>
            <a:r>
              <a:rPr lang="es-CO" sz="2400" dirty="0">
                <a:latin typeface="Arial" panose="020B0604020202020204" pitchFamily="34" charset="0"/>
                <a:cs typeface="Arial" panose="020B0604020202020204" pitchFamily="34" charset="0"/>
              </a:rPr>
              <a:t>de las filas de esas tablas. Es decir, que se crea una gran tabla que contiene todas las columnas de ambas tablas. Si hay más de dos tablas en la cláusula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el </a:t>
            </a:r>
            <a:r>
              <a:rPr lang="es-CO" sz="2400" dirty="0">
                <a:solidFill>
                  <a:srgbClr val="0000FF"/>
                </a:solidFill>
                <a:latin typeface="Arial" panose="020B0604020202020204" pitchFamily="34" charset="0"/>
                <a:cs typeface="Arial" panose="020B0604020202020204" pitchFamily="34" charset="0"/>
              </a:rPr>
              <a:t>producto cartesiano</a:t>
            </a:r>
            <a:r>
              <a:rPr lang="es-CO" sz="2400" dirty="0">
                <a:latin typeface="Arial" panose="020B0604020202020204" pitchFamily="34" charset="0"/>
                <a:cs typeface="Arial" panose="020B0604020202020204" pitchFamily="34" charset="0"/>
              </a:rPr>
              <a:t> es creado desde todas las tablas.</a:t>
            </a:r>
          </a:p>
          <a:p>
            <a:pPr marL="19050"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Luego se aplica la cláusula </a:t>
            </a: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Cada fila de la relación creada por la cláusula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es examinada de acuerdo con la cláusula </a:t>
            </a: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Las tuplas que NO satisfacen la condición </a:t>
            </a: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se eliminan. Luego se aplica la cláusula </a:t>
            </a:r>
            <a:r>
              <a:rPr lang="es-CO" sz="2400" b="1"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a las filas resultantes.</a:t>
            </a:r>
          </a:p>
          <a:p>
            <a:pPr marL="19050"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Para definir cual código se utiliza, se cualifica su relación: </a:t>
            </a:r>
            <a:r>
              <a:rPr lang="es-CO" sz="2400" dirty="0" err="1">
                <a:solidFill>
                  <a:srgbClr val="FF0000"/>
                </a:solidFill>
                <a:latin typeface="Arial" panose="020B0604020202020204" pitchFamily="34" charset="0"/>
                <a:cs typeface="Arial" panose="020B0604020202020204" pitchFamily="34" charset="0"/>
              </a:rPr>
              <a:t>Empleados.codigo</a:t>
            </a:r>
            <a:r>
              <a:rPr lang="es-CO" sz="2400" dirty="0">
                <a:latin typeface="Arial" panose="020B0604020202020204" pitchFamily="34" charset="0"/>
                <a:cs typeface="Arial" panose="020B0604020202020204" pitchFamily="34" charset="0"/>
              </a:rPr>
              <a:t> y </a:t>
            </a:r>
            <a:r>
              <a:rPr lang="es-CO" sz="2400" dirty="0" err="1">
                <a:solidFill>
                  <a:srgbClr val="FF0000"/>
                </a:solidFill>
                <a:latin typeface="Arial" panose="020B0604020202020204" pitchFamily="34" charset="0"/>
                <a:cs typeface="Arial" panose="020B0604020202020204" pitchFamily="34" charset="0"/>
              </a:rPr>
              <a:t>Asignaciones.codigo</a:t>
            </a:r>
            <a:endParaRPr lang="es-CO" sz="24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9230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 a varias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08981"/>
          </a:xfrm>
          <a:prstGeom prst="rect">
            <a:avLst/>
          </a:prstGeom>
          <a:noFill/>
        </p:spPr>
        <p:txBody>
          <a:bodyPr wrap="square" rtlCol="0">
            <a:spAutoFit/>
          </a:bodyPr>
          <a:lstStyle/>
          <a:p>
            <a:pPr marL="1905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Veamos cómo se puede unir una relación con ella misma en SQL:</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Liste los trabajadores con el nombre su supervisor.</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A.nombre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B.nombre</a:t>
            </a: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 AS A, Empleados AS B</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A.codSuperv</a:t>
            </a:r>
            <a:r>
              <a:rPr lang="es-CO" sz="2000" dirty="0">
                <a:latin typeface="Arial" panose="020B0604020202020204" pitchFamily="34" charset="0"/>
                <a:cs typeface="Arial" panose="020B0604020202020204" pitchFamily="34" charset="0"/>
              </a:rPr>
              <a:t> = </a:t>
            </a:r>
            <a:r>
              <a:rPr lang="es-CO" sz="2000" dirty="0" err="1">
                <a:latin typeface="Arial" panose="020B0604020202020204" pitchFamily="34" charset="0"/>
                <a:cs typeface="Arial" panose="020B0604020202020204" pitchFamily="34" charset="0"/>
              </a:rPr>
              <a:t>B.codigo</a:t>
            </a:r>
            <a:r>
              <a:rPr lang="es-CO" sz="2000" dirty="0">
                <a:latin typeface="Arial" panose="020B0604020202020204" pitchFamily="34" charset="0"/>
                <a:cs typeface="Arial" panose="020B0604020202020204" pitchFamily="34" charset="0"/>
              </a:rPr>
              <a:t>;</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cláusula </a:t>
            </a:r>
            <a:r>
              <a:rPr lang="es-CO" sz="2000" b="1" dirty="0">
                <a:solidFill>
                  <a:srgbClr val="5E11A6"/>
                </a:solidFill>
                <a:latin typeface="Arial" panose="020B0604020202020204" pitchFamily="34" charset="0"/>
                <a:cs typeface="Arial" panose="020B0604020202020204" pitchFamily="34" charset="0"/>
              </a:rPr>
              <a:t>FROM</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en este ejemplo define dos copias de la relación Empleado, dándole nombres alias </a:t>
            </a:r>
            <a:r>
              <a:rPr lang="es-CO" sz="2000" b="1" dirty="0">
                <a:solidFill>
                  <a:srgbClr val="FF0000"/>
                </a:solidFill>
                <a:latin typeface="Arial" panose="020B0604020202020204" pitchFamily="34" charset="0"/>
                <a:cs typeface="Arial" panose="020B0604020202020204" pitchFamily="34" charset="0"/>
              </a:rPr>
              <a:t>A</a:t>
            </a:r>
            <a:r>
              <a:rPr lang="es-CO" sz="2000" b="1" dirty="0">
                <a:latin typeface="Arial" panose="020B0604020202020204" pitchFamily="34" charset="0"/>
                <a:cs typeface="Arial" panose="020B0604020202020204" pitchFamily="34" charset="0"/>
              </a:rPr>
              <a:t>  y </a:t>
            </a:r>
            <a:r>
              <a:rPr lang="es-CO" sz="2000" b="1" dirty="0">
                <a:solidFill>
                  <a:srgbClr val="FF0000"/>
                </a:solidFill>
                <a:latin typeface="Arial" panose="020B0604020202020204" pitchFamily="34" charset="0"/>
                <a:cs typeface="Arial" panose="020B0604020202020204" pitchFamily="34" charset="0"/>
              </a:rPr>
              <a:t>B</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Las copias </a:t>
            </a:r>
            <a:r>
              <a:rPr lang="es-CO" sz="2000" b="1" dirty="0">
                <a:solidFill>
                  <a:srgbClr val="FF0000"/>
                </a:solidFill>
                <a:latin typeface="Arial" panose="020B0604020202020204" pitchFamily="34" charset="0"/>
                <a:cs typeface="Arial" panose="020B0604020202020204" pitchFamily="34" charset="0"/>
              </a:rPr>
              <a:t>A</a:t>
            </a:r>
            <a:r>
              <a:rPr lang="es-CO" sz="2000" b="1" dirty="0">
                <a:latin typeface="Arial" panose="020B0604020202020204" pitchFamily="34" charset="0"/>
                <a:cs typeface="Arial" panose="020B0604020202020204" pitchFamily="34" charset="0"/>
              </a:rPr>
              <a:t>  y  </a:t>
            </a:r>
            <a:r>
              <a:rPr lang="es-CO" sz="2000" b="1" dirty="0">
                <a:solidFill>
                  <a:srgbClr val="FF0000"/>
                </a:solidFill>
                <a:latin typeface="Arial" panose="020B0604020202020204" pitchFamily="34" charset="0"/>
                <a:cs typeface="Arial" panose="020B0604020202020204" pitchFamily="34" charset="0"/>
              </a:rPr>
              <a:t>B</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de Empleado son unidas en la cláusula </a:t>
            </a:r>
            <a:r>
              <a:rPr lang="es-CO" sz="2000" b="1" dirty="0">
                <a:solidFill>
                  <a:srgbClr val="5E11A6"/>
                </a:solidFill>
                <a:latin typeface="Arial" panose="020B0604020202020204" pitchFamily="34" charset="0"/>
                <a:cs typeface="Arial" panose="020B0604020202020204" pitchFamily="34" charset="0"/>
              </a:rPr>
              <a:t>WHERE</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colocando el </a:t>
            </a:r>
            <a:r>
              <a:rPr lang="es-CO" sz="2000" b="1" dirty="0" err="1">
                <a:solidFill>
                  <a:srgbClr val="0000FF"/>
                </a:solidFill>
                <a:latin typeface="Arial" panose="020B0604020202020204" pitchFamily="34" charset="0"/>
                <a:cs typeface="Arial" panose="020B0604020202020204" pitchFamily="34" charset="0"/>
              </a:rPr>
              <a:t>codigo</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en  </a:t>
            </a:r>
            <a:r>
              <a:rPr lang="es-CO" sz="2000" b="1" dirty="0">
                <a:solidFill>
                  <a:srgbClr val="FF0000"/>
                </a:solidFill>
                <a:latin typeface="Arial" panose="020B0604020202020204" pitchFamily="34" charset="0"/>
                <a:cs typeface="Arial" panose="020B0604020202020204" pitchFamily="34" charset="0"/>
              </a:rPr>
              <a:t>B</a:t>
            </a:r>
            <a:r>
              <a:rPr lang="es-CO" sz="2000" b="1" dirty="0">
                <a:latin typeface="Arial" panose="020B0604020202020204" pitchFamily="34" charset="0"/>
                <a:cs typeface="Arial" panose="020B0604020202020204" pitchFamily="34" charset="0"/>
              </a:rPr>
              <a:t>  igual a  </a:t>
            </a:r>
            <a:r>
              <a:rPr lang="es-CO" sz="2000" b="1" dirty="0" err="1">
                <a:solidFill>
                  <a:srgbClr val="0000FF"/>
                </a:solidFill>
                <a:latin typeface="Arial" panose="020B0604020202020204" pitchFamily="34" charset="0"/>
                <a:cs typeface="Arial" panose="020B0604020202020204" pitchFamily="34" charset="0"/>
              </a:rPr>
              <a:t>codSuperv</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en</a:t>
            </a:r>
            <a:r>
              <a:rPr lang="es-CO" sz="2000" b="1" dirty="0">
                <a:latin typeface="Arial" panose="020B0604020202020204" pitchFamily="34" charset="0"/>
                <a:cs typeface="Arial" panose="020B0604020202020204" pitchFamily="34" charset="0"/>
              </a:rPr>
              <a:t> </a:t>
            </a:r>
            <a:r>
              <a:rPr lang="es-CO" sz="2000" b="1" dirty="0">
                <a:solidFill>
                  <a:srgbClr val="FF0000"/>
                </a:solidFill>
                <a:latin typeface="Arial" panose="020B0604020202020204" pitchFamily="34" charset="0"/>
                <a:cs typeface="Arial" panose="020B0604020202020204" pitchFamily="34" charset="0"/>
              </a:rPr>
              <a:t>A</a:t>
            </a:r>
            <a:r>
              <a:rPr lang="es-CO" sz="2000" b="1" dirty="0">
                <a:latin typeface="Arial" panose="020B0604020202020204" pitchFamily="34" charset="0"/>
                <a:cs typeface="Arial" panose="020B0604020202020204" pitchFamily="34" charset="0"/>
              </a:rPr>
              <a:t>.   </a:t>
            </a:r>
            <a:r>
              <a:rPr lang="es-CO" sz="2000" b="1" dirty="0" err="1">
                <a:solidFill>
                  <a:srgbClr val="0000FF"/>
                </a:solidFill>
                <a:latin typeface="Arial" panose="020B0604020202020204" pitchFamily="34" charset="0"/>
                <a:cs typeface="Arial" panose="020B0604020202020204" pitchFamily="34" charset="0"/>
              </a:rPr>
              <a:t>A.nombre</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representa el empleado y </a:t>
            </a:r>
            <a:r>
              <a:rPr lang="es-CO" sz="2000" b="1" dirty="0" err="1">
                <a:solidFill>
                  <a:srgbClr val="0000FF"/>
                </a:solidFill>
                <a:latin typeface="Arial" panose="020B0604020202020204" pitchFamily="34" charset="0"/>
                <a:cs typeface="Arial" panose="020B0604020202020204" pitchFamily="34" charset="0"/>
              </a:rPr>
              <a:t>B.nombre</a:t>
            </a:r>
            <a:r>
              <a:rPr lang="es-CO" sz="2000" b="1" dirty="0">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representa el supervisor</a:t>
            </a:r>
            <a:r>
              <a:rPr lang="es-CO" sz="2000" b="1" dirty="0">
                <a:latin typeface="Arial" panose="020B0604020202020204" pitchFamily="34" charset="0"/>
                <a:cs typeface="Arial" panose="020B0604020202020204" pitchFamily="34" charset="0"/>
              </a:rPr>
              <a:t>.</a:t>
            </a:r>
          </a:p>
          <a:p>
            <a:pPr marL="1905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En SQL se pueden unir más de dos relaciones al mismo tiempo.</a:t>
            </a:r>
          </a:p>
        </p:txBody>
      </p:sp>
      <p:pic>
        <p:nvPicPr>
          <p:cNvPr id="3" name="Imagen 2">
            <a:extLst>
              <a:ext uri="{FF2B5EF4-FFF2-40B4-BE49-F238E27FC236}">
                <a16:creationId xmlns:a16="http://schemas.microsoft.com/office/drawing/2014/main" id="{BEC25358-CA80-1E75-08C2-B968A8CEB0C0}"/>
              </a:ext>
            </a:extLst>
          </p:cNvPr>
          <p:cNvPicPr>
            <a:picLocks noChangeAspect="1"/>
          </p:cNvPicPr>
          <p:nvPr/>
        </p:nvPicPr>
        <p:blipFill>
          <a:blip r:embed="rId2"/>
          <a:stretch>
            <a:fillRect/>
          </a:stretch>
        </p:blipFill>
        <p:spPr>
          <a:xfrm>
            <a:off x="6933196" y="1975441"/>
            <a:ext cx="4403670" cy="2153214"/>
          </a:xfrm>
          <a:prstGeom prst="rect">
            <a:avLst/>
          </a:prstGeom>
        </p:spPr>
      </p:pic>
    </p:spTree>
    <p:extLst>
      <p:ext uri="{BB962C8B-B14F-4D97-AF65-F5344CB8AC3E}">
        <p14:creationId xmlns:p14="http://schemas.microsoft.com/office/powerpoint/2010/main" val="475750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 a varias tablas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2708434"/>
          </a:xfrm>
          <a:prstGeom prst="rect">
            <a:avLst/>
          </a:prstGeom>
          <a:noFill/>
        </p:spPr>
        <p:txBody>
          <a:bodyPr wrap="square" rtlCol="0">
            <a:spAutoFit/>
          </a:bodyPr>
          <a:lstStyle/>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Liste los nombres de los  trabajadores asignados a obras oficinas.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SELECT </a:t>
            </a:r>
            <a:r>
              <a:rPr lang="es-CO" sz="2000" dirty="0">
                <a:latin typeface="Arial" panose="020B0604020202020204" pitchFamily="34" charset="0"/>
                <a:cs typeface="Arial" panose="020B0604020202020204" pitchFamily="34" charset="0"/>
              </a:rPr>
              <a:t>nombre</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 Asignaciones, Obras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Empleados.codigo</a:t>
            </a:r>
            <a:r>
              <a:rPr lang="es-CO" sz="2000" dirty="0">
                <a:latin typeface="Arial" panose="020B0604020202020204" pitchFamily="34" charset="0"/>
                <a:cs typeface="Arial" panose="020B0604020202020204" pitchFamily="34" charset="0"/>
              </a:rPr>
              <a:t> = </a:t>
            </a:r>
            <a:r>
              <a:rPr lang="es-CO" sz="2000" dirty="0" err="1">
                <a:latin typeface="Arial" panose="020B0604020202020204" pitchFamily="34" charset="0"/>
                <a:cs typeface="Arial" panose="020B0604020202020204" pitchFamily="34" charset="0"/>
              </a:rPr>
              <a:t>Asignaciones.codigo</a:t>
            </a:r>
            <a:r>
              <a:rPr lang="es-CO" sz="2000" dirty="0">
                <a:latin typeface="Arial" panose="020B0604020202020204" pitchFamily="34" charset="0"/>
                <a:cs typeface="Arial" panose="020B0604020202020204" pitchFamily="34" charset="0"/>
              </a:rPr>
              <a:t>  and</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Asignaciones.idObra</a:t>
            </a:r>
            <a:r>
              <a:rPr lang="es-CO" sz="2000" dirty="0">
                <a:latin typeface="Arial" panose="020B0604020202020204" pitchFamily="34" charset="0"/>
                <a:cs typeface="Arial" panose="020B0604020202020204" pitchFamily="34" charset="0"/>
              </a:rPr>
              <a:t> = </a:t>
            </a:r>
            <a:r>
              <a:rPr lang="es-CO" sz="2000" dirty="0" err="1">
                <a:latin typeface="Arial" panose="020B0604020202020204" pitchFamily="34" charset="0"/>
                <a:cs typeface="Arial" panose="020B0604020202020204" pitchFamily="34" charset="0"/>
              </a:rPr>
              <a:t>Obras.idObra</a:t>
            </a:r>
            <a:r>
              <a:rPr lang="es-CO" sz="2000" dirty="0">
                <a:latin typeface="Arial" panose="020B0604020202020204" pitchFamily="34" charset="0"/>
                <a:cs typeface="Arial" panose="020B0604020202020204" pitchFamily="34" charset="0"/>
              </a:rPr>
              <a:t>  and</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              tipo = “oficinas”;</a:t>
            </a:r>
          </a:p>
          <a:p>
            <a:pPr marL="19050" indent="19050">
              <a:spcBef>
                <a:spcPts val="120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FF0000"/>
                </a:solidFill>
                <a:latin typeface="Arial" panose="020B0604020202020204" pitchFamily="34" charset="0"/>
                <a:cs typeface="Arial" panose="020B0604020202020204" pitchFamily="34" charset="0"/>
              </a:rPr>
              <a:t>Resultado:</a:t>
            </a:r>
          </a:p>
        </p:txBody>
      </p:sp>
      <p:pic>
        <p:nvPicPr>
          <p:cNvPr id="5" name="Imagen 4">
            <a:extLst>
              <a:ext uri="{FF2B5EF4-FFF2-40B4-BE49-F238E27FC236}">
                <a16:creationId xmlns:a16="http://schemas.microsoft.com/office/drawing/2014/main" id="{4ED79295-6CAF-F539-118D-CB6FC9CB1F22}"/>
              </a:ext>
            </a:extLst>
          </p:cNvPr>
          <p:cNvPicPr>
            <a:picLocks noChangeAspect="1"/>
          </p:cNvPicPr>
          <p:nvPr/>
        </p:nvPicPr>
        <p:blipFill>
          <a:blip r:embed="rId2"/>
          <a:stretch>
            <a:fillRect/>
          </a:stretch>
        </p:blipFill>
        <p:spPr>
          <a:xfrm>
            <a:off x="4260082" y="3595908"/>
            <a:ext cx="2951411" cy="2952328"/>
          </a:xfrm>
          <a:prstGeom prst="rect">
            <a:avLst/>
          </a:prstGeom>
        </p:spPr>
      </p:pic>
    </p:spTree>
    <p:extLst>
      <p:ext uri="{BB962C8B-B14F-4D97-AF65-F5344CB8AC3E}">
        <p14:creationId xmlns:p14="http://schemas.microsoft.com/office/powerpoint/2010/main" val="386768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Subconsultas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93702"/>
          </a:xfrm>
          <a:prstGeom prst="rect">
            <a:avLst/>
          </a:prstGeom>
          <a:noFill/>
        </p:spPr>
        <p:txBody>
          <a:bodyPr wrap="square" rtlCol="0">
            <a:spAutoFit/>
          </a:bodyPr>
          <a:lstStyle/>
          <a:p>
            <a:pPr marL="1905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Una subconsulta o “consulta dentro de una consulta” puede ser colocada dentro de una cláusula </a:t>
            </a:r>
            <a:r>
              <a:rPr lang="es-CO" sz="2000"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de una consulta, resultando en una expansión de las capacidades de esta cláusula.</a:t>
            </a:r>
          </a:p>
          <a:p>
            <a:pPr marL="19050" indent="19050">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a:t>
            </a:r>
            <a:r>
              <a:rPr lang="es-MX" sz="2000" dirty="0">
                <a:latin typeface="Arial" panose="020B0604020202020204" pitchFamily="34" charset="0"/>
                <a:cs typeface="Arial" panose="020B0604020202020204" pitchFamily="34" charset="0"/>
              </a:rPr>
              <a:t>¿Cuáles son las especialidades de los empleados asignados a la obra 435?</a:t>
            </a: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especialidad</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Empleados</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codigo</a:t>
            </a:r>
            <a:r>
              <a:rPr lang="es-CO" sz="2000" dirty="0">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in</a:t>
            </a:r>
            <a:r>
              <a:rPr lang="es-CO" sz="2000" dirty="0">
                <a:latin typeface="Arial" panose="020B0604020202020204" pitchFamily="34" charset="0"/>
                <a:cs typeface="Arial" panose="020B0604020202020204" pitchFamily="34" charset="0"/>
              </a:rPr>
              <a:t> </a:t>
            </a:r>
          </a:p>
          <a:p>
            <a:pPr lvl="2">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codigo</a:t>
            </a:r>
            <a:endParaRPr lang="es-CO" sz="2000" dirty="0">
              <a:latin typeface="Arial" panose="020B0604020202020204" pitchFamily="34" charset="0"/>
              <a:cs typeface="Arial" panose="020B0604020202020204" pitchFamily="34" charset="0"/>
            </a:endParaRPr>
          </a:p>
          <a:p>
            <a:pPr lvl="2">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Asignaciones</a:t>
            </a:r>
          </a:p>
          <a:p>
            <a:pPr lvl="2">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WHERE</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idObra</a:t>
            </a:r>
            <a:r>
              <a:rPr lang="es-CO" sz="2000" dirty="0">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435);</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 subconsulta del ejemplo es : </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dirty="0">
                <a:solidFill>
                  <a:srgbClr val="5E11A6"/>
                </a:solidFill>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codigo</a:t>
            </a:r>
            <a:endParaRPr lang="es-CO" sz="2000" dirty="0">
              <a:latin typeface="Arial" panose="020B0604020202020204" pitchFamily="34" charset="0"/>
              <a:cs typeface="Arial" panose="020B0604020202020204" pitchFamily="34" charset="0"/>
            </a:endParaRP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Asignaciones</a:t>
            </a:r>
            <a:r>
              <a:rPr lang="es-CO" sz="2000" dirty="0">
                <a:solidFill>
                  <a:srgbClr val="5E11A6"/>
                </a:solidFill>
                <a:latin typeface="Arial" panose="020B0604020202020204" pitchFamily="34" charset="0"/>
                <a:cs typeface="Arial" panose="020B0604020202020204" pitchFamily="34" charset="0"/>
              </a:rPr>
              <a:t> </a:t>
            </a:r>
          </a:p>
          <a:p>
            <a:pPr marL="19050" indent="19050">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WHERE</a:t>
            </a:r>
            <a:r>
              <a:rPr lang="es-CO" sz="2000" dirty="0">
                <a:solidFill>
                  <a:srgbClr val="5E11A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idObra</a:t>
            </a:r>
            <a:r>
              <a:rPr lang="es-CO" sz="2000" dirty="0">
                <a:latin typeface="Arial" panose="020B0604020202020204" pitchFamily="34" charset="0"/>
                <a:cs typeface="Arial" panose="020B0604020202020204" pitchFamily="34" charset="0"/>
              </a:rPr>
              <a:t> </a:t>
            </a:r>
            <a:r>
              <a:rPr lang="en-GB" sz="2000" b="1" dirty="0">
                <a:solidFill>
                  <a:srgbClr val="FF3366"/>
                </a:solidFill>
                <a:latin typeface="Arial" panose="020B0604020202020204" pitchFamily="34" charset="0"/>
                <a:cs typeface="Arial" panose="020B0604020202020204" pitchFamily="34" charset="0"/>
              </a:rPr>
              <a:t>=</a:t>
            </a:r>
            <a:r>
              <a:rPr lang="en-GB" sz="2000" dirty="0">
                <a:latin typeface="Arial" panose="020B0604020202020204" pitchFamily="34" charset="0"/>
                <a:cs typeface="Arial" panose="020B0604020202020204" pitchFamily="34" charset="0"/>
              </a:rPr>
              <a:t> 435);</a:t>
            </a:r>
          </a:p>
        </p:txBody>
      </p:sp>
      <p:pic>
        <p:nvPicPr>
          <p:cNvPr id="3" name="Imagen 2">
            <a:extLst>
              <a:ext uri="{FF2B5EF4-FFF2-40B4-BE49-F238E27FC236}">
                <a16:creationId xmlns:a16="http://schemas.microsoft.com/office/drawing/2014/main" id="{F41229AF-E5CD-E98E-6B6C-4151973CA426}"/>
              </a:ext>
            </a:extLst>
          </p:cNvPr>
          <p:cNvPicPr>
            <a:picLocks noChangeAspect="1"/>
          </p:cNvPicPr>
          <p:nvPr/>
        </p:nvPicPr>
        <p:blipFill>
          <a:blip r:embed="rId2"/>
          <a:stretch>
            <a:fillRect/>
          </a:stretch>
        </p:blipFill>
        <p:spPr>
          <a:xfrm>
            <a:off x="6599571" y="2961298"/>
            <a:ext cx="3213357" cy="1512168"/>
          </a:xfrm>
          <a:prstGeom prst="rect">
            <a:avLst/>
          </a:prstGeom>
        </p:spPr>
      </p:pic>
      <p:pic>
        <p:nvPicPr>
          <p:cNvPr id="6" name="Imagen 5">
            <a:extLst>
              <a:ext uri="{FF2B5EF4-FFF2-40B4-BE49-F238E27FC236}">
                <a16:creationId xmlns:a16="http://schemas.microsoft.com/office/drawing/2014/main" id="{79AD23DA-DB50-5636-F9B9-3A2781CD89D8}"/>
              </a:ext>
            </a:extLst>
          </p:cNvPr>
          <p:cNvPicPr>
            <a:picLocks noChangeAspect="1"/>
          </p:cNvPicPr>
          <p:nvPr/>
        </p:nvPicPr>
        <p:blipFill>
          <a:blip r:embed="rId3"/>
          <a:stretch>
            <a:fillRect/>
          </a:stretch>
        </p:blipFill>
        <p:spPr>
          <a:xfrm>
            <a:off x="6599571" y="4846656"/>
            <a:ext cx="1656184" cy="1428865"/>
          </a:xfrm>
          <a:prstGeom prst="rect">
            <a:avLst/>
          </a:prstGeom>
        </p:spPr>
      </p:pic>
    </p:spTree>
    <p:extLst>
      <p:ext uri="{BB962C8B-B14F-4D97-AF65-F5344CB8AC3E}">
        <p14:creationId xmlns:p14="http://schemas.microsoft.com/office/powerpoint/2010/main" val="3404988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Subconsultas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49835"/>
          </a:xfrm>
          <a:prstGeom prst="rect">
            <a:avLst/>
          </a:prstGeom>
          <a:noFill/>
        </p:spPr>
        <p:txBody>
          <a:bodyPr wrap="square" rtlCol="0">
            <a:spAutoFit/>
          </a:bodyPr>
          <a:lstStyle/>
          <a:p>
            <a:pPr marL="19050" indent="0" algn="just">
              <a:lnSpc>
                <a:spcPct val="96000"/>
              </a:lnSpc>
              <a:spcAft>
                <a:spcPts val="1138"/>
              </a:spcAft>
              <a:buFont typeface="StarSymbol" charset="0"/>
              <a:buNone/>
              <a:tabLst>
                <a:tab pos="21336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El resultado de la subconsulta se convierte en un conjunto que se usará al ejecutar la consulta principal. Esta consulta causa que cada fila de empleado sea evaluada con respecto al contenido de tal conjunto en la cláusula </a:t>
            </a:r>
            <a:r>
              <a:rPr lang="es-CO" sz="2200"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Si la fila correspondiente al </a:t>
            </a:r>
            <a:r>
              <a:rPr lang="es-CO" sz="2200" dirty="0" err="1">
                <a:solidFill>
                  <a:srgbClr val="0000FF"/>
                </a:solidFill>
                <a:latin typeface="Arial" panose="020B0604020202020204" pitchFamily="34" charset="0"/>
                <a:cs typeface="Arial" panose="020B0604020202020204" pitchFamily="34" charset="0"/>
              </a:rPr>
              <a:t>codigo</a:t>
            </a:r>
            <a:r>
              <a:rPr lang="es-CO" sz="2200" dirty="0">
                <a:latin typeface="Arial" panose="020B0604020202020204" pitchFamily="34" charset="0"/>
                <a:cs typeface="Arial" panose="020B0604020202020204" pitchFamily="34" charset="0"/>
              </a:rPr>
              <a:t> (de </a:t>
            </a:r>
            <a:r>
              <a:rPr lang="es-CO" sz="2200" dirty="0">
                <a:solidFill>
                  <a:srgbClr val="0000FF"/>
                </a:solidFill>
                <a:latin typeface="Arial" panose="020B0604020202020204" pitchFamily="34" charset="0"/>
                <a:cs typeface="Arial" panose="020B0604020202020204" pitchFamily="34" charset="0"/>
              </a:rPr>
              <a:t>Empleados</a:t>
            </a:r>
            <a:r>
              <a:rPr lang="es-CO" sz="2200" dirty="0">
                <a:latin typeface="Arial" panose="020B0604020202020204" pitchFamily="34" charset="0"/>
                <a:cs typeface="Arial" panose="020B0604020202020204" pitchFamily="34" charset="0"/>
              </a:rPr>
              <a:t>) está en (</a:t>
            </a:r>
            <a:r>
              <a:rPr lang="es-CO" sz="2200" b="1" dirty="0">
                <a:solidFill>
                  <a:srgbClr val="FF3366"/>
                </a:solidFill>
                <a:latin typeface="Arial" panose="020B0604020202020204" pitchFamily="34" charset="0"/>
                <a:cs typeface="Arial" panose="020B0604020202020204" pitchFamily="34" charset="0"/>
              </a:rPr>
              <a:t>in</a:t>
            </a:r>
            <a:r>
              <a:rPr lang="es-CO" sz="2200" dirty="0">
                <a:latin typeface="Arial" panose="020B0604020202020204" pitchFamily="34" charset="0"/>
                <a:cs typeface="Arial" panose="020B0604020202020204" pitchFamily="34" charset="0"/>
              </a:rPr>
              <a:t>) el conjunto generado por la subconsulta, entonces la </a:t>
            </a:r>
            <a:r>
              <a:rPr lang="es-CO" sz="2200" dirty="0">
                <a:solidFill>
                  <a:srgbClr val="0000FF"/>
                </a:solidFill>
                <a:latin typeface="Arial" panose="020B0604020202020204" pitchFamily="34" charset="0"/>
                <a:cs typeface="Arial" panose="020B0604020202020204" pitchFamily="34" charset="0"/>
              </a:rPr>
              <a:t>especialidad</a:t>
            </a:r>
            <a:r>
              <a:rPr lang="es-CO" sz="2200" dirty="0">
                <a:latin typeface="Arial" panose="020B0604020202020204" pitchFamily="34" charset="0"/>
                <a:cs typeface="Arial" panose="020B0604020202020204" pitchFamily="34" charset="0"/>
              </a:rPr>
              <a:t> de la fila que SI está trabajando es seleccionada y mostrada en el resultado</a:t>
            </a:r>
          </a:p>
          <a:p>
            <a:pPr marL="19050" indent="0" algn="just">
              <a:lnSpc>
                <a:spcPct val="96000"/>
              </a:lnSpc>
              <a:spcAft>
                <a:spcPts val="1138"/>
              </a:spcAft>
              <a:buFont typeface="StarSymbol" charset="0"/>
              <a:buNone/>
              <a:tabLst>
                <a:tab pos="2133600" algn="l"/>
                <a:tab pos="2171700" algn="l"/>
                <a:tab pos="2895600" algn="l"/>
                <a:tab pos="3619500" algn="l"/>
                <a:tab pos="4343400" algn="l"/>
                <a:tab pos="5067300" algn="l"/>
                <a:tab pos="5791200" algn="l"/>
                <a:tab pos="6515100" algn="l"/>
                <a:tab pos="7239000" algn="l"/>
                <a:tab pos="7962900" algn="l"/>
                <a:tab pos="8686800" algn="l"/>
              </a:tabLst>
            </a:pPr>
            <a:r>
              <a:rPr lang="es-CO" sz="2200" b="1" dirty="0">
                <a:latin typeface="Arial" panose="020B0604020202020204" pitchFamily="34" charset="0"/>
                <a:cs typeface="Arial" panose="020B0604020202020204" pitchFamily="34" charset="0"/>
              </a:rPr>
              <a:t>Es muy importante que la cláusula </a:t>
            </a: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de la subconsulta contenga el </a:t>
            </a:r>
            <a:r>
              <a:rPr lang="es-CO" sz="2200" b="1" dirty="0" err="1">
                <a:solidFill>
                  <a:srgbClr val="0000FF"/>
                </a:solidFill>
                <a:latin typeface="Arial" panose="020B0604020202020204" pitchFamily="34" charset="0"/>
                <a:cs typeface="Arial" panose="020B0604020202020204" pitchFamily="34" charset="0"/>
              </a:rPr>
              <a:t>codigo</a:t>
            </a:r>
            <a:r>
              <a:rPr lang="es-CO" sz="2200" b="1" dirty="0">
                <a:latin typeface="Arial" panose="020B0604020202020204" pitchFamily="34" charset="0"/>
                <a:cs typeface="Arial" panose="020B0604020202020204" pitchFamily="34" charset="0"/>
              </a:rPr>
              <a:t>, solamente. De otra forma, la cláusula </a:t>
            </a:r>
            <a:r>
              <a:rPr lang="es-CO" sz="2200" b="1" dirty="0">
                <a:solidFill>
                  <a:srgbClr val="5E11A6"/>
                </a:solidFill>
                <a:latin typeface="Arial" panose="020B0604020202020204" pitchFamily="34" charset="0"/>
                <a:cs typeface="Arial" panose="020B0604020202020204" pitchFamily="34" charset="0"/>
              </a:rPr>
              <a:t>WHERE</a:t>
            </a:r>
            <a:r>
              <a:rPr lang="es-CO" sz="2200" b="1" dirty="0">
                <a:latin typeface="Arial" panose="020B0604020202020204" pitchFamily="34" charset="0"/>
                <a:cs typeface="Arial" panose="020B0604020202020204" pitchFamily="34" charset="0"/>
              </a:rPr>
              <a:t> de la consulta principal, que pregunta si el </a:t>
            </a:r>
            <a:r>
              <a:rPr lang="es-CO" sz="2200" b="1" dirty="0" err="1">
                <a:solidFill>
                  <a:srgbClr val="0000FF"/>
                </a:solidFill>
                <a:latin typeface="Arial" panose="020B0604020202020204" pitchFamily="34" charset="0"/>
                <a:cs typeface="Arial" panose="020B0604020202020204" pitchFamily="34" charset="0"/>
              </a:rPr>
              <a:t>codigo</a:t>
            </a:r>
            <a:r>
              <a:rPr lang="es-CO" sz="2200" b="1"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está en el conjunto</a:t>
            </a:r>
            <a:r>
              <a:rPr lang="es-CO" sz="2200" b="1" dirty="0">
                <a:latin typeface="Arial" panose="020B0604020202020204" pitchFamily="34" charset="0"/>
                <a:cs typeface="Arial" panose="020B0604020202020204" pitchFamily="34" charset="0"/>
              </a:rPr>
              <a:t> de </a:t>
            </a:r>
            <a:r>
              <a:rPr lang="es-CO" sz="2200" b="1" dirty="0">
                <a:solidFill>
                  <a:srgbClr val="0000FF"/>
                </a:solidFill>
                <a:latin typeface="Arial" panose="020B0604020202020204" pitchFamily="34" charset="0"/>
                <a:cs typeface="Arial" panose="020B0604020202020204" pitchFamily="34" charset="0"/>
              </a:rPr>
              <a:t>Empleados</a:t>
            </a:r>
            <a:r>
              <a:rPr lang="es-CO" sz="2200" b="1" dirty="0">
                <a:latin typeface="Arial" panose="020B0604020202020204" pitchFamily="34" charset="0"/>
                <a:cs typeface="Arial" panose="020B0604020202020204" pitchFamily="34" charset="0"/>
              </a:rPr>
              <a:t> (</a:t>
            </a:r>
            <a:r>
              <a:rPr lang="es-CO" sz="2200" b="1" dirty="0">
                <a:solidFill>
                  <a:srgbClr val="0000FF"/>
                </a:solidFill>
                <a:latin typeface="Arial" panose="020B0604020202020204" pitchFamily="34" charset="0"/>
                <a:cs typeface="Arial" panose="020B0604020202020204" pitchFamily="34" charset="0"/>
              </a:rPr>
              <a:t>código</a:t>
            </a:r>
            <a:r>
              <a:rPr lang="es-CO" sz="2200" b="1" dirty="0">
                <a:latin typeface="Arial" panose="020B0604020202020204" pitchFamily="34" charset="0"/>
                <a:cs typeface="Arial" panose="020B0604020202020204" pitchFamily="34" charset="0"/>
              </a:rPr>
              <a:t>s), no tendrá respuesta.</a:t>
            </a:r>
          </a:p>
          <a:p>
            <a:pPr marL="19050" indent="0" algn="just">
              <a:lnSpc>
                <a:spcPct val="96000"/>
              </a:lnSpc>
              <a:spcAft>
                <a:spcPts val="1138"/>
              </a:spcAft>
              <a:buFont typeface="StarSymbol" charset="0"/>
              <a:buNone/>
              <a:tabLst>
                <a:tab pos="21336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La semántica de  </a:t>
            </a:r>
            <a:r>
              <a:rPr lang="es-CO" sz="2200" b="1" dirty="0">
                <a:solidFill>
                  <a:srgbClr val="FF3366"/>
                </a:solidFill>
                <a:latin typeface="Arial" panose="020B0604020202020204" pitchFamily="34" charset="0"/>
                <a:cs typeface="Arial" panose="020B0604020202020204" pitchFamily="34" charset="0"/>
              </a:rPr>
              <a:t>in</a:t>
            </a:r>
            <a:r>
              <a:rPr lang="es-CO" sz="2200" dirty="0">
                <a:solidFill>
                  <a:srgbClr val="FF3366"/>
                </a:solidFill>
                <a:latin typeface="Arial" panose="020B0604020202020204" pitchFamily="34" charset="0"/>
                <a:cs typeface="Arial" panose="020B0604020202020204" pitchFamily="34" charset="0"/>
              </a:rPr>
              <a:t> </a:t>
            </a:r>
            <a:r>
              <a:rPr lang="es-CO" sz="2200" dirty="0">
                <a:latin typeface="Arial" panose="020B0604020202020204" pitchFamily="34" charset="0"/>
                <a:cs typeface="Arial" panose="020B0604020202020204" pitchFamily="34" charset="0"/>
              </a:rPr>
              <a:t> es la pertenencia a un conjunto. La subconsulta </a:t>
            </a:r>
            <a:r>
              <a:rPr lang="es-CO" sz="2200" dirty="0">
                <a:solidFill>
                  <a:srgbClr val="FF0000"/>
                </a:solidFill>
                <a:latin typeface="Arial" panose="020B0604020202020204" pitchFamily="34" charset="0"/>
                <a:cs typeface="Arial" panose="020B0604020202020204" pitchFamily="34" charset="0"/>
              </a:rPr>
              <a:t>debe producir una relación unaria</a:t>
            </a:r>
            <a:r>
              <a:rPr lang="es-CO" sz="2200" dirty="0">
                <a:latin typeface="Arial" panose="020B0604020202020204" pitchFamily="34" charset="0"/>
                <a:cs typeface="Arial" panose="020B0604020202020204" pitchFamily="34" charset="0"/>
              </a:rPr>
              <a:t>, o sea un </a:t>
            </a:r>
            <a:r>
              <a:rPr lang="es-CO" sz="2200" dirty="0">
                <a:solidFill>
                  <a:srgbClr val="FF0000"/>
                </a:solidFill>
                <a:latin typeface="Arial" panose="020B0604020202020204" pitchFamily="34" charset="0"/>
                <a:cs typeface="Arial" panose="020B0604020202020204" pitchFamily="34" charset="0"/>
              </a:rPr>
              <a:t>conjunto</a:t>
            </a:r>
            <a:r>
              <a:rPr lang="es-CO" sz="2200" dirty="0">
                <a:latin typeface="Arial" panose="020B0604020202020204" pitchFamily="34" charset="0"/>
                <a:cs typeface="Arial" panose="020B0604020202020204" pitchFamily="34" charset="0"/>
              </a:rPr>
              <a:t> y la condición es cierta para una tupla dada </a:t>
            </a:r>
            <a:r>
              <a:rPr lang="es-CO" sz="2200" dirty="0">
                <a:solidFill>
                  <a:srgbClr val="FF0000"/>
                </a:solidFill>
                <a:latin typeface="Arial" panose="020B0604020202020204" pitchFamily="34" charset="0"/>
                <a:cs typeface="Arial" panose="020B0604020202020204" pitchFamily="34" charset="0"/>
              </a:rPr>
              <a:t>si el valor del atributo e</a:t>
            </a:r>
            <a:r>
              <a:rPr lang="en-GB" sz="2200" dirty="0">
                <a:solidFill>
                  <a:srgbClr val="FF0000"/>
                </a:solidFill>
                <a:latin typeface="Arial" panose="020B0604020202020204" pitchFamily="34" charset="0"/>
                <a:cs typeface="Arial" panose="020B0604020202020204" pitchFamily="34" charset="0"/>
              </a:rPr>
              <a:t>n </a:t>
            </a:r>
            <a:r>
              <a:rPr lang="es-CO" sz="2200" dirty="0">
                <a:solidFill>
                  <a:srgbClr val="FF0000"/>
                </a:solidFill>
                <a:latin typeface="Arial" panose="020B0604020202020204" pitchFamily="34" charset="0"/>
                <a:cs typeface="Arial" panose="020B0604020202020204" pitchFamily="34" charset="0"/>
              </a:rPr>
              <a:t>esa tupla pertenece al conjunto</a:t>
            </a:r>
            <a:r>
              <a:rPr lang="es-CO" sz="2200" dirty="0">
                <a:latin typeface="Arial" panose="020B0604020202020204" pitchFamily="34" charset="0"/>
                <a:cs typeface="Arial" panose="020B0604020202020204" pitchFamily="34" charset="0"/>
              </a:rPr>
              <a:t> producto de la subconsulta.</a:t>
            </a:r>
          </a:p>
        </p:txBody>
      </p:sp>
    </p:spTree>
    <p:extLst>
      <p:ext uri="{BB962C8B-B14F-4D97-AF65-F5344CB8AC3E}">
        <p14:creationId xmlns:p14="http://schemas.microsoft.com/office/powerpoint/2010/main" val="18107817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Subconsultas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96615"/>
          </a:xfrm>
          <a:prstGeom prst="rect">
            <a:avLst/>
          </a:prstGeom>
          <a:noFill/>
        </p:spPr>
        <p:txBody>
          <a:bodyPr wrap="square" rtlCol="0">
            <a:spAutoFit/>
          </a:bodyPr>
          <a:lstStyle/>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Ejemplo: Liste los nombres de los trabajadores asignados a las obras oficinas.</a:t>
            </a:r>
          </a:p>
          <a:p>
            <a:pPr marL="19050" indent="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nombre</a:t>
            </a:r>
          </a:p>
          <a:p>
            <a:pPr marL="19050" indent="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Empleados</a:t>
            </a:r>
          </a:p>
          <a:p>
            <a:pPr marL="19050" indent="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codigo</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in</a:t>
            </a:r>
            <a:r>
              <a:rPr lang="es-CO" sz="2400" dirty="0">
                <a:latin typeface="Arial" panose="020B0604020202020204" pitchFamily="34" charset="0"/>
                <a:cs typeface="Arial" panose="020B0604020202020204" pitchFamily="34" charset="0"/>
              </a:rPr>
              <a:t> </a:t>
            </a: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355E00"/>
                </a:solidFill>
                <a:latin typeface="Arial" panose="020B0604020202020204" pitchFamily="34" charset="0"/>
                <a:cs typeface="Arial" panose="020B0604020202020204" pitchFamily="34" charset="0"/>
              </a:rPr>
              <a:t>(</a:t>
            </a: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codigo</a:t>
            </a:r>
            <a:endParaRPr lang="es-CO" sz="2400" dirty="0">
              <a:latin typeface="Arial" panose="020B0604020202020204" pitchFamily="34" charset="0"/>
              <a:cs typeface="Arial" panose="020B0604020202020204" pitchFamily="34" charset="0"/>
            </a:endParaRP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Asignaciones</a:t>
            </a: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WHERE</a:t>
            </a:r>
            <a:r>
              <a:rPr lang="es-CO" sz="2400" dirty="0">
                <a:solidFill>
                  <a:srgbClr val="5E11A6"/>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idObra</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in</a:t>
            </a:r>
            <a:r>
              <a:rPr lang="es-CO" sz="2400" dirty="0">
                <a:latin typeface="Arial" panose="020B0604020202020204" pitchFamily="34" charset="0"/>
                <a:cs typeface="Arial" panose="020B0604020202020204" pitchFamily="34" charset="0"/>
              </a:rPr>
              <a:t>  </a:t>
            </a:r>
          </a:p>
          <a:p>
            <a:pPr lvl="4"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3DEB3D"/>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idObra</a:t>
            </a:r>
            <a:endParaRPr lang="es-CO" sz="2400" dirty="0">
              <a:latin typeface="Arial" panose="020B0604020202020204" pitchFamily="34" charset="0"/>
              <a:cs typeface="Arial" panose="020B0604020202020204" pitchFamily="34" charset="0"/>
            </a:endParaRP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Obras</a:t>
            </a: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WHERE</a:t>
            </a:r>
            <a:r>
              <a:rPr lang="es-CO" sz="2400" dirty="0">
                <a:solidFill>
                  <a:srgbClr val="5E11A6"/>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 tipo </a:t>
            </a:r>
            <a:r>
              <a:rPr lang="es-CO" sz="2400" b="1" dirty="0">
                <a:solidFill>
                  <a:srgbClr val="FF3366"/>
                </a:solidFill>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 “Oficinas”</a:t>
            </a:r>
            <a:r>
              <a:rPr lang="es-CO" sz="2400" dirty="0">
                <a:solidFill>
                  <a:srgbClr val="3DEB3D"/>
                </a:solidFill>
                <a:latin typeface="Arial" panose="020B0604020202020204" pitchFamily="34" charset="0"/>
                <a:cs typeface="Arial" panose="020B0604020202020204" pitchFamily="34" charset="0"/>
              </a:rPr>
              <a:t>)</a:t>
            </a:r>
            <a:r>
              <a:rPr lang="es-CO" sz="2400" dirty="0">
                <a:solidFill>
                  <a:srgbClr val="355E00"/>
                </a:solidFill>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a:t>
            </a:r>
          </a:p>
          <a:p>
            <a:pPr lvl="2"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400" dirty="0">
              <a:latin typeface="Arial" panose="020B0604020202020204" pitchFamily="34" charset="0"/>
              <a:cs typeface="Arial" panose="020B0604020202020204" pitchFamily="34" charset="0"/>
            </a:endParaRPr>
          </a:p>
          <a:p>
            <a:pPr marL="0" lvl="2"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En estas consultas, las subconsultas </a:t>
            </a:r>
            <a:r>
              <a:rPr lang="es-CO" sz="2400" dirty="0">
                <a:solidFill>
                  <a:srgbClr val="FF0000"/>
                </a:solidFill>
                <a:latin typeface="Arial" panose="020B0604020202020204" pitchFamily="34" charset="0"/>
                <a:cs typeface="Arial" panose="020B0604020202020204" pitchFamily="34" charset="0"/>
              </a:rPr>
              <a:t>más internas</a:t>
            </a:r>
            <a:r>
              <a:rPr lang="es-CO" sz="2400" dirty="0">
                <a:latin typeface="Arial" panose="020B0604020202020204" pitchFamily="34" charset="0"/>
                <a:cs typeface="Arial" panose="020B0604020202020204" pitchFamily="34" charset="0"/>
              </a:rPr>
              <a:t> son evaluadas </a:t>
            </a:r>
            <a:r>
              <a:rPr lang="es-CO" sz="2400" dirty="0">
                <a:solidFill>
                  <a:srgbClr val="FF0000"/>
                </a:solidFill>
                <a:latin typeface="Arial" panose="020B0604020202020204" pitchFamily="34" charset="0"/>
                <a:cs typeface="Arial" panose="020B0604020202020204" pitchFamily="34" charset="0"/>
              </a:rPr>
              <a:t>primero</a:t>
            </a:r>
            <a:r>
              <a:rPr lang="es-CO" sz="2400" dirty="0">
                <a:latin typeface="Arial" panose="020B0604020202020204" pitchFamily="34" charset="0"/>
                <a:cs typeface="Arial" panose="020B0604020202020204" pitchFamily="34" charset="0"/>
              </a:rPr>
              <a:t>.</a:t>
            </a:r>
          </a:p>
        </p:txBody>
      </p:sp>
      <p:pic>
        <p:nvPicPr>
          <p:cNvPr id="3" name="Imagen 2">
            <a:extLst>
              <a:ext uri="{FF2B5EF4-FFF2-40B4-BE49-F238E27FC236}">
                <a16:creationId xmlns:a16="http://schemas.microsoft.com/office/drawing/2014/main" id="{C76A31BE-18F5-F147-7B50-D730E76AFECF}"/>
              </a:ext>
            </a:extLst>
          </p:cNvPr>
          <p:cNvPicPr>
            <a:picLocks noChangeAspect="1"/>
          </p:cNvPicPr>
          <p:nvPr/>
        </p:nvPicPr>
        <p:blipFill>
          <a:blip r:embed="rId2"/>
          <a:stretch>
            <a:fillRect/>
          </a:stretch>
        </p:blipFill>
        <p:spPr>
          <a:xfrm>
            <a:off x="7390930" y="1985843"/>
            <a:ext cx="3415163" cy="2520280"/>
          </a:xfrm>
          <a:prstGeom prst="rect">
            <a:avLst/>
          </a:prstGeom>
        </p:spPr>
      </p:pic>
    </p:spTree>
    <p:extLst>
      <p:ext uri="{BB962C8B-B14F-4D97-AF65-F5344CB8AC3E}">
        <p14:creationId xmlns:p14="http://schemas.microsoft.com/office/powerpoint/2010/main" val="3094856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Renombrar Atributos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47481"/>
          </a:xfrm>
          <a:prstGeom prst="rect">
            <a:avLst/>
          </a:prstGeom>
          <a:noFill/>
        </p:spPr>
        <p:txBody>
          <a:bodyPr wrap="square" rtlCol="0">
            <a:spAutoFit/>
          </a:bodyPr>
          <a:lstStyle/>
          <a:p>
            <a:pPr>
              <a:spcAft>
                <a:spcPts val="1200"/>
              </a:spcAft>
            </a:pPr>
            <a:r>
              <a:rPr lang="es-CO" sz="2200">
                <a:solidFill>
                  <a:schemeClr val="tx1"/>
                </a:solidFill>
                <a:latin typeface="Arial" panose="020B0604020202020204" pitchFamily="34" charset="0"/>
                <a:cs typeface="Arial" panose="020B0604020202020204" pitchFamily="34" charset="0"/>
              </a:rPr>
              <a:t>Para renombrar atributos se usa la palabra </a:t>
            </a:r>
            <a:r>
              <a:rPr lang="es-CO" sz="2200" b="1">
                <a:solidFill>
                  <a:srgbClr val="7030A0"/>
                </a:solidFill>
                <a:latin typeface="Arial" panose="020B0604020202020204" pitchFamily="34" charset="0"/>
                <a:cs typeface="Arial" panose="020B0604020202020204" pitchFamily="34" charset="0"/>
              </a:rPr>
              <a:t>AS</a:t>
            </a:r>
          </a:p>
          <a:p>
            <a:r>
              <a:rPr lang="es-CO" sz="2200" b="1" dirty="0">
                <a:solidFill>
                  <a:srgbClr val="0000CC"/>
                </a:solidFill>
                <a:latin typeface="Arial" panose="020B0604020202020204" pitchFamily="34" charset="0"/>
                <a:cs typeface="Arial" panose="020B0604020202020204" pitchFamily="34" charset="0"/>
              </a:rPr>
              <a:t>SELECT</a:t>
            </a:r>
            <a:r>
              <a:rPr lang="es-CO" sz="2200" dirty="0">
                <a:solidFill>
                  <a:schemeClr val="tx1"/>
                </a:solidFill>
                <a:latin typeface="Arial" panose="020B0604020202020204" pitchFamily="34" charset="0"/>
                <a:cs typeface="Arial" panose="020B0604020202020204" pitchFamily="34" charset="0"/>
              </a:rPr>
              <a:t> nombre AS </a:t>
            </a:r>
            <a:r>
              <a:rPr lang="es-CO" sz="2200" dirty="0" err="1">
                <a:solidFill>
                  <a:schemeClr val="tx1"/>
                </a:solidFill>
                <a:latin typeface="Arial" panose="020B0604020202020204" pitchFamily="34" charset="0"/>
                <a:cs typeface="Arial" panose="020B0604020202020204" pitchFamily="34" charset="0"/>
              </a:rPr>
              <a:t>nombreEmpleado</a:t>
            </a:r>
            <a:endParaRPr lang="es-CO" sz="2200" dirty="0">
              <a:solidFill>
                <a:schemeClr val="tx1"/>
              </a:solidFill>
              <a:latin typeface="Arial" panose="020B0604020202020204" pitchFamily="34" charset="0"/>
              <a:cs typeface="Arial" panose="020B0604020202020204" pitchFamily="34" charset="0"/>
            </a:endParaRPr>
          </a:p>
          <a:p>
            <a:r>
              <a:rPr lang="es-CO" sz="2200" b="1" dirty="0">
                <a:solidFill>
                  <a:srgbClr val="0000CC"/>
                </a:solidFill>
                <a:latin typeface="Arial" panose="020B0604020202020204" pitchFamily="34" charset="0"/>
                <a:cs typeface="Arial" panose="020B0604020202020204" pitchFamily="34" charset="0"/>
              </a:rPr>
              <a:t>FROM</a:t>
            </a:r>
            <a:r>
              <a:rPr lang="es-CO" sz="2200" dirty="0">
                <a:solidFill>
                  <a:schemeClr val="tx1"/>
                </a:solidFill>
                <a:latin typeface="Arial" panose="020B0604020202020204" pitchFamily="34" charset="0"/>
                <a:cs typeface="Arial" panose="020B0604020202020204" pitchFamily="34" charset="0"/>
              </a:rPr>
              <a:t> Empleados;</a:t>
            </a:r>
          </a:p>
          <a:p>
            <a:endParaRPr lang="es-CO" sz="2200" dirty="0">
              <a:solidFill>
                <a:schemeClr val="tx1"/>
              </a:solidFill>
              <a:latin typeface="Arial" panose="020B0604020202020204" pitchFamily="34" charset="0"/>
              <a:cs typeface="Arial" panose="020B0604020202020204" pitchFamily="34" charset="0"/>
            </a:endParaRPr>
          </a:p>
          <a:p>
            <a:endParaRPr lang="es-CO" sz="2200" dirty="0">
              <a:latin typeface="Arial" panose="020B0604020202020204" pitchFamily="34" charset="0"/>
              <a:cs typeface="Arial" panose="020B0604020202020204" pitchFamily="34" charset="0"/>
            </a:endParaRPr>
          </a:p>
          <a:p>
            <a:endParaRPr lang="es-CO" sz="2200" dirty="0">
              <a:solidFill>
                <a:schemeClr val="tx1"/>
              </a:solidFill>
              <a:latin typeface="Arial" panose="020B0604020202020204" pitchFamily="34" charset="0"/>
              <a:cs typeface="Arial" panose="020B0604020202020204" pitchFamily="34" charset="0"/>
            </a:endParaRPr>
          </a:p>
          <a:p>
            <a:pPr>
              <a:spcBef>
                <a:spcPts val="1200"/>
              </a:spcBef>
              <a:spcAft>
                <a:spcPts val="1200"/>
              </a:spcAft>
            </a:pPr>
            <a:r>
              <a:rPr lang="es-CO" sz="2200" dirty="0">
                <a:solidFill>
                  <a:schemeClr val="tx1"/>
                </a:solidFill>
                <a:latin typeface="Arial" panose="020B0604020202020204" pitchFamily="34" charset="0"/>
                <a:cs typeface="Arial" panose="020B0604020202020204" pitchFamily="34" charset="0"/>
              </a:rPr>
              <a:t>Es  bastante útil cuando se tienen nombres “complicados” o largos para una columna o se han realizado operaciones.</a:t>
            </a:r>
          </a:p>
          <a:p>
            <a:r>
              <a:rPr lang="es-CO" sz="2200" b="1" dirty="0">
                <a:solidFill>
                  <a:schemeClr val="tx1"/>
                </a:solidFill>
                <a:latin typeface="Arial" panose="020B0604020202020204" pitchFamily="34" charset="0"/>
                <a:cs typeface="Arial" panose="020B0604020202020204" pitchFamily="34" charset="0"/>
              </a:rPr>
              <a:t>Ejemplo:</a:t>
            </a:r>
            <a:endParaRPr lang="es-CO" sz="2200" dirty="0">
              <a:solidFill>
                <a:srgbClr val="000000"/>
              </a:solidFill>
              <a:latin typeface="Arial" panose="020B0604020202020204" pitchFamily="34" charset="0"/>
              <a:cs typeface="Arial" panose="020B0604020202020204" pitchFamily="34" charset="0"/>
            </a:endParaRPr>
          </a:p>
          <a:p>
            <a:pPr eaLnBrk="1" hangingPunct="1">
              <a:spcBef>
                <a:spcPts val="575"/>
              </a:spcBef>
            </a:pPr>
            <a:r>
              <a:rPr lang="es-CO" sz="2200" b="1" dirty="0">
                <a:solidFill>
                  <a:srgbClr val="0000CC"/>
                </a:solidFill>
                <a:latin typeface="Arial" panose="020B0604020202020204" pitchFamily="34" charset="0"/>
                <a:cs typeface="Arial" panose="020B0604020202020204" pitchFamily="34" charset="0"/>
              </a:rPr>
              <a:t>SELECT</a:t>
            </a:r>
            <a:r>
              <a:rPr lang="es-CO" sz="2200" dirty="0">
                <a:solidFill>
                  <a:srgbClr val="5E11A6"/>
                </a:solidFill>
                <a:latin typeface="Arial" panose="020B0604020202020204" pitchFamily="34" charset="0"/>
                <a:cs typeface="Arial" panose="020B0604020202020204" pitchFamily="34" charset="0"/>
              </a:rPr>
              <a:t> </a:t>
            </a:r>
            <a:r>
              <a:rPr lang="es-CO" sz="2200" dirty="0" err="1">
                <a:solidFill>
                  <a:schemeClr val="tx1"/>
                </a:solidFill>
                <a:latin typeface="Arial" panose="020B0604020202020204" pitchFamily="34" charset="0"/>
                <a:cs typeface="Arial" panose="020B0604020202020204" pitchFamily="34" charset="0"/>
              </a:rPr>
              <a:t>codigo</a:t>
            </a:r>
            <a:r>
              <a:rPr lang="es-CO" sz="2200" dirty="0">
                <a:solidFill>
                  <a:schemeClr val="tx1"/>
                </a:solidFill>
                <a:latin typeface="Arial" panose="020B0604020202020204" pitchFamily="34" charset="0"/>
                <a:cs typeface="Arial" panose="020B0604020202020204" pitchFamily="34" charset="0"/>
              </a:rPr>
              <a:t>, salario*1.05 AS </a:t>
            </a:r>
            <a:r>
              <a:rPr lang="es-CO" sz="2200" dirty="0" err="1">
                <a:solidFill>
                  <a:schemeClr val="tx1"/>
                </a:solidFill>
                <a:latin typeface="Arial" panose="020B0604020202020204" pitchFamily="34" charset="0"/>
                <a:cs typeface="Arial" panose="020B0604020202020204" pitchFamily="34" charset="0"/>
              </a:rPr>
              <a:t>NewSal</a:t>
            </a:r>
            <a:endParaRPr lang="es-CO" sz="2200" dirty="0">
              <a:solidFill>
                <a:schemeClr val="tx1"/>
              </a:solidFill>
              <a:latin typeface="Arial" panose="020B0604020202020204" pitchFamily="34" charset="0"/>
              <a:cs typeface="Arial" panose="020B0604020202020204" pitchFamily="34" charset="0"/>
            </a:endParaRPr>
          </a:p>
          <a:p>
            <a:pPr eaLnBrk="1" hangingPunct="1">
              <a:spcBef>
                <a:spcPts val="575"/>
              </a:spcBef>
            </a:pPr>
            <a:r>
              <a:rPr lang="es-CO" sz="2200" b="1" dirty="0">
                <a:solidFill>
                  <a:srgbClr val="0000CC"/>
                </a:solidFill>
                <a:latin typeface="Arial" panose="020B0604020202020204" pitchFamily="34" charset="0"/>
                <a:cs typeface="Arial" panose="020B0604020202020204" pitchFamily="34" charset="0"/>
              </a:rPr>
              <a:t>FROM</a:t>
            </a:r>
            <a:r>
              <a:rPr lang="es-CO" sz="2200" dirty="0">
                <a:solidFill>
                  <a:srgbClr val="000000"/>
                </a:solidFill>
                <a:latin typeface="Arial" panose="020B0604020202020204" pitchFamily="34" charset="0"/>
                <a:cs typeface="Arial" panose="020B0604020202020204" pitchFamily="34" charset="0"/>
              </a:rPr>
              <a:t> Empleados;</a:t>
            </a:r>
          </a:p>
          <a:p>
            <a:pPr eaLnBrk="1" hangingPunct="1">
              <a:spcBef>
                <a:spcPts val="575"/>
              </a:spcBef>
            </a:pPr>
            <a:r>
              <a:rPr lang="es-CO" sz="2200" b="1" dirty="0">
                <a:solidFill>
                  <a:srgbClr val="FF0000"/>
                </a:solidFill>
                <a:latin typeface="Arial" panose="020B0604020202020204" pitchFamily="34" charset="0"/>
                <a:cs typeface="Arial" panose="020B0604020202020204" pitchFamily="34" charset="0"/>
              </a:rPr>
              <a:t>Resultado</a:t>
            </a:r>
            <a:r>
              <a:rPr lang="es-CO" sz="2200" dirty="0">
                <a:solidFill>
                  <a:srgbClr val="FF0000"/>
                </a:solidFill>
                <a:latin typeface="Arial" panose="020B0604020202020204" pitchFamily="34" charset="0"/>
                <a:cs typeface="Arial" panose="020B0604020202020204" pitchFamily="34" charset="0"/>
              </a:rPr>
              <a:t>:</a:t>
            </a:r>
          </a:p>
        </p:txBody>
      </p:sp>
      <p:pic>
        <p:nvPicPr>
          <p:cNvPr id="5" name="Imagen 4">
            <a:extLst>
              <a:ext uri="{FF2B5EF4-FFF2-40B4-BE49-F238E27FC236}">
                <a16:creationId xmlns:a16="http://schemas.microsoft.com/office/drawing/2014/main" id="{557557AF-51E2-68B5-D3F4-6BEDADD43090}"/>
              </a:ext>
            </a:extLst>
          </p:cNvPr>
          <p:cNvPicPr>
            <a:picLocks noChangeAspect="1"/>
          </p:cNvPicPr>
          <p:nvPr/>
        </p:nvPicPr>
        <p:blipFill>
          <a:blip r:embed="rId2"/>
          <a:stretch>
            <a:fillRect/>
          </a:stretch>
        </p:blipFill>
        <p:spPr>
          <a:xfrm>
            <a:off x="8107651" y="1181819"/>
            <a:ext cx="2520280" cy="2093347"/>
          </a:xfrm>
          <a:prstGeom prst="rect">
            <a:avLst/>
          </a:prstGeom>
        </p:spPr>
      </p:pic>
      <p:pic>
        <p:nvPicPr>
          <p:cNvPr id="6" name="Imagen 5">
            <a:extLst>
              <a:ext uri="{FF2B5EF4-FFF2-40B4-BE49-F238E27FC236}">
                <a16:creationId xmlns:a16="http://schemas.microsoft.com/office/drawing/2014/main" id="{EF2E839B-A544-3D34-3063-7D887C46E636}"/>
              </a:ext>
            </a:extLst>
          </p:cNvPr>
          <p:cNvPicPr>
            <a:picLocks noChangeAspect="1"/>
          </p:cNvPicPr>
          <p:nvPr/>
        </p:nvPicPr>
        <p:blipFill>
          <a:blip r:embed="rId3"/>
          <a:stretch>
            <a:fillRect/>
          </a:stretch>
        </p:blipFill>
        <p:spPr>
          <a:xfrm>
            <a:off x="8107651" y="4052747"/>
            <a:ext cx="2520280" cy="2394266"/>
          </a:xfrm>
          <a:prstGeom prst="rect">
            <a:avLst/>
          </a:prstGeom>
        </p:spPr>
      </p:pic>
    </p:spTree>
    <p:extLst>
      <p:ext uri="{BB962C8B-B14F-4D97-AF65-F5344CB8AC3E}">
        <p14:creationId xmlns:p14="http://schemas.microsoft.com/office/powerpoint/2010/main" val="2900673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Subconsultas Correlacionadas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72597"/>
          </a:xfrm>
          <a:prstGeom prst="rect">
            <a:avLst/>
          </a:prstGeom>
          <a:noFill/>
        </p:spPr>
        <p:txBody>
          <a:bodyPr wrap="square" rtlCol="0">
            <a:spAutoFit/>
          </a:bodyPr>
          <a:lstStyle/>
          <a:p>
            <a:pPr marL="19050" indent="0">
              <a:spcAft>
                <a:spcPts val="113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Esta clase de subconsultas son aquellas cuyos valores por ejecución </a:t>
            </a:r>
            <a:r>
              <a:rPr lang="es-CO" sz="2400" dirty="0">
                <a:solidFill>
                  <a:srgbClr val="FF0000"/>
                </a:solidFill>
                <a:latin typeface="Arial" panose="020B0604020202020204" pitchFamily="34" charset="0"/>
                <a:cs typeface="Arial" panose="020B0604020202020204" pitchFamily="34" charset="0"/>
              </a:rPr>
              <a:t>dependen</a:t>
            </a:r>
            <a:r>
              <a:rPr lang="es-CO" sz="2400" dirty="0">
                <a:latin typeface="Arial" panose="020B0604020202020204" pitchFamily="34" charset="0"/>
                <a:cs typeface="Arial" panose="020B0604020202020204" pitchFamily="34" charset="0"/>
              </a:rPr>
              <a:t> de la fila que está siendo examinada en la consulta principal.</a:t>
            </a:r>
          </a:p>
          <a:p>
            <a:pPr marL="19050" indent="0">
              <a:spcAft>
                <a:spcPts val="113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latin typeface="Arial" panose="020B0604020202020204" pitchFamily="34" charset="0"/>
                <a:cs typeface="Arial" panose="020B0604020202020204" pitchFamily="34" charset="0"/>
              </a:rPr>
              <a:t>CONSULTA</a:t>
            </a:r>
            <a:r>
              <a:rPr lang="es-CO" sz="2400" dirty="0">
                <a:latin typeface="Arial" panose="020B0604020202020204" pitchFamily="34" charset="0"/>
                <a:cs typeface="Arial" panose="020B0604020202020204" pitchFamily="34" charset="0"/>
              </a:rPr>
              <a:t>: Liste los empleados que reciben un mayor salario promedio diario que sus supervisores.</a:t>
            </a:r>
          </a:p>
          <a:p>
            <a:pPr marL="19050" indent="0">
              <a:spcAft>
                <a:spcPts val="113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Es decir, que la fila del supervisor a examinar </a:t>
            </a:r>
            <a:r>
              <a:rPr lang="es-CO" sz="2400" i="1" dirty="0">
                <a:solidFill>
                  <a:srgbClr val="0000FF"/>
                </a:solidFill>
                <a:latin typeface="Arial" panose="020B0604020202020204" pitchFamily="34" charset="0"/>
                <a:cs typeface="Arial" panose="020B0604020202020204" pitchFamily="34" charset="0"/>
              </a:rPr>
              <a:t>depende directamente</a:t>
            </a:r>
            <a:r>
              <a:rPr lang="es-CO" sz="2400" dirty="0">
                <a:latin typeface="Arial" panose="020B0604020202020204" pitchFamily="34" charset="0"/>
                <a:cs typeface="Arial" panose="020B0604020202020204" pitchFamily="34" charset="0"/>
              </a:rPr>
              <a:t> de la fila del empleado que está siendo examinado.</a:t>
            </a:r>
          </a:p>
          <a:p>
            <a:pPr marL="19050" indent="0">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err="1">
                <a:solidFill>
                  <a:srgbClr val="5E11A6"/>
                </a:solidFill>
                <a:latin typeface="Arial" panose="020B0604020202020204" pitchFamily="34" charset="0"/>
                <a:cs typeface="Arial" panose="020B0604020202020204" pitchFamily="34" charset="0"/>
              </a:rPr>
              <a:t>A.</a:t>
            </a:r>
            <a:r>
              <a:rPr lang="es-CO" sz="2400" dirty="0" err="1">
                <a:latin typeface="Arial" panose="020B0604020202020204" pitchFamily="34" charset="0"/>
                <a:cs typeface="Arial" panose="020B0604020202020204" pitchFamily="34" charset="0"/>
              </a:rPr>
              <a:t>nombre</a:t>
            </a:r>
            <a:endParaRPr lang="es-CO" sz="2400" dirty="0">
              <a:latin typeface="Arial" panose="020B0604020202020204" pitchFamily="34" charset="0"/>
              <a:cs typeface="Arial" panose="020B0604020202020204" pitchFamily="34" charset="0"/>
            </a:endParaRPr>
          </a:p>
          <a:p>
            <a:pPr marL="19050" indent="0">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Empleados A</a:t>
            </a:r>
          </a:p>
          <a:p>
            <a:pPr marL="19050" indent="0">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A.salario</a:t>
            </a:r>
            <a:r>
              <a:rPr lang="es-CO" sz="2400" dirty="0">
                <a:latin typeface="Arial" panose="020B0604020202020204" pitchFamily="34" charset="0"/>
                <a:cs typeface="Arial" panose="020B0604020202020204" pitchFamily="34" charset="0"/>
              </a:rPr>
              <a:t>/30 </a:t>
            </a:r>
            <a:r>
              <a:rPr lang="es-CO" sz="2400" b="1" dirty="0">
                <a:solidFill>
                  <a:srgbClr val="FF3366"/>
                </a:solidFill>
                <a:latin typeface="Arial" panose="020B0604020202020204" pitchFamily="34" charset="0"/>
                <a:cs typeface="Arial" panose="020B0604020202020204" pitchFamily="34" charset="0"/>
              </a:rPr>
              <a:t>&gt;</a:t>
            </a:r>
            <a:r>
              <a:rPr lang="es-CO" sz="2400" dirty="0">
                <a:latin typeface="Arial" panose="020B0604020202020204" pitchFamily="34" charset="0"/>
                <a:cs typeface="Arial" panose="020B0604020202020204" pitchFamily="34" charset="0"/>
              </a:rPr>
              <a:t> </a:t>
            </a:r>
          </a:p>
          <a:p>
            <a:pPr lvl="2">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355E00"/>
                </a:solidFill>
                <a:latin typeface="Arial" panose="020B0604020202020204" pitchFamily="34" charset="0"/>
                <a:cs typeface="Arial" panose="020B0604020202020204" pitchFamily="34" charset="0"/>
              </a:rPr>
              <a:t>(</a:t>
            </a: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B.salario</a:t>
            </a:r>
            <a:r>
              <a:rPr lang="es-CO" sz="2400" dirty="0">
                <a:latin typeface="Arial" panose="020B0604020202020204" pitchFamily="34" charset="0"/>
                <a:cs typeface="Arial" panose="020B0604020202020204" pitchFamily="34" charset="0"/>
              </a:rPr>
              <a:t>/30</a:t>
            </a:r>
          </a:p>
          <a:p>
            <a:pPr lvl="2">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Empleados B</a:t>
            </a:r>
          </a:p>
          <a:p>
            <a:pPr lvl="2">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5E11A6"/>
                </a:solidFill>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WHERE</a:t>
            </a:r>
            <a:r>
              <a:rPr lang="es-CO" sz="2400" dirty="0">
                <a:solidFill>
                  <a:srgbClr val="5E11A6"/>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A.codSuperv</a:t>
            </a:r>
            <a:r>
              <a:rPr lang="es-CO" sz="2400" dirty="0">
                <a:latin typeface="Arial" panose="020B0604020202020204" pitchFamily="34" charset="0"/>
                <a:cs typeface="Arial" panose="020B0604020202020204" pitchFamily="34" charset="0"/>
              </a:rPr>
              <a:t> </a:t>
            </a:r>
            <a:r>
              <a:rPr lang="es-CO" sz="2400" dirty="0">
                <a:solidFill>
                  <a:srgbClr val="FF3366"/>
                </a:solidFill>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B.codigo</a:t>
            </a:r>
            <a:r>
              <a:rPr lang="es-CO" sz="2400" dirty="0">
                <a:solidFill>
                  <a:srgbClr val="355E00"/>
                </a:solidFill>
                <a:latin typeface="Arial" panose="020B0604020202020204" pitchFamily="34" charset="0"/>
                <a:cs typeface="Arial" panose="020B0604020202020204" pitchFamily="34" charset="0"/>
              </a:rPr>
              <a:t>)</a:t>
            </a:r>
            <a:r>
              <a:rPr lang="en-GB" sz="2400" dirty="0">
                <a:latin typeface="Arial" panose="020B0604020202020204" pitchFamily="34" charset="0"/>
                <a:cs typeface="Arial" panose="020B0604020202020204" pitchFamily="34" charset="0"/>
              </a:rPr>
              <a:t>;  </a:t>
            </a:r>
          </a:p>
        </p:txBody>
      </p:sp>
      <p:pic>
        <p:nvPicPr>
          <p:cNvPr id="3" name="Imagen 2">
            <a:extLst>
              <a:ext uri="{FF2B5EF4-FFF2-40B4-BE49-F238E27FC236}">
                <a16:creationId xmlns:a16="http://schemas.microsoft.com/office/drawing/2014/main" id="{5AA35F79-6F40-391E-3B24-6C4ED60D6E28}"/>
              </a:ext>
            </a:extLst>
          </p:cNvPr>
          <p:cNvPicPr>
            <a:picLocks noChangeAspect="1"/>
          </p:cNvPicPr>
          <p:nvPr/>
        </p:nvPicPr>
        <p:blipFill>
          <a:blip r:embed="rId2"/>
          <a:stretch>
            <a:fillRect/>
          </a:stretch>
        </p:blipFill>
        <p:spPr>
          <a:xfrm>
            <a:off x="7773854" y="4740077"/>
            <a:ext cx="3267533" cy="936104"/>
          </a:xfrm>
          <a:prstGeom prst="rect">
            <a:avLst/>
          </a:prstGeom>
        </p:spPr>
      </p:pic>
    </p:spTree>
    <p:extLst>
      <p:ext uri="{BB962C8B-B14F-4D97-AF65-F5344CB8AC3E}">
        <p14:creationId xmlns:p14="http://schemas.microsoft.com/office/powerpoint/2010/main" val="1698005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Subconsultas Correlacionadas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524315"/>
          </a:xfrm>
          <a:prstGeom prst="rect">
            <a:avLst/>
          </a:prstGeom>
          <a:noFill/>
        </p:spPr>
        <p:txBody>
          <a:bodyPr wrap="square" rtlCol="0">
            <a:spAutoFit/>
          </a:bodyPr>
          <a:lstStyle/>
          <a:p>
            <a:pPr marL="0"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Los siguientes son los pasos en la ejecución de la consulta:</a:t>
            </a:r>
          </a:p>
          <a:p>
            <a:pPr marL="457200" indent="-457200" algn="just">
              <a:lnSpc>
                <a:spcPct val="100000"/>
              </a:lnSpc>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El sistema hace dos copias de la relación Empleados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y  </a:t>
            </a:r>
            <a:r>
              <a:rPr lang="es-CO" sz="2400" dirty="0">
                <a:solidFill>
                  <a:srgbClr val="0000FF"/>
                </a:solidFill>
                <a:latin typeface="Arial" panose="020B0604020202020204" pitchFamily="34" charset="0"/>
                <a:cs typeface="Arial" panose="020B0604020202020204" pitchFamily="34" charset="0"/>
              </a:rPr>
              <a:t>B</a:t>
            </a:r>
            <a:r>
              <a:rPr lang="es-CO" sz="2400" dirty="0">
                <a:latin typeface="Arial" panose="020B0604020202020204" pitchFamily="34" charset="0"/>
                <a:cs typeface="Arial" panose="020B0604020202020204" pitchFamily="34" charset="0"/>
              </a:rPr>
              <a:t>).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se refiere al empleado y  </a:t>
            </a:r>
            <a:r>
              <a:rPr lang="es-CO" sz="2400" dirty="0">
                <a:solidFill>
                  <a:srgbClr val="0000FF"/>
                </a:solidFill>
                <a:latin typeface="Arial" panose="020B0604020202020204" pitchFamily="34" charset="0"/>
                <a:cs typeface="Arial" panose="020B0604020202020204" pitchFamily="34" charset="0"/>
              </a:rPr>
              <a:t>B</a:t>
            </a:r>
            <a:r>
              <a:rPr lang="es-CO" sz="2400" dirty="0">
                <a:latin typeface="Arial" panose="020B0604020202020204" pitchFamily="34" charset="0"/>
                <a:cs typeface="Arial" panose="020B0604020202020204" pitchFamily="34" charset="0"/>
              </a:rPr>
              <a:t>  al supervisor.</a:t>
            </a:r>
          </a:p>
          <a:p>
            <a:pPr marL="457200" indent="-457200" algn="just">
              <a:lnSpc>
                <a:spcPct val="100000"/>
              </a:lnSpc>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El sistema luego examina cada fila de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Una fila de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es seleccionada si satisface la condición en la cláusula </a:t>
            </a:r>
            <a:r>
              <a:rPr lang="es-CO" sz="2400"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t>
            </a:r>
            <a:r>
              <a:rPr lang="es-CO" sz="2400" dirty="0">
                <a:solidFill>
                  <a:srgbClr val="0000FF"/>
                </a:solidFill>
                <a:latin typeface="Arial" panose="020B0604020202020204" pitchFamily="34" charset="0"/>
                <a:cs typeface="Arial" panose="020B0604020202020204" pitchFamily="34" charset="0"/>
              </a:rPr>
              <a:t>salario</a:t>
            </a:r>
            <a:r>
              <a:rPr lang="es-CO" sz="2400" dirty="0">
                <a:latin typeface="Arial" panose="020B0604020202020204" pitchFamily="34" charset="0"/>
                <a:cs typeface="Arial" panose="020B0604020202020204" pitchFamily="34" charset="0"/>
              </a:rPr>
              <a:t> es </a:t>
            </a:r>
            <a:r>
              <a:rPr lang="es-CO" sz="2400" dirty="0">
                <a:solidFill>
                  <a:srgbClr val="FF3366"/>
                </a:solidFill>
                <a:latin typeface="Arial" panose="020B0604020202020204" pitchFamily="34" charset="0"/>
                <a:cs typeface="Arial" panose="020B0604020202020204" pitchFamily="34" charset="0"/>
              </a:rPr>
              <a:t>mayor</a:t>
            </a:r>
            <a:r>
              <a:rPr lang="es-CO" sz="2400" dirty="0">
                <a:latin typeface="Arial" panose="020B0604020202020204" pitchFamily="34" charset="0"/>
                <a:cs typeface="Arial" panose="020B0604020202020204" pitchFamily="34" charset="0"/>
              </a:rPr>
              <a:t> que el salario generado por la subconsulta).</a:t>
            </a:r>
          </a:p>
          <a:p>
            <a:pPr marL="457200" indent="-457200" algn="just">
              <a:lnSpc>
                <a:spcPct val="100000"/>
              </a:lnSpc>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La subconsulta selecciona el salario diario de las filas de </a:t>
            </a:r>
            <a:r>
              <a:rPr lang="es-CO" sz="2400" dirty="0">
                <a:solidFill>
                  <a:srgbClr val="0000FF"/>
                </a:solidFill>
                <a:latin typeface="Arial" panose="020B0604020202020204" pitchFamily="34" charset="0"/>
                <a:cs typeface="Arial" panose="020B0604020202020204" pitchFamily="34" charset="0"/>
              </a:rPr>
              <a:t>B</a:t>
            </a:r>
            <a:r>
              <a:rPr lang="es-CO" sz="2400" dirty="0">
                <a:latin typeface="Arial" panose="020B0604020202020204" pitchFamily="34" charset="0"/>
                <a:cs typeface="Arial" panose="020B0604020202020204" pitchFamily="34" charset="0"/>
              </a:rPr>
              <a:t> cuyo </a:t>
            </a:r>
            <a:r>
              <a:rPr lang="es-CO" sz="2400" dirty="0" err="1">
                <a:solidFill>
                  <a:srgbClr val="0000FF"/>
                </a:solidFill>
                <a:latin typeface="Arial" panose="020B0604020202020204" pitchFamily="34" charset="0"/>
                <a:cs typeface="Arial" panose="020B0604020202020204" pitchFamily="34" charset="0"/>
              </a:rPr>
              <a:t>codigo</a:t>
            </a:r>
            <a:r>
              <a:rPr lang="es-CO" sz="2400" dirty="0">
                <a:latin typeface="Arial" panose="020B0604020202020204" pitchFamily="34" charset="0"/>
                <a:cs typeface="Arial" panose="020B0604020202020204" pitchFamily="34" charset="0"/>
              </a:rPr>
              <a:t> es </a:t>
            </a:r>
            <a:r>
              <a:rPr lang="es-CO" sz="2400" dirty="0">
                <a:solidFill>
                  <a:srgbClr val="FF3366"/>
                </a:solidFill>
                <a:latin typeface="Arial" panose="020B0604020202020204" pitchFamily="34" charset="0"/>
                <a:cs typeface="Arial" panose="020B0604020202020204" pitchFamily="34" charset="0"/>
              </a:rPr>
              <a:t>igual</a:t>
            </a:r>
            <a:r>
              <a:rPr lang="es-CO" sz="2400" dirty="0">
                <a:latin typeface="Arial" panose="020B0604020202020204" pitchFamily="34" charset="0"/>
                <a:cs typeface="Arial" panose="020B0604020202020204" pitchFamily="34" charset="0"/>
              </a:rPr>
              <a:t> al </a:t>
            </a:r>
            <a:r>
              <a:rPr lang="es-CO" sz="2400" dirty="0" err="1">
                <a:solidFill>
                  <a:srgbClr val="0000FF"/>
                </a:solidFill>
                <a:latin typeface="Arial" panose="020B0604020202020204" pitchFamily="34" charset="0"/>
                <a:cs typeface="Arial" panose="020B0604020202020204" pitchFamily="34" charset="0"/>
              </a:rPr>
              <a:t>codSuperv</a:t>
            </a:r>
            <a:r>
              <a:rPr lang="es-CO" sz="2400" dirty="0">
                <a:latin typeface="Arial" panose="020B0604020202020204" pitchFamily="34" charset="0"/>
                <a:cs typeface="Arial" panose="020B0604020202020204" pitchFamily="34" charset="0"/>
              </a:rPr>
              <a:t> de la fila de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que se está examinando en la consulta principal. Este es el </a:t>
            </a:r>
            <a:r>
              <a:rPr lang="es-CO" sz="2400" dirty="0">
                <a:solidFill>
                  <a:srgbClr val="0000FF"/>
                </a:solidFill>
                <a:latin typeface="Arial" panose="020B0604020202020204" pitchFamily="34" charset="0"/>
                <a:cs typeface="Arial" panose="020B0604020202020204" pitchFamily="34" charset="0"/>
              </a:rPr>
              <a:t>salario diario</a:t>
            </a:r>
            <a:r>
              <a:rPr lang="es-CO" sz="2400" dirty="0">
                <a:latin typeface="Arial" panose="020B0604020202020204" pitchFamily="34" charset="0"/>
                <a:cs typeface="Arial" panose="020B0604020202020204" pitchFamily="34" charset="0"/>
              </a:rPr>
              <a:t> del supervisor de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a:t>
            </a:r>
          </a:p>
          <a:p>
            <a:pPr marL="0"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solidFill>
                  <a:srgbClr val="FF0000"/>
                </a:solidFill>
                <a:latin typeface="Arial" panose="020B0604020202020204" pitchFamily="34" charset="0"/>
                <a:cs typeface="Arial" panose="020B0604020202020204" pitchFamily="34" charset="0"/>
              </a:rPr>
              <a:t>La subconsulta debe generar solo un valor</a:t>
            </a:r>
            <a:r>
              <a:rPr lang="es-CO" sz="2400" dirty="0">
                <a:latin typeface="Arial" panose="020B0604020202020204" pitchFamily="34" charset="0"/>
                <a:cs typeface="Arial" panose="020B0604020202020204" pitchFamily="34" charset="0"/>
              </a:rPr>
              <a:t>. Este valor cambia dependiendo de la fila de  </a:t>
            </a:r>
            <a:r>
              <a:rPr lang="es-CO" sz="2400" dirty="0">
                <a:solidFill>
                  <a:srgbClr val="0000FF"/>
                </a:solidFill>
                <a:latin typeface="Arial" panose="020B0604020202020204" pitchFamily="34" charset="0"/>
                <a:cs typeface="Arial" panose="020B0604020202020204" pitchFamily="34" charset="0"/>
              </a:rPr>
              <a:t>A</a:t>
            </a:r>
            <a:r>
              <a:rPr lang="es-CO" sz="2400" dirty="0">
                <a:latin typeface="Arial" panose="020B0604020202020204" pitchFamily="34" charset="0"/>
                <a:cs typeface="Arial" panose="020B0604020202020204" pitchFamily="34" charset="0"/>
              </a:rPr>
              <a:t>  que está siendo examinada.</a:t>
            </a:r>
          </a:p>
        </p:txBody>
      </p:sp>
    </p:spTree>
    <p:extLst>
      <p:ext uri="{BB962C8B-B14F-4D97-AF65-F5344CB8AC3E}">
        <p14:creationId xmlns:p14="http://schemas.microsoft.com/office/powerpoint/2010/main" val="77465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Consultas Anidadas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56540"/>
          </a:xfrm>
          <a:prstGeom prst="rect">
            <a:avLst/>
          </a:prstGeom>
          <a:noFill/>
        </p:spPr>
        <p:txBody>
          <a:bodyPr wrap="square" rtlCol="0">
            <a:spAutoFit/>
          </a:bodyPr>
          <a:lstStyle/>
          <a:p>
            <a:pPr marL="19050" indent="19050" algn="just">
              <a:spcAft>
                <a:spcPts val="113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Una tercera forma de especificar subconsultas es mediante el uso del cuantificador universal </a:t>
            </a:r>
            <a:r>
              <a:rPr lang="es-CO" b="1" dirty="0" err="1">
                <a:solidFill>
                  <a:srgbClr val="FF3366"/>
                </a:solidFill>
                <a:latin typeface="Arial" panose="020B0604020202020204" pitchFamily="34" charset="0"/>
                <a:cs typeface="Arial" panose="020B0604020202020204" pitchFamily="34" charset="0"/>
              </a:rPr>
              <a:t>exists</a:t>
            </a:r>
            <a:r>
              <a:rPr lang="es-CO" dirty="0">
                <a:latin typeface="Arial" panose="020B0604020202020204" pitchFamily="34" charset="0"/>
                <a:cs typeface="Arial" panose="020B0604020202020204" pitchFamily="34" charset="0"/>
              </a:rPr>
              <a:t>.   </a:t>
            </a:r>
          </a:p>
          <a:p>
            <a:pPr marL="19050" indent="19050" algn="just">
              <a:spcAft>
                <a:spcPts val="575"/>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latin typeface="Arial" panose="020B0604020202020204" pitchFamily="34" charset="0"/>
                <a:cs typeface="Arial" panose="020B0604020202020204" pitchFamily="34" charset="0"/>
              </a:rPr>
              <a:t>CONSULTA</a:t>
            </a:r>
            <a:r>
              <a:rPr lang="es-CO" dirty="0">
                <a:latin typeface="Arial" panose="020B0604020202020204" pitchFamily="34" charset="0"/>
                <a:cs typeface="Arial" panose="020B0604020202020204" pitchFamily="34" charset="0"/>
              </a:rPr>
              <a:t>: identificar todos los obreros no asignados a la obra 435.</a:t>
            </a:r>
          </a:p>
          <a:p>
            <a:pPr marL="19050" indent="19050" algn="just">
              <a:lnSpc>
                <a:spcPct val="98000"/>
              </a:lnSpc>
              <a:spcBef>
                <a:spcPts val="60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SELECT</a:t>
            </a: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codigo</a:t>
            </a:r>
            <a:endParaRPr lang="es-CO" dirty="0">
              <a:latin typeface="Arial" panose="020B0604020202020204" pitchFamily="34" charset="0"/>
              <a:cs typeface="Arial" panose="020B0604020202020204" pitchFamily="34" charset="0"/>
            </a:endParaRP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FROM</a:t>
            </a:r>
            <a:r>
              <a:rPr lang="es-CO" dirty="0">
                <a:latin typeface="Arial" panose="020B0604020202020204" pitchFamily="34" charset="0"/>
                <a:cs typeface="Arial" panose="020B0604020202020204" pitchFamily="34" charset="0"/>
              </a:rPr>
              <a:t> Asignaciones</a:t>
            </a:r>
          </a:p>
          <a:p>
            <a:pPr marL="19050" indent="19050" algn="just">
              <a:lnSpc>
                <a:spcPct val="98000"/>
              </a:lnSpc>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WHERE</a:t>
            </a: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idObra</a:t>
            </a:r>
            <a:r>
              <a:rPr lang="es-CO" dirty="0">
                <a:latin typeface="Arial" panose="020B0604020202020204" pitchFamily="34" charset="0"/>
                <a:cs typeface="Arial" panose="020B0604020202020204" pitchFamily="34" charset="0"/>
              </a:rPr>
              <a:t> &lt;&gt; 435;</a:t>
            </a:r>
          </a:p>
          <a:p>
            <a:pPr marL="19050" indent="19050" algn="just">
              <a:spcAft>
                <a:spcPts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Infortunadamente, esta consulta solamente nos da </a:t>
            </a:r>
            <a:r>
              <a:rPr lang="es-CO" dirty="0">
                <a:solidFill>
                  <a:srgbClr val="0000FF"/>
                </a:solidFill>
                <a:latin typeface="Arial" panose="020B0604020202020204" pitchFamily="34" charset="0"/>
                <a:cs typeface="Arial" panose="020B0604020202020204" pitchFamily="34" charset="0"/>
              </a:rPr>
              <a:t>los </a:t>
            </a:r>
            <a:endParaRPr lang="es-CO" dirty="0">
              <a:latin typeface="Arial" panose="020B0604020202020204" pitchFamily="34" charset="0"/>
              <a:cs typeface="Arial" panose="020B0604020202020204" pitchFamily="34" charset="0"/>
            </a:endParaRPr>
          </a:p>
          <a:p>
            <a:pPr marL="19050" indent="19050" algn="just">
              <a:spcAft>
                <a:spcPts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solidFill>
                  <a:srgbClr val="0000FF"/>
                </a:solidFill>
                <a:latin typeface="Arial" panose="020B0604020202020204" pitchFamily="34" charset="0"/>
                <a:cs typeface="Arial" panose="020B0604020202020204" pitchFamily="34" charset="0"/>
              </a:rPr>
              <a:t>códigos de los trabajadores que están trabajando en otras </a:t>
            </a:r>
          </a:p>
          <a:p>
            <a:pPr marL="19050" indent="19050" algn="just">
              <a:spcAft>
                <a:spcPts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solidFill>
                  <a:srgbClr val="0000FF"/>
                </a:solidFill>
                <a:latin typeface="Arial" panose="020B0604020202020204" pitchFamily="34" charset="0"/>
                <a:cs typeface="Arial" panose="020B0604020202020204" pitchFamily="34" charset="0"/>
              </a:rPr>
              <a:t>obras distintas a la 435</a:t>
            </a:r>
            <a:r>
              <a:rPr lang="es-CO" dirty="0">
                <a:latin typeface="Arial" panose="020B0604020202020204" pitchFamily="34" charset="0"/>
                <a:cs typeface="Arial" panose="020B0604020202020204" pitchFamily="34" charset="0"/>
              </a:rPr>
              <a:t>. La solución correcta debe usar </a:t>
            </a:r>
          </a:p>
          <a:p>
            <a:pPr marL="19050" indent="19050" algn="just">
              <a:spcAft>
                <a:spcPts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el operador  </a:t>
            </a:r>
            <a:r>
              <a:rPr lang="es-CO" b="1" dirty="0" err="1">
                <a:solidFill>
                  <a:srgbClr val="FF3366"/>
                </a:solidFill>
                <a:latin typeface="Arial" panose="020B0604020202020204" pitchFamily="34" charset="0"/>
                <a:cs typeface="Arial" panose="020B0604020202020204" pitchFamily="34" charset="0"/>
              </a:rPr>
              <a:t>not</a:t>
            </a:r>
            <a:r>
              <a:rPr lang="es-CO" b="1" dirty="0">
                <a:solidFill>
                  <a:srgbClr val="FF3366"/>
                </a:solidFill>
                <a:latin typeface="Arial" panose="020B0604020202020204" pitchFamily="34" charset="0"/>
                <a:cs typeface="Arial" panose="020B0604020202020204" pitchFamily="34" charset="0"/>
              </a:rPr>
              <a:t> </a:t>
            </a:r>
            <a:r>
              <a:rPr lang="es-CO" b="1" dirty="0" err="1">
                <a:solidFill>
                  <a:srgbClr val="FF3366"/>
                </a:solidFill>
                <a:latin typeface="Arial" panose="020B0604020202020204" pitchFamily="34" charset="0"/>
                <a:cs typeface="Arial" panose="020B0604020202020204" pitchFamily="34" charset="0"/>
              </a:rPr>
              <a:t>exists</a:t>
            </a:r>
            <a:r>
              <a:rPr lang="es-CO" dirty="0">
                <a:latin typeface="Arial" panose="020B0604020202020204" pitchFamily="34" charset="0"/>
                <a:cs typeface="Arial" panose="020B0604020202020204" pitchFamily="34" charset="0"/>
              </a:rPr>
              <a:t>:</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SELECT</a:t>
            </a: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codigo</a:t>
            </a:r>
            <a:endParaRPr lang="es-CO" dirty="0">
              <a:latin typeface="Arial" panose="020B0604020202020204" pitchFamily="34" charset="0"/>
              <a:cs typeface="Arial" panose="020B0604020202020204" pitchFamily="34" charset="0"/>
            </a:endParaRP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FROM</a:t>
            </a:r>
            <a:r>
              <a:rPr lang="es-CO" dirty="0">
                <a:latin typeface="Arial" panose="020B0604020202020204" pitchFamily="34" charset="0"/>
                <a:cs typeface="Arial" panose="020B0604020202020204" pitchFamily="34" charset="0"/>
              </a:rPr>
              <a:t>  Empleados</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b="1" dirty="0">
                <a:solidFill>
                  <a:srgbClr val="5E11A6"/>
                </a:solidFill>
                <a:latin typeface="Arial" panose="020B0604020202020204" pitchFamily="34" charset="0"/>
                <a:cs typeface="Arial" panose="020B0604020202020204" pitchFamily="34" charset="0"/>
              </a:rPr>
              <a:t>WHERE</a:t>
            </a:r>
            <a:r>
              <a:rPr lang="es-CO" dirty="0">
                <a:solidFill>
                  <a:srgbClr val="5E11A6"/>
                </a:solidFill>
                <a:latin typeface="Arial" panose="020B0604020202020204" pitchFamily="34" charset="0"/>
                <a:cs typeface="Arial" panose="020B0604020202020204" pitchFamily="34" charset="0"/>
              </a:rPr>
              <a:t> </a:t>
            </a:r>
            <a:r>
              <a:rPr lang="es-CO" dirty="0">
                <a:latin typeface="Arial" panose="020B0604020202020204" pitchFamily="34" charset="0"/>
                <a:cs typeface="Arial" panose="020B0604020202020204" pitchFamily="34" charset="0"/>
              </a:rPr>
              <a:t> </a:t>
            </a:r>
            <a:r>
              <a:rPr lang="es-CO" b="1" dirty="0" err="1">
                <a:solidFill>
                  <a:srgbClr val="FF3366"/>
                </a:solidFill>
                <a:latin typeface="Arial" panose="020B0604020202020204" pitchFamily="34" charset="0"/>
                <a:cs typeface="Arial" panose="020B0604020202020204" pitchFamily="34" charset="0"/>
              </a:rPr>
              <a:t>not</a:t>
            </a:r>
            <a:r>
              <a:rPr lang="es-CO" b="1" dirty="0">
                <a:solidFill>
                  <a:srgbClr val="FF3366"/>
                </a:solidFill>
                <a:latin typeface="Arial" panose="020B0604020202020204" pitchFamily="34" charset="0"/>
                <a:cs typeface="Arial" panose="020B0604020202020204" pitchFamily="34" charset="0"/>
              </a:rPr>
              <a:t> </a:t>
            </a:r>
            <a:r>
              <a:rPr lang="es-CO" b="1" dirty="0" err="1">
                <a:solidFill>
                  <a:srgbClr val="FF3366"/>
                </a:solidFill>
                <a:latin typeface="Arial" panose="020B0604020202020204" pitchFamily="34" charset="0"/>
                <a:cs typeface="Arial" panose="020B0604020202020204" pitchFamily="34" charset="0"/>
              </a:rPr>
              <a:t>exists</a:t>
            </a:r>
            <a:endParaRPr lang="es-CO" b="1" dirty="0">
              <a:solidFill>
                <a:srgbClr val="FF3366"/>
              </a:solidFill>
              <a:latin typeface="Arial" panose="020B0604020202020204" pitchFamily="34" charset="0"/>
              <a:cs typeface="Arial" panose="020B0604020202020204" pitchFamily="34" charset="0"/>
            </a:endParaRP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     		(</a:t>
            </a:r>
            <a:r>
              <a:rPr lang="es-CO" b="1" dirty="0">
                <a:solidFill>
                  <a:srgbClr val="5E11A6"/>
                </a:solidFill>
                <a:latin typeface="Arial" panose="020B0604020202020204" pitchFamily="34" charset="0"/>
                <a:cs typeface="Arial" panose="020B0604020202020204" pitchFamily="34" charset="0"/>
              </a:rPr>
              <a:t>SELECT</a:t>
            </a:r>
            <a:r>
              <a:rPr lang="es-CO" dirty="0">
                <a:solidFill>
                  <a:srgbClr val="5E11A6"/>
                </a:solidFill>
                <a:latin typeface="Arial" panose="020B0604020202020204" pitchFamily="34" charset="0"/>
                <a:cs typeface="Arial" panose="020B0604020202020204" pitchFamily="34" charset="0"/>
              </a:rPr>
              <a:t> </a:t>
            </a:r>
            <a:r>
              <a:rPr lang="es-CO" dirty="0">
                <a:latin typeface="Arial" panose="020B0604020202020204" pitchFamily="34" charset="0"/>
                <a:cs typeface="Arial" panose="020B0604020202020204" pitchFamily="34" charset="0"/>
              </a:rPr>
              <a:t> </a:t>
            </a:r>
            <a:r>
              <a:rPr lang="es-CO" b="1" dirty="0">
                <a:solidFill>
                  <a:srgbClr val="FF3366"/>
                </a:solidFill>
                <a:latin typeface="Arial" panose="020B0604020202020204" pitchFamily="34" charset="0"/>
                <a:cs typeface="Arial" panose="020B0604020202020204" pitchFamily="34" charset="0"/>
              </a:rPr>
              <a:t>*</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       	           </a:t>
            </a:r>
            <a:r>
              <a:rPr lang="es-CO" b="1" dirty="0">
                <a:solidFill>
                  <a:srgbClr val="5E11A6"/>
                </a:solidFill>
                <a:latin typeface="Arial" panose="020B0604020202020204" pitchFamily="34" charset="0"/>
                <a:cs typeface="Arial" panose="020B0604020202020204" pitchFamily="34" charset="0"/>
              </a:rPr>
              <a:t>FROM</a:t>
            </a:r>
            <a:r>
              <a:rPr lang="es-CO" dirty="0">
                <a:latin typeface="Arial" panose="020B0604020202020204" pitchFamily="34" charset="0"/>
                <a:cs typeface="Arial" panose="020B0604020202020204" pitchFamily="34" charset="0"/>
              </a:rPr>
              <a:t>  Asignaciones </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      	           </a:t>
            </a:r>
            <a:r>
              <a:rPr lang="es-CO" b="1" dirty="0">
                <a:solidFill>
                  <a:srgbClr val="5E11A6"/>
                </a:solidFill>
                <a:latin typeface="Arial" panose="020B0604020202020204" pitchFamily="34" charset="0"/>
                <a:cs typeface="Arial" panose="020B0604020202020204" pitchFamily="34" charset="0"/>
              </a:rPr>
              <a:t>WHERE</a:t>
            </a:r>
            <a:r>
              <a:rPr lang="es-CO" dirty="0">
                <a:solidFill>
                  <a:srgbClr val="5E11A6"/>
                </a:solidFill>
                <a:latin typeface="Arial" panose="020B0604020202020204" pitchFamily="34" charset="0"/>
                <a:cs typeface="Arial" panose="020B0604020202020204" pitchFamily="34" charset="0"/>
              </a:rPr>
              <a:t> </a:t>
            </a: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idObra</a:t>
            </a:r>
            <a:r>
              <a:rPr lang="es-CO" dirty="0">
                <a:latin typeface="Arial" panose="020B0604020202020204" pitchFamily="34" charset="0"/>
                <a:cs typeface="Arial" panose="020B0604020202020204" pitchFamily="34" charset="0"/>
              </a:rPr>
              <a:t> </a:t>
            </a:r>
            <a:r>
              <a:rPr lang="es-CO" b="1" dirty="0">
                <a:solidFill>
                  <a:srgbClr val="FF3366"/>
                </a:solidFill>
                <a:latin typeface="Arial" panose="020B0604020202020204" pitchFamily="34" charset="0"/>
                <a:cs typeface="Arial" panose="020B0604020202020204" pitchFamily="34" charset="0"/>
              </a:rPr>
              <a:t>=</a:t>
            </a:r>
            <a:r>
              <a:rPr lang="es-CO" dirty="0">
                <a:latin typeface="Arial" panose="020B0604020202020204" pitchFamily="34" charset="0"/>
                <a:cs typeface="Arial" panose="020B0604020202020204" pitchFamily="34" charset="0"/>
              </a:rPr>
              <a:t> 435  </a:t>
            </a:r>
            <a:r>
              <a:rPr lang="es-CO" b="1" dirty="0">
                <a:solidFill>
                  <a:srgbClr val="FF3366"/>
                </a:solidFill>
                <a:latin typeface="Arial" panose="020B0604020202020204" pitchFamily="34" charset="0"/>
                <a:cs typeface="Arial" panose="020B0604020202020204" pitchFamily="34" charset="0"/>
              </a:rPr>
              <a:t>and</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Asignaciones.codigo</a:t>
            </a:r>
            <a:r>
              <a:rPr lang="es-CO" dirty="0">
                <a:latin typeface="Arial" panose="020B0604020202020204" pitchFamily="34" charset="0"/>
                <a:cs typeface="Arial" panose="020B0604020202020204" pitchFamily="34" charset="0"/>
              </a:rPr>
              <a:t>  </a:t>
            </a:r>
            <a:r>
              <a:rPr lang="es-CO" b="1" dirty="0">
                <a:solidFill>
                  <a:srgbClr val="FF3366"/>
                </a:solidFill>
                <a:latin typeface="Arial" panose="020B0604020202020204" pitchFamily="34" charset="0"/>
                <a:cs typeface="Arial" panose="020B0604020202020204" pitchFamily="34" charset="0"/>
              </a:rPr>
              <a:t>=</a:t>
            </a:r>
            <a:r>
              <a:rPr lang="es-CO" dirty="0">
                <a:latin typeface="Arial" panose="020B0604020202020204" pitchFamily="34" charset="0"/>
                <a:cs typeface="Arial" panose="020B0604020202020204" pitchFamily="34" charset="0"/>
              </a:rPr>
              <a:t>  </a:t>
            </a:r>
            <a:r>
              <a:rPr lang="es-CO" dirty="0" err="1">
                <a:latin typeface="Arial" panose="020B0604020202020204" pitchFamily="34" charset="0"/>
                <a:cs typeface="Arial" panose="020B0604020202020204" pitchFamily="34" charset="0"/>
              </a:rPr>
              <a:t>Empleados.codigo</a:t>
            </a:r>
            <a:r>
              <a:rPr lang="es-CO" dirty="0">
                <a:latin typeface="Arial" panose="020B0604020202020204" pitchFamily="34" charset="0"/>
                <a:cs typeface="Arial" panose="020B0604020202020204" pitchFamily="34" charset="0"/>
              </a:rPr>
              <a:t>);</a:t>
            </a:r>
          </a:p>
        </p:txBody>
      </p:sp>
      <p:pic>
        <p:nvPicPr>
          <p:cNvPr id="3" name="Imagen 2">
            <a:extLst>
              <a:ext uri="{FF2B5EF4-FFF2-40B4-BE49-F238E27FC236}">
                <a16:creationId xmlns:a16="http://schemas.microsoft.com/office/drawing/2014/main" id="{C799E2C5-8CAD-0A0F-C394-753C67D9119A}"/>
              </a:ext>
            </a:extLst>
          </p:cNvPr>
          <p:cNvPicPr>
            <a:picLocks noChangeAspect="1"/>
          </p:cNvPicPr>
          <p:nvPr/>
        </p:nvPicPr>
        <p:blipFill>
          <a:blip r:embed="rId2"/>
          <a:stretch>
            <a:fillRect/>
          </a:stretch>
        </p:blipFill>
        <p:spPr>
          <a:xfrm>
            <a:off x="9730473" y="1649392"/>
            <a:ext cx="1282390" cy="2363621"/>
          </a:xfrm>
          <a:prstGeom prst="rect">
            <a:avLst/>
          </a:prstGeom>
        </p:spPr>
      </p:pic>
      <p:pic>
        <p:nvPicPr>
          <p:cNvPr id="5" name="Imagen 4">
            <a:extLst>
              <a:ext uri="{FF2B5EF4-FFF2-40B4-BE49-F238E27FC236}">
                <a16:creationId xmlns:a16="http://schemas.microsoft.com/office/drawing/2014/main" id="{8C6D7B83-BEFD-D4D0-1231-4D7C71BAB5E3}"/>
              </a:ext>
            </a:extLst>
          </p:cNvPr>
          <p:cNvPicPr>
            <a:picLocks noChangeAspect="1"/>
          </p:cNvPicPr>
          <p:nvPr/>
        </p:nvPicPr>
        <p:blipFill>
          <a:blip r:embed="rId3"/>
          <a:stretch>
            <a:fillRect/>
          </a:stretch>
        </p:blipFill>
        <p:spPr>
          <a:xfrm>
            <a:off x="9738567" y="4321443"/>
            <a:ext cx="1490320" cy="1549343"/>
          </a:xfrm>
          <a:prstGeom prst="rect">
            <a:avLst/>
          </a:prstGeom>
        </p:spPr>
      </p:pic>
    </p:spTree>
    <p:extLst>
      <p:ext uri="{BB962C8B-B14F-4D97-AF65-F5344CB8AC3E}">
        <p14:creationId xmlns:p14="http://schemas.microsoft.com/office/powerpoint/2010/main" val="3855636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Consultas Anidadas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70591"/>
          </a:xfrm>
          <a:prstGeom prst="rect">
            <a:avLst/>
          </a:prstGeom>
          <a:noFill/>
        </p:spPr>
        <p:txBody>
          <a:bodyPr wrap="square" rtlCol="0">
            <a:spAutoFit/>
          </a:bodyPr>
          <a:lstStyle/>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Los operadores  </a:t>
            </a:r>
            <a:r>
              <a:rPr lang="es-CO" sz="2400" b="1" dirty="0" err="1">
                <a:solidFill>
                  <a:srgbClr val="FF3366"/>
                </a:solidFill>
                <a:latin typeface="Arial" panose="020B0604020202020204" pitchFamily="34" charset="0"/>
                <a:cs typeface="Arial" panose="020B0604020202020204" pitchFamily="34" charset="0"/>
              </a:rPr>
              <a:t>exists</a:t>
            </a:r>
            <a:r>
              <a:rPr lang="es-CO" sz="2400" b="1" dirty="0">
                <a:latin typeface="Arial" panose="020B0604020202020204" pitchFamily="34" charset="0"/>
                <a:cs typeface="Arial" panose="020B0604020202020204" pitchFamily="34" charset="0"/>
              </a:rPr>
              <a:t>  y  </a:t>
            </a:r>
            <a:r>
              <a:rPr lang="es-CO" sz="2400" b="1" dirty="0" err="1">
                <a:solidFill>
                  <a:srgbClr val="FF3366"/>
                </a:solidFill>
                <a:latin typeface="Arial" panose="020B0604020202020204" pitchFamily="34" charset="0"/>
                <a:cs typeface="Arial" panose="020B0604020202020204" pitchFamily="34" charset="0"/>
              </a:rPr>
              <a:t>not</a:t>
            </a:r>
            <a:r>
              <a:rPr lang="es-CO" sz="2400" b="1" dirty="0">
                <a:solidFill>
                  <a:srgbClr val="FF3366"/>
                </a:solidFill>
                <a:latin typeface="Arial" panose="020B0604020202020204" pitchFamily="34" charset="0"/>
                <a:cs typeface="Arial" panose="020B0604020202020204" pitchFamily="34" charset="0"/>
              </a:rPr>
              <a:t> </a:t>
            </a:r>
            <a:r>
              <a:rPr lang="es-CO" sz="2400" b="1" dirty="0" err="1">
                <a:solidFill>
                  <a:srgbClr val="FF3366"/>
                </a:solidFill>
                <a:latin typeface="Arial" panose="020B0604020202020204" pitchFamily="34" charset="0"/>
                <a:cs typeface="Arial" panose="020B0604020202020204" pitchFamily="34" charset="0"/>
              </a:rPr>
              <a:t>exists</a:t>
            </a:r>
            <a:r>
              <a:rPr lang="es-CO" sz="2400" dirty="0">
                <a:latin typeface="Arial" panose="020B0604020202020204" pitchFamily="34" charset="0"/>
                <a:cs typeface="Arial" panose="020B0604020202020204" pitchFamily="34" charset="0"/>
              </a:rPr>
              <a:t>  siempre preceden la subconsulta. </a:t>
            </a:r>
          </a:p>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El </a:t>
            </a:r>
            <a:r>
              <a:rPr lang="es-CO" sz="2400" b="1" dirty="0" err="1">
                <a:solidFill>
                  <a:srgbClr val="FF3366"/>
                </a:solidFill>
                <a:latin typeface="Arial" panose="020B0604020202020204" pitchFamily="34" charset="0"/>
                <a:cs typeface="Arial" panose="020B0604020202020204" pitchFamily="34" charset="0"/>
              </a:rPr>
              <a:t>exists</a:t>
            </a:r>
            <a:r>
              <a:rPr lang="es-CO" sz="2400" dirty="0">
                <a:latin typeface="Arial" panose="020B0604020202020204" pitchFamily="34" charset="0"/>
                <a:cs typeface="Arial" panose="020B0604020202020204" pitchFamily="34" charset="0"/>
              </a:rPr>
              <a:t> evalúa como “</a:t>
            </a:r>
            <a:r>
              <a:rPr lang="es-CO" sz="2400" dirty="0">
                <a:solidFill>
                  <a:srgbClr val="0000FF"/>
                </a:solidFill>
                <a:latin typeface="Arial" panose="020B0604020202020204" pitchFamily="34" charset="0"/>
                <a:cs typeface="Arial" panose="020B0604020202020204" pitchFamily="34" charset="0"/>
              </a:rPr>
              <a:t>verdadero</a:t>
            </a:r>
            <a:r>
              <a:rPr lang="es-CO" sz="2400" dirty="0">
                <a:latin typeface="Arial" panose="020B0604020202020204" pitchFamily="34" charset="0"/>
                <a:cs typeface="Arial" panose="020B0604020202020204" pitchFamily="34" charset="0"/>
              </a:rPr>
              <a:t>” si el conjunto resultante de la subconsulta </a:t>
            </a:r>
            <a:r>
              <a:rPr lang="es-CO" sz="2400" dirty="0">
                <a:solidFill>
                  <a:srgbClr val="FF0000"/>
                </a:solidFill>
                <a:latin typeface="Arial" panose="020B0604020202020204" pitchFamily="34" charset="0"/>
                <a:cs typeface="Arial" panose="020B0604020202020204" pitchFamily="34" charset="0"/>
              </a:rPr>
              <a:t>no es vacío</a:t>
            </a:r>
            <a:r>
              <a:rPr lang="es-CO" sz="2400" dirty="0">
                <a:latin typeface="Arial" panose="020B0604020202020204" pitchFamily="34" charset="0"/>
                <a:cs typeface="Arial" panose="020B0604020202020204" pitchFamily="34" charset="0"/>
              </a:rPr>
              <a:t>, de lo contrario lo evalúa como “</a:t>
            </a:r>
            <a:r>
              <a:rPr lang="es-CO" sz="2400" dirty="0">
                <a:solidFill>
                  <a:srgbClr val="0000FF"/>
                </a:solidFill>
                <a:latin typeface="Arial" panose="020B0604020202020204" pitchFamily="34" charset="0"/>
                <a:cs typeface="Arial" panose="020B0604020202020204" pitchFamily="34" charset="0"/>
              </a:rPr>
              <a:t>falso</a:t>
            </a:r>
            <a:r>
              <a:rPr lang="es-CO" sz="2400" dirty="0">
                <a:latin typeface="Arial" panose="020B0604020202020204" pitchFamily="34" charset="0"/>
                <a:cs typeface="Arial" panose="020B0604020202020204" pitchFamily="34" charset="0"/>
              </a:rPr>
              <a:t>”. El operador </a:t>
            </a:r>
            <a:r>
              <a:rPr lang="es-CO" sz="2400" b="1" dirty="0" err="1">
                <a:solidFill>
                  <a:srgbClr val="FF3366"/>
                </a:solidFill>
                <a:latin typeface="Arial" panose="020B0604020202020204" pitchFamily="34" charset="0"/>
                <a:cs typeface="Arial" panose="020B0604020202020204" pitchFamily="34" charset="0"/>
              </a:rPr>
              <a:t>not</a:t>
            </a:r>
            <a:r>
              <a:rPr lang="es-CO" sz="2400" b="1" dirty="0">
                <a:solidFill>
                  <a:srgbClr val="FF3366"/>
                </a:solidFill>
                <a:latin typeface="Arial" panose="020B0604020202020204" pitchFamily="34" charset="0"/>
                <a:cs typeface="Arial" panose="020B0604020202020204" pitchFamily="34" charset="0"/>
              </a:rPr>
              <a:t> </a:t>
            </a:r>
            <a:r>
              <a:rPr lang="es-CO" sz="2400" b="1" dirty="0" err="1">
                <a:solidFill>
                  <a:srgbClr val="FF3366"/>
                </a:solidFill>
                <a:latin typeface="Arial" panose="020B0604020202020204" pitchFamily="34" charset="0"/>
                <a:cs typeface="Arial" panose="020B0604020202020204" pitchFamily="34" charset="0"/>
              </a:rPr>
              <a:t>exists</a:t>
            </a:r>
            <a:r>
              <a:rPr lang="es-CO" sz="2400" dirty="0">
                <a:latin typeface="Arial" panose="020B0604020202020204" pitchFamily="34" charset="0"/>
                <a:cs typeface="Arial" panose="020B0604020202020204" pitchFamily="34" charset="0"/>
              </a:rPr>
              <a:t>, trabaja de una </a:t>
            </a:r>
            <a:r>
              <a:rPr lang="es-CO" sz="2400" dirty="0">
                <a:solidFill>
                  <a:srgbClr val="0000FF"/>
                </a:solidFill>
                <a:latin typeface="Arial" panose="020B0604020202020204" pitchFamily="34" charset="0"/>
                <a:cs typeface="Arial" panose="020B0604020202020204" pitchFamily="34" charset="0"/>
              </a:rPr>
              <a:t>forma opuesta</a:t>
            </a:r>
            <a:r>
              <a:rPr lang="es-CO" sz="2400" dirty="0">
                <a:latin typeface="Arial" panose="020B0604020202020204" pitchFamily="34" charset="0"/>
                <a:cs typeface="Arial" panose="020B0604020202020204" pitchFamily="34" charset="0"/>
              </a:rPr>
              <a:t>.</a:t>
            </a:r>
          </a:p>
          <a:p>
            <a:pPr marL="19050" indent="0">
              <a:spcAft>
                <a:spcPts val="575"/>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MX" sz="2400" dirty="0">
                <a:solidFill>
                  <a:srgbClr val="FF0000"/>
                </a:solidFill>
                <a:latin typeface="Arial" panose="020B0604020202020204" pitchFamily="34" charset="0"/>
                <a:cs typeface="Arial" panose="020B0604020202020204" pitchFamily="34" charset="0"/>
              </a:rPr>
              <a:t>¿Por qué se debería usar </a:t>
            </a:r>
            <a:r>
              <a:rPr lang="es-MX" sz="2400" dirty="0" err="1">
                <a:solidFill>
                  <a:srgbClr val="FF0000"/>
                </a:solidFill>
                <a:latin typeface="Arial" panose="020B0604020202020204" pitchFamily="34" charset="0"/>
                <a:cs typeface="Arial" panose="020B0604020202020204" pitchFamily="34" charset="0"/>
              </a:rPr>
              <a:t>exists</a:t>
            </a:r>
            <a:r>
              <a:rPr lang="es-MX" sz="2400" dirty="0">
                <a:solidFill>
                  <a:srgbClr val="FF0000"/>
                </a:solidFill>
                <a:latin typeface="Arial" panose="020B0604020202020204" pitchFamily="34" charset="0"/>
                <a:cs typeface="Arial" panose="020B0604020202020204" pitchFamily="34" charset="0"/>
              </a:rPr>
              <a:t> o </a:t>
            </a:r>
            <a:r>
              <a:rPr lang="es-MX" sz="2400" dirty="0" err="1">
                <a:solidFill>
                  <a:srgbClr val="FF0000"/>
                </a:solidFill>
                <a:latin typeface="Arial" panose="020B0604020202020204" pitchFamily="34" charset="0"/>
                <a:cs typeface="Arial" panose="020B0604020202020204" pitchFamily="34" charset="0"/>
              </a:rPr>
              <a:t>not</a:t>
            </a:r>
            <a:r>
              <a:rPr lang="es-MX" sz="2400" dirty="0">
                <a:solidFill>
                  <a:srgbClr val="FF0000"/>
                </a:solidFill>
                <a:latin typeface="Arial" panose="020B0604020202020204" pitchFamily="34" charset="0"/>
                <a:cs typeface="Arial" panose="020B0604020202020204" pitchFamily="34" charset="0"/>
              </a:rPr>
              <a:t> </a:t>
            </a:r>
            <a:r>
              <a:rPr lang="es-MX" sz="2400" dirty="0" err="1">
                <a:solidFill>
                  <a:srgbClr val="FF0000"/>
                </a:solidFill>
                <a:latin typeface="Arial" panose="020B0604020202020204" pitchFamily="34" charset="0"/>
                <a:cs typeface="Arial" panose="020B0604020202020204" pitchFamily="34" charset="0"/>
              </a:rPr>
              <a:t>exists</a:t>
            </a:r>
            <a:r>
              <a:rPr lang="es-MX" sz="2400" dirty="0">
                <a:solidFill>
                  <a:srgbClr val="FF0000"/>
                </a:solidFill>
                <a:latin typeface="Arial" panose="020B0604020202020204" pitchFamily="34" charset="0"/>
                <a:cs typeface="Arial" panose="020B0604020202020204" pitchFamily="34" charset="0"/>
              </a:rPr>
              <a:t>?</a:t>
            </a:r>
            <a:endParaRPr lang="es-CO" sz="2400" b="1" dirty="0">
              <a:solidFill>
                <a:srgbClr val="FF0000"/>
              </a:solidFill>
              <a:latin typeface="Arial" panose="020B0604020202020204" pitchFamily="34" charset="0"/>
              <a:cs typeface="Arial" panose="020B0604020202020204" pitchFamily="34" charset="0"/>
            </a:endParaRPr>
          </a:p>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La opción </a:t>
            </a:r>
            <a:r>
              <a:rPr lang="es-CO" sz="2400" b="1" dirty="0" err="1">
                <a:solidFill>
                  <a:srgbClr val="FF3366"/>
                </a:solidFill>
                <a:latin typeface="Arial" panose="020B0604020202020204" pitchFamily="34" charset="0"/>
                <a:cs typeface="Arial" panose="020B0604020202020204" pitchFamily="34" charset="0"/>
              </a:rPr>
              <a:t>exists</a:t>
            </a:r>
            <a:r>
              <a:rPr lang="es-CO" sz="2400" dirty="0">
                <a:latin typeface="Arial" panose="020B0604020202020204" pitchFamily="34" charset="0"/>
                <a:cs typeface="Arial" panose="020B0604020202020204" pitchFamily="34" charset="0"/>
              </a:rPr>
              <a:t> provee el único medio disponible para resolver consultas que contengan el cuantificador </a:t>
            </a:r>
            <a:r>
              <a:rPr lang="es-CO" sz="2400" b="1" dirty="0">
                <a:latin typeface="Arial" panose="020B0604020202020204" pitchFamily="34" charset="0"/>
                <a:cs typeface="Arial" panose="020B0604020202020204" pitchFamily="34" charset="0"/>
              </a:rPr>
              <a:t>“</a:t>
            </a:r>
            <a:r>
              <a:rPr lang="es-CO" sz="2400" b="1" dirty="0">
                <a:solidFill>
                  <a:srgbClr val="FF0000"/>
                </a:solidFill>
                <a:latin typeface="Arial" panose="020B0604020202020204" pitchFamily="34" charset="0"/>
                <a:cs typeface="Arial" panose="020B0604020202020204" pitchFamily="34" charset="0"/>
              </a:rPr>
              <a:t>TODOS</a:t>
            </a:r>
            <a:r>
              <a:rPr lang="es-CO" sz="2400" b="1" dirty="0">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 en la condición. Anteriormente, en el tema del álgebra relacional, tales consultas se resolvían con la </a:t>
            </a:r>
            <a:r>
              <a:rPr lang="es-CO" sz="2400" dirty="0">
                <a:solidFill>
                  <a:srgbClr val="0000FF"/>
                </a:solidFill>
                <a:latin typeface="Arial" panose="020B0604020202020204" pitchFamily="34" charset="0"/>
                <a:cs typeface="Arial" panose="020B0604020202020204" pitchFamily="34" charset="0"/>
              </a:rPr>
              <a:t>división</a:t>
            </a:r>
            <a:r>
              <a:rPr lang="es-CO" sz="2400" dirty="0">
                <a:latin typeface="Arial" panose="020B0604020202020204" pitchFamily="34" charset="0"/>
                <a:cs typeface="Arial" panose="020B0604020202020204" pitchFamily="34" charset="0"/>
              </a:rPr>
              <a:t>. Ejemplo:</a:t>
            </a:r>
          </a:p>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400" dirty="0">
              <a:latin typeface="Arial" panose="020B0604020202020204" pitchFamily="34" charset="0"/>
              <a:cs typeface="Arial" panose="020B0604020202020204" pitchFamily="34" charset="0"/>
            </a:endParaRPr>
          </a:p>
          <a:p>
            <a:pPr marL="19050" indent="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latin typeface="Arial" panose="020B0604020202020204" pitchFamily="34" charset="0"/>
                <a:cs typeface="Arial" panose="020B0604020202020204" pitchFamily="34" charset="0"/>
              </a:rPr>
              <a:t>CONSULTA</a:t>
            </a:r>
            <a:r>
              <a:rPr lang="es-CO" sz="2400" dirty="0">
                <a:latin typeface="Arial" panose="020B0604020202020204" pitchFamily="34" charset="0"/>
                <a:cs typeface="Arial" panose="020B0604020202020204" pitchFamily="34" charset="0"/>
              </a:rPr>
              <a:t>: Liste los empleados que están asignados a todas las obras.</a:t>
            </a:r>
          </a:p>
        </p:txBody>
      </p:sp>
    </p:spTree>
    <p:extLst>
      <p:ext uri="{BB962C8B-B14F-4D97-AF65-F5344CB8AC3E}">
        <p14:creationId xmlns:p14="http://schemas.microsoft.com/office/powerpoint/2010/main" val="717445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000" dirty="0">
                <a:latin typeface="Arial" panose="020B0604020202020204" pitchFamily="34" charset="0"/>
                <a:cs typeface="Arial" panose="020B0604020202020204" pitchFamily="34" charset="0"/>
              </a:rPr>
              <a:t>Consultas Anidadas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42031"/>
          </a:xfrm>
          <a:prstGeom prst="rect">
            <a:avLst/>
          </a:prstGeom>
          <a:noFill/>
        </p:spPr>
        <p:txBody>
          <a:bodyPr wrap="square" rtlCol="0">
            <a:spAutoFit/>
          </a:bodyPr>
          <a:lstStyle/>
          <a:p>
            <a:pPr marL="19050" indent="1905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Esta consulta se puede resolver usando una </a:t>
            </a:r>
            <a:r>
              <a:rPr lang="es-CO" sz="2400" dirty="0">
                <a:solidFill>
                  <a:srgbClr val="0000FF"/>
                </a:solidFill>
                <a:latin typeface="Arial" panose="020B0604020202020204" pitchFamily="34" charset="0"/>
                <a:cs typeface="Arial" panose="020B0604020202020204" pitchFamily="34" charset="0"/>
              </a:rPr>
              <a:t>doble negación</a:t>
            </a:r>
            <a:r>
              <a:rPr lang="es-CO" sz="2400" dirty="0">
                <a:latin typeface="Arial" panose="020B0604020202020204" pitchFamily="34" charset="0"/>
                <a:cs typeface="Arial" panose="020B0604020202020204" pitchFamily="34" charset="0"/>
              </a:rPr>
              <a:t>. A continuación replantearemos la consulta:</a:t>
            </a:r>
          </a:p>
          <a:p>
            <a:pPr marL="19050" indent="1905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CONSULTA: Liste los empleados tales que </a:t>
            </a:r>
            <a:r>
              <a:rPr lang="es-CO" sz="2400" b="1" i="1" dirty="0">
                <a:solidFill>
                  <a:srgbClr val="FF0000"/>
                </a:solidFill>
                <a:latin typeface="Arial" panose="020B0604020202020204" pitchFamily="34" charset="0"/>
                <a:cs typeface="Arial" panose="020B0604020202020204" pitchFamily="34" charset="0"/>
              </a:rPr>
              <a:t>NO</a:t>
            </a:r>
            <a:r>
              <a:rPr lang="es-CO" sz="2400" dirty="0">
                <a:latin typeface="Arial" panose="020B0604020202020204" pitchFamily="34" charset="0"/>
                <a:cs typeface="Arial" panose="020B0604020202020204" pitchFamily="34" charset="0"/>
              </a:rPr>
              <a:t> haya construcción en la cual </a:t>
            </a:r>
            <a:r>
              <a:rPr lang="es-CO" sz="2400" b="1" i="1" dirty="0">
                <a:solidFill>
                  <a:srgbClr val="FF0000"/>
                </a:solidFill>
                <a:latin typeface="Arial" panose="020B0604020202020204" pitchFamily="34" charset="0"/>
                <a:cs typeface="Arial" panose="020B0604020202020204" pitchFamily="34" charset="0"/>
              </a:rPr>
              <a:t>NO</a:t>
            </a:r>
            <a:r>
              <a:rPr lang="es-CO" sz="2400" b="1" i="1" dirty="0">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estén asignados.</a:t>
            </a:r>
          </a:p>
          <a:p>
            <a:pPr marL="19050" indent="1905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Veamos antes, una solución a otro problema: Identificar las obras en las cuales un trabajador dado (el </a:t>
            </a:r>
            <a:r>
              <a:rPr lang="es-CO" sz="2400" dirty="0">
                <a:solidFill>
                  <a:srgbClr val="0000FF"/>
                </a:solidFill>
                <a:latin typeface="Arial" panose="020B0604020202020204" pitchFamily="34" charset="0"/>
                <a:cs typeface="Arial" panose="020B0604020202020204" pitchFamily="34" charset="0"/>
              </a:rPr>
              <a:t>1234</a:t>
            </a:r>
            <a:r>
              <a:rPr lang="es-CO" sz="2400" dirty="0">
                <a:latin typeface="Arial" panose="020B0604020202020204" pitchFamily="34" charset="0"/>
                <a:cs typeface="Arial" panose="020B0604020202020204" pitchFamily="34" charset="0"/>
              </a:rPr>
              <a:t>) </a:t>
            </a:r>
            <a:r>
              <a:rPr lang="es-CO" sz="2400" b="1" i="1" dirty="0">
                <a:solidFill>
                  <a:srgbClr val="FF0000"/>
                </a:solidFill>
                <a:latin typeface="Arial" panose="020B0604020202020204" pitchFamily="34" charset="0"/>
                <a:cs typeface="Arial" panose="020B0604020202020204" pitchFamily="34" charset="0"/>
              </a:rPr>
              <a:t>NO</a:t>
            </a:r>
            <a:r>
              <a:rPr lang="es-CO" sz="2400" dirty="0">
                <a:latin typeface="Arial" panose="020B0604020202020204" pitchFamily="34" charset="0"/>
                <a:cs typeface="Arial" panose="020B0604020202020204" pitchFamily="34" charset="0"/>
              </a:rPr>
              <a:t> es asignado:</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SELECT</a:t>
            </a:r>
            <a:r>
              <a:rPr lang="es-CO" sz="2400" dirty="0">
                <a:solidFill>
                  <a:srgbClr val="5E11A6"/>
                </a:solidFill>
                <a:latin typeface="Arial" panose="020B0604020202020204" pitchFamily="34" charset="0"/>
                <a:cs typeface="Arial" panose="020B0604020202020204" pitchFamily="34" charset="0"/>
              </a:rPr>
              <a:t> </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idObra</a:t>
            </a:r>
            <a:endParaRPr lang="es-CO" sz="2400" dirty="0">
              <a:latin typeface="Arial" panose="020B0604020202020204" pitchFamily="34" charset="0"/>
              <a:cs typeface="Arial" panose="020B0604020202020204" pitchFamily="34" charset="0"/>
            </a:endParaRP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Obras</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t>
            </a:r>
            <a:r>
              <a:rPr lang="es-CO" sz="2400" b="1" dirty="0" err="1">
                <a:solidFill>
                  <a:srgbClr val="FF3366"/>
                </a:solidFill>
                <a:latin typeface="Arial" panose="020B0604020202020204" pitchFamily="34" charset="0"/>
                <a:cs typeface="Arial" panose="020B0604020202020204" pitchFamily="34" charset="0"/>
              </a:rPr>
              <a:t>not</a:t>
            </a:r>
            <a:r>
              <a:rPr lang="es-CO" sz="2400" b="1" dirty="0">
                <a:solidFill>
                  <a:srgbClr val="FF3366"/>
                </a:solidFill>
                <a:latin typeface="Arial" panose="020B0604020202020204" pitchFamily="34" charset="0"/>
                <a:cs typeface="Arial" panose="020B0604020202020204" pitchFamily="34" charset="0"/>
              </a:rPr>
              <a:t> </a:t>
            </a:r>
            <a:r>
              <a:rPr lang="es-CO" sz="2400" b="1" dirty="0" err="1">
                <a:solidFill>
                  <a:srgbClr val="FF3366"/>
                </a:solidFill>
                <a:latin typeface="Arial" panose="020B0604020202020204" pitchFamily="34" charset="0"/>
                <a:cs typeface="Arial" panose="020B0604020202020204" pitchFamily="34" charset="0"/>
              </a:rPr>
              <a:t>exists</a:t>
            </a:r>
            <a:endParaRPr lang="es-CO" sz="2400" b="1" dirty="0">
              <a:solidFill>
                <a:srgbClr val="FF3366"/>
              </a:solidFill>
              <a:latin typeface="Arial" panose="020B0604020202020204" pitchFamily="34" charset="0"/>
              <a:cs typeface="Arial" panose="020B0604020202020204" pitchFamily="34" charset="0"/>
            </a:endParaRP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a:t>
            </a:r>
            <a:r>
              <a:rPr lang="es-CO" sz="2400" b="1"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Asignaciones</a:t>
            </a:r>
          </a:p>
          <a:p>
            <a:pPr lvl="2"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 </a:t>
            </a: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Asignaciones. </a:t>
            </a:r>
            <a:r>
              <a:rPr lang="es-CO" sz="2400" dirty="0" err="1">
                <a:latin typeface="Arial" panose="020B0604020202020204" pitchFamily="34" charset="0"/>
                <a:cs typeface="Arial" panose="020B0604020202020204" pitchFamily="34" charset="0"/>
              </a:rPr>
              <a:t>Codigo</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  </a:t>
            </a:r>
            <a:r>
              <a:rPr lang="es-CO" sz="2400" dirty="0">
                <a:solidFill>
                  <a:srgbClr val="0000FF"/>
                </a:solidFill>
                <a:latin typeface="Arial" panose="020B0604020202020204" pitchFamily="34" charset="0"/>
                <a:cs typeface="Arial" panose="020B0604020202020204" pitchFamily="34" charset="0"/>
              </a:rPr>
              <a:t>1234</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and</a:t>
            </a:r>
          </a:p>
          <a:p>
            <a:pPr marL="19050" indent="19050" algn="just">
              <a:lnSpc>
                <a:spcPct val="98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Asignaciones.idObra</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t>
            </a:r>
            <a:r>
              <a:rPr lang="es-CO" sz="2400" dirty="0">
                <a:latin typeface="Arial" panose="020B0604020202020204" pitchFamily="34" charset="0"/>
                <a:cs typeface="Arial" panose="020B0604020202020204" pitchFamily="34" charset="0"/>
              </a:rPr>
              <a:t>  </a:t>
            </a:r>
            <a:r>
              <a:rPr lang="es-CO" sz="2400" dirty="0" err="1">
                <a:latin typeface="Arial" panose="020B0604020202020204" pitchFamily="34" charset="0"/>
                <a:cs typeface="Arial" panose="020B0604020202020204" pitchFamily="34" charset="0"/>
              </a:rPr>
              <a:t>Obras.idObra</a:t>
            </a:r>
            <a:r>
              <a:rPr lang="es-CO"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360911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4200" dirty="0">
                <a:latin typeface="Arial" panose="020B0604020202020204" pitchFamily="34" charset="0"/>
                <a:cs typeface="Arial" panose="020B0604020202020204" pitchFamily="34" charset="0"/>
              </a:rPr>
              <a:t>Predicados de </a:t>
            </a:r>
            <a:r>
              <a:rPr lang="es-CO" sz="4200" dirty="0" err="1">
                <a:latin typeface="Arial" panose="020B0604020202020204" pitchFamily="34" charset="0"/>
                <a:cs typeface="Arial" panose="020B0604020202020204" pitchFamily="34" charset="0"/>
              </a:rPr>
              <a:t>Comparac</a:t>
            </a:r>
            <a:r>
              <a:rPr lang="es-CO" sz="4200" dirty="0">
                <a:latin typeface="Arial" panose="020B0604020202020204" pitchFamily="34" charset="0"/>
                <a:cs typeface="Arial" panose="020B0604020202020204" pitchFamily="34" charset="0"/>
              </a:rPr>
              <a:t>. Cuantificados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57795"/>
          </a:xfrm>
          <a:prstGeom prst="rect">
            <a:avLst/>
          </a:prstGeom>
          <a:noFill/>
        </p:spPr>
        <p:txBody>
          <a:bodyPr wrap="square" rtlCol="0">
            <a:spAutoFit/>
          </a:bodyPr>
          <a:lstStyle/>
          <a:p>
            <a:pPr marL="38100" indent="19050" algn="just">
              <a:lnSpc>
                <a:spcPct val="100000"/>
              </a:lnSpc>
              <a:spcAft>
                <a:spcPts val="1425"/>
              </a:spcAft>
              <a:buClr>
                <a:srgbClr val="0E594D"/>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300" b="0" dirty="0">
                <a:solidFill>
                  <a:srgbClr val="000000"/>
                </a:solidFill>
                <a:latin typeface="Arial" panose="020B0604020202020204" pitchFamily="34" charset="0"/>
                <a:cs typeface="Arial" panose="020B0604020202020204" pitchFamily="34" charset="0"/>
              </a:rPr>
              <a:t>Estos predicados son </a:t>
            </a:r>
            <a:r>
              <a:rPr lang="es-CO" sz="2300" dirty="0">
                <a:solidFill>
                  <a:srgbClr val="FF3366"/>
                </a:solidFill>
                <a:latin typeface="Arial" panose="020B0604020202020204" pitchFamily="34" charset="0"/>
                <a:cs typeface="Arial" panose="020B0604020202020204" pitchFamily="34" charset="0"/>
              </a:rPr>
              <a:t>θ</a:t>
            </a:r>
            <a:r>
              <a:rPr lang="es-CO" sz="2300" b="0" dirty="0">
                <a:solidFill>
                  <a:srgbClr val="000000"/>
                </a:solidFill>
                <a:latin typeface="Arial" panose="020B0604020202020204" pitchFamily="34" charset="0"/>
                <a:cs typeface="Arial" panose="020B0604020202020204" pitchFamily="34" charset="0"/>
              </a:rPr>
              <a:t>, </a:t>
            </a:r>
            <a:r>
              <a:rPr lang="es-CO" sz="2300" dirty="0" err="1">
                <a:solidFill>
                  <a:srgbClr val="FF3366"/>
                </a:solidFill>
                <a:latin typeface="Arial" panose="020B0604020202020204" pitchFamily="34" charset="0"/>
                <a:cs typeface="Arial" panose="020B0604020202020204" pitchFamily="34" charset="0"/>
              </a:rPr>
              <a:t>some</a:t>
            </a:r>
            <a:r>
              <a:rPr lang="es-CO" sz="2300" b="0" dirty="0">
                <a:solidFill>
                  <a:srgbClr val="000000"/>
                </a:solidFill>
                <a:latin typeface="Arial" panose="020B0604020202020204" pitchFamily="34" charset="0"/>
                <a:cs typeface="Arial" panose="020B0604020202020204" pitchFamily="34" charset="0"/>
              </a:rPr>
              <a:t>, </a:t>
            </a:r>
            <a:r>
              <a:rPr lang="es-CO" sz="2300" dirty="0" err="1">
                <a:solidFill>
                  <a:srgbClr val="FF3366"/>
                </a:solidFill>
                <a:latin typeface="Arial" panose="020B0604020202020204" pitchFamily="34" charset="0"/>
                <a:cs typeface="Arial" panose="020B0604020202020204" pitchFamily="34" charset="0"/>
              </a:rPr>
              <a:t>any</a:t>
            </a:r>
            <a:r>
              <a:rPr lang="es-CO" sz="2300" b="0" dirty="0">
                <a:solidFill>
                  <a:srgbClr val="000000"/>
                </a:solidFill>
                <a:latin typeface="Arial" panose="020B0604020202020204" pitchFamily="34" charset="0"/>
                <a:cs typeface="Arial" panose="020B0604020202020204" pitchFamily="34" charset="0"/>
              </a:rPr>
              <a:t> y </a:t>
            </a:r>
            <a:r>
              <a:rPr lang="es-CO" sz="2300" dirty="0" err="1">
                <a:solidFill>
                  <a:srgbClr val="FF3366"/>
                </a:solidFill>
                <a:latin typeface="Arial" panose="020B0604020202020204" pitchFamily="34" charset="0"/>
                <a:cs typeface="Arial" panose="020B0604020202020204" pitchFamily="34" charset="0"/>
              </a:rPr>
              <a:t>all</a:t>
            </a:r>
            <a:r>
              <a:rPr lang="es-CO" sz="2300" b="0" dirty="0">
                <a:solidFill>
                  <a:srgbClr val="000000"/>
                </a:solidFill>
                <a:latin typeface="Arial" panose="020B0604020202020204" pitchFamily="34" charset="0"/>
                <a:cs typeface="Arial" panose="020B0604020202020204" pitchFamily="34" charset="0"/>
              </a:rPr>
              <a:t>, donde </a:t>
            </a:r>
            <a:r>
              <a:rPr lang="es-CO" sz="2300" dirty="0">
                <a:solidFill>
                  <a:srgbClr val="FF3366"/>
                </a:solidFill>
                <a:latin typeface="Arial" panose="020B0604020202020204" pitchFamily="34" charset="0"/>
                <a:cs typeface="Arial" panose="020B0604020202020204" pitchFamily="34" charset="0"/>
              </a:rPr>
              <a:t>θ </a:t>
            </a:r>
            <a:r>
              <a:rPr lang="es-CO" sz="2300" b="0" dirty="0">
                <a:solidFill>
                  <a:srgbClr val="000000"/>
                </a:solidFill>
                <a:latin typeface="Arial" panose="020B0604020202020204" pitchFamily="34" charset="0"/>
                <a:cs typeface="Arial" panose="020B0604020202020204" pitchFamily="34" charset="0"/>
              </a:rPr>
              <a:t>es un</a:t>
            </a:r>
            <a:r>
              <a:rPr lang="es-CO" sz="2300" dirty="0">
                <a:solidFill>
                  <a:srgbClr val="000000"/>
                </a:solidFill>
                <a:latin typeface="Arial" panose="020B0604020202020204" pitchFamily="34" charset="0"/>
                <a:cs typeface="Arial" panose="020B0604020202020204" pitchFamily="34" charset="0"/>
              </a:rPr>
              <a:t> </a:t>
            </a:r>
            <a:r>
              <a:rPr lang="es-CO" sz="2300" b="0" dirty="0">
                <a:solidFill>
                  <a:srgbClr val="000000"/>
                </a:solidFill>
                <a:latin typeface="Arial" panose="020B0604020202020204" pitchFamily="34" charset="0"/>
                <a:cs typeface="Arial" panose="020B0604020202020204" pitchFamily="34" charset="0"/>
              </a:rPr>
              <a:t>operador de comparación </a:t>
            </a:r>
            <a:r>
              <a:rPr lang="es-CO" sz="2300" b="0" dirty="0" err="1">
                <a:solidFill>
                  <a:srgbClr val="000000"/>
                </a:solidFill>
                <a:latin typeface="Arial" panose="020B0604020202020204" pitchFamily="34" charset="0"/>
                <a:cs typeface="Arial" panose="020B0604020202020204" pitchFamily="34" charset="0"/>
              </a:rPr>
              <a:t>aritmetico</a:t>
            </a:r>
            <a:r>
              <a:rPr lang="es-CO" sz="2300" b="0" dirty="0">
                <a:solidFill>
                  <a:srgbClr val="000000"/>
                </a:solidFill>
                <a:latin typeface="Arial" panose="020B0604020202020204" pitchFamily="34" charset="0"/>
                <a:cs typeface="Arial" panose="020B0604020202020204" pitchFamily="34" charset="0"/>
              </a:rPr>
              <a:t>. </a:t>
            </a:r>
            <a:r>
              <a:rPr lang="es-CO" sz="2300" b="0" dirty="0" err="1">
                <a:solidFill>
                  <a:srgbClr val="FF3366"/>
                </a:solidFill>
                <a:latin typeface="Arial" panose="020B0604020202020204" pitchFamily="34" charset="0"/>
                <a:cs typeface="Arial" panose="020B0604020202020204" pitchFamily="34" charset="0"/>
              </a:rPr>
              <a:t>some</a:t>
            </a:r>
            <a:r>
              <a:rPr lang="es-CO" sz="2300" b="0" dirty="0">
                <a:solidFill>
                  <a:srgbClr val="000000"/>
                </a:solidFill>
                <a:latin typeface="Arial" panose="020B0604020202020204" pitchFamily="34" charset="0"/>
                <a:cs typeface="Arial" panose="020B0604020202020204" pitchFamily="34" charset="0"/>
              </a:rPr>
              <a:t>, </a:t>
            </a:r>
            <a:r>
              <a:rPr lang="es-CO" sz="2300" b="0" dirty="0" err="1">
                <a:solidFill>
                  <a:srgbClr val="FF3366"/>
                </a:solidFill>
                <a:latin typeface="Arial" panose="020B0604020202020204" pitchFamily="34" charset="0"/>
                <a:cs typeface="Arial" panose="020B0604020202020204" pitchFamily="34" charset="0"/>
              </a:rPr>
              <a:t>any</a:t>
            </a:r>
            <a:r>
              <a:rPr lang="es-CO" sz="2300" b="0" dirty="0">
                <a:solidFill>
                  <a:srgbClr val="FF3366"/>
                </a:solidFill>
                <a:latin typeface="Arial" panose="020B0604020202020204" pitchFamily="34" charset="0"/>
                <a:cs typeface="Arial" panose="020B0604020202020204" pitchFamily="34" charset="0"/>
              </a:rPr>
              <a:t> </a:t>
            </a:r>
            <a:r>
              <a:rPr lang="es-CO" sz="2300" b="0" dirty="0">
                <a:solidFill>
                  <a:srgbClr val="000000"/>
                </a:solidFill>
                <a:latin typeface="Arial" panose="020B0604020202020204" pitchFamily="34" charset="0"/>
                <a:cs typeface="Arial" panose="020B0604020202020204" pitchFamily="34" charset="0"/>
              </a:rPr>
              <a:t> representan al cuantificador existencial y </a:t>
            </a:r>
            <a:r>
              <a:rPr lang="es-CO" sz="2300" b="0" dirty="0" err="1">
                <a:solidFill>
                  <a:srgbClr val="FF3366"/>
                </a:solidFill>
                <a:latin typeface="Arial" panose="020B0604020202020204" pitchFamily="34" charset="0"/>
                <a:cs typeface="Arial" panose="020B0604020202020204" pitchFamily="34" charset="0"/>
              </a:rPr>
              <a:t>all</a:t>
            </a:r>
            <a:r>
              <a:rPr lang="es-CO" sz="2300" b="0" dirty="0">
                <a:solidFill>
                  <a:srgbClr val="000000"/>
                </a:solidFill>
                <a:latin typeface="Arial" panose="020B0604020202020204" pitchFamily="34" charset="0"/>
                <a:cs typeface="Arial" panose="020B0604020202020204" pitchFamily="34" charset="0"/>
              </a:rPr>
              <a:t> al cuantificador universal. El operador </a:t>
            </a:r>
            <a:r>
              <a:rPr lang="es-CO" sz="2300" b="0" dirty="0">
                <a:solidFill>
                  <a:srgbClr val="FF3366"/>
                </a:solidFill>
                <a:latin typeface="Arial" panose="020B0604020202020204" pitchFamily="34" charset="0"/>
                <a:cs typeface="Arial" panose="020B0604020202020204" pitchFamily="34" charset="0"/>
              </a:rPr>
              <a:t>θ</a:t>
            </a:r>
            <a:r>
              <a:rPr lang="es-CO" sz="2300" b="0" dirty="0">
                <a:solidFill>
                  <a:srgbClr val="000000"/>
                </a:solidFill>
                <a:latin typeface="Arial" panose="020B0604020202020204" pitchFamily="34" charset="0"/>
                <a:cs typeface="Arial" panose="020B0604020202020204" pitchFamily="34" charset="0"/>
              </a:rPr>
              <a:t> acompaña a los cuantificadores anteriores vinculando una expresión con una subconsulta:</a:t>
            </a:r>
          </a:p>
          <a:p>
            <a:pPr marL="38100" indent="19050" algn="just">
              <a:lnSpc>
                <a:spcPct val="100000"/>
              </a:lnSpc>
              <a:spcAft>
                <a:spcPts val="1425"/>
              </a:spcAft>
              <a:buClr>
                <a:srgbClr val="0E594D"/>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300" i="1" dirty="0">
                <a:solidFill>
                  <a:srgbClr val="0000FF"/>
                </a:solidFill>
                <a:latin typeface="Arial" panose="020B0604020202020204" pitchFamily="34" charset="0"/>
                <a:cs typeface="Arial" panose="020B0604020202020204" pitchFamily="34" charset="0"/>
              </a:rPr>
              <a:t>Expresión</a:t>
            </a:r>
            <a:r>
              <a:rPr lang="es-CO" sz="2300" dirty="0">
                <a:solidFill>
                  <a:srgbClr val="000000"/>
                </a:solidFill>
                <a:latin typeface="Arial" panose="020B0604020202020204" pitchFamily="34" charset="0"/>
                <a:cs typeface="Arial" panose="020B0604020202020204" pitchFamily="34" charset="0"/>
              </a:rPr>
              <a:t>   [ </a:t>
            </a:r>
            <a:r>
              <a:rPr lang="es-CO" sz="2300" dirty="0" err="1">
                <a:solidFill>
                  <a:srgbClr val="FF3366"/>
                </a:solidFill>
                <a:latin typeface="Arial" panose="020B0604020202020204" pitchFamily="34" charset="0"/>
                <a:cs typeface="Arial" panose="020B0604020202020204" pitchFamily="34" charset="0"/>
              </a:rPr>
              <a:t>all</a:t>
            </a:r>
            <a:r>
              <a:rPr lang="es-CO" sz="2300" dirty="0">
                <a:solidFill>
                  <a:srgbClr val="FF3366"/>
                </a:solidFill>
                <a:latin typeface="Arial" panose="020B0604020202020204" pitchFamily="34" charset="0"/>
                <a:cs typeface="Arial" panose="020B0604020202020204" pitchFamily="34" charset="0"/>
              </a:rPr>
              <a:t> | </a:t>
            </a:r>
            <a:r>
              <a:rPr lang="es-CO" sz="2300" dirty="0" err="1">
                <a:solidFill>
                  <a:srgbClr val="FF3366"/>
                </a:solidFill>
                <a:latin typeface="Arial" panose="020B0604020202020204" pitchFamily="34" charset="0"/>
                <a:cs typeface="Arial" panose="020B0604020202020204" pitchFamily="34" charset="0"/>
              </a:rPr>
              <a:t>some</a:t>
            </a:r>
            <a:r>
              <a:rPr lang="es-CO" sz="2300" dirty="0">
                <a:solidFill>
                  <a:srgbClr val="FF3366"/>
                </a:solidFill>
                <a:latin typeface="Arial" panose="020B0604020202020204" pitchFamily="34" charset="0"/>
                <a:cs typeface="Arial" panose="020B0604020202020204" pitchFamily="34" charset="0"/>
              </a:rPr>
              <a:t> | </a:t>
            </a:r>
            <a:r>
              <a:rPr lang="es-CO" sz="2300" dirty="0" err="1">
                <a:solidFill>
                  <a:srgbClr val="FF3366"/>
                </a:solidFill>
                <a:latin typeface="Arial" panose="020B0604020202020204" pitchFamily="34" charset="0"/>
                <a:cs typeface="Arial" panose="020B0604020202020204" pitchFamily="34" charset="0"/>
              </a:rPr>
              <a:t>any</a:t>
            </a:r>
            <a:r>
              <a:rPr lang="es-CO" sz="2300" dirty="0">
                <a:solidFill>
                  <a:srgbClr val="000000"/>
                </a:solidFill>
                <a:latin typeface="Arial" panose="020B0604020202020204" pitchFamily="34" charset="0"/>
                <a:cs typeface="Arial" panose="020B0604020202020204" pitchFamily="34" charset="0"/>
              </a:rPr>
              <a:t> ] (</a:t>
            </a:r>
            <a:r>
              <a:rPr lang="es-CO" sz="2300" dirty="0">
                <a:solidFill>
                  <a:srgbClr val="0000FF"/>
                </a:solidFill>
                <a:latin typeface="Arial" panose="020B0604020202020204" pitchFamily="34" charset="0"/>
                <a:cs typeface="Arial" panose="020B0604020202020204" pitchFamily="34" charset="0"/>
              </a:rPr>
              <a:t>subconsulta</a:t>
            </a:r>
            <a:r>
              <a:rPr lang="es-CO" sz="2300" dirty="0">
                <a:solidFill>
                  <a:srgbClr val="000000"/>
                </a:solidFill>
                <a:latin typeface="Arial" panose="020B0604020202020204" pitchFamily="34" charset="0"/>
                <a:cs typeface="Arial" panose="020B0604020202020204" pitchFamily="34" charset="0"/>
              </a:rPr>
              <a:t>)</a:t>
            </a:r>
          </a:p>
          <a:p>
            <a:pPr marL="38100" indent="19050" algn="just">
              <a:lnSpc>
                <a:spcPct val="100000"/>
              </a:lnSpc>
              <a:spcAft>
                <a:spcPts val="1425"/>
              </a:spcAft>
              <a:buClr>
                <a:srgbClr val="0E594D"/>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300" b="0" dirty="0">
                <a:solidFill>
                  <a:srgbClr val="000000"/>
                </a:solidFill>
                <a:latin typeface="Arial" panose="020B0604020202020204" pitchFamily="34" charset="0"/>
                <a:cs typeface="Arial" panose="020B0604020202020204" pitchFamily="34" charset="0"/>
              </a:rPr>
              <a:t>El predicado  </a:t>
            </a:r>
            <a:r>
              <a:rPr lang="es-CO" sz="2300" b="0" dirty="0" err="1">
                <a:solidFill>
                  <a:srgbClr val="FF3366"/>
                </a:solidFill>
                <a:latin typeface="Arial" panose="020B0604020202020204" pitchFamily="34" charset="0"/>
                <a:cs typeface="Arial" panose="020B0604020202020204" pitchFamily="34" charset="0"/>
              </a:rPr>
              <a:t>θ_any</a:t>
            </a:r>
            <a:r>
              <a:rPr lang="es-CO" sz="2300" b="0" dirty="0">
                <a:solidFill>
                  <a:srgbClr val="000000"/>
                </a:solidFill>
                <a:latin typeface="Arial" panose="020B0604020202020204" pitchFamily="34" charset="0"/>
                <a:cs typeface="Arial" panose="020B0604020202020204" pitchFamily="34" charset="0"/>
              </a:rPr>
              <a:t> o </a:t>
            </a:r>
            <a:r>
              <a:rPr lang="es-CO" sz="2300" b="0" dirty="0" err="1">
                <a:solidFill>
                  <a:srgbClr val="FF3366"/>
                </a:solidFill>
                <a:latin typeface="Arial" panose="020B0604020202020204" pitchFamily="34" charset="0"/>
                <a:cs typeface="Arial" panose="020B0604020202020204" pitchFamily="34" charset="0"/>
              </a:rPr>
              <a:t>θ_some</a:t>
            </a:r>
            <a:r>
              <a:rPr lang="es-CO" sz="2300" b="0" dirty="0">
                <a:solidFill>
                  <a:srgbClr val="000000"/>
                </a:solidFill>
                <a:latin typeface="Arial" panose="020B0604020202020204" pitchFamily="34" charset="0"/>
                <a:cs typeface="Arial" panose="020B0604020202020204" pitchFamily="34" charset="0"/>
              </a:rPr>
              <a:t>  se satisface si existe al menos una fila del resultado de la subconsulta que está en relación  </a:t>
            </a:r>
            <a:r>
              <a:rPr lang="es-CO" sz="2300" b="0" dirty="0">
                <a:solidFill>
                  <a:srgbClr val="FF3366"/>
                </a:solidFill>
                <a:latin typeface="Arial" panose="020B0604020202020204" pitchFamily="34" charset="0"/>
                <a:cs typeface="Arial" panose="020B0604020202020204" pitchFamily="34" charset="0"/>
              </a:rPr>
              <a:t>θ</a:t>
            </a:r>
            <a:r>
              <a:rPr lang="es-CO" sz="2300" b="0" dirty="0">
                <a:solidFill>
                  <a:srgbClr val="000000"/>
                </a:solidFill>
                <a:latin typeface="Arial" panose="020B0604020202020204" pitchFamily="34" charset="0"/>
                <a:cs typeface="Arial" panose="020B0604020202020204" pitchFamily="34" charset="0"/>
              </a:rPr>
              <a:t>  con </a:t>
            </a:r>
            <a:r>
              <a:rPr lang="es-CO" sz="2300" b="0" i="1" dirty="0">
                <a:solidFill>
                  <a:srgbClr val="0000FF"/>
                </a:solidFill>
                <a:latin typeface="Arial" panose="020B0604020202020204" pitchFamily="34" charset="0"/>
                <a:cs typeface="Arial" panose="020B0604020202020204" pitchFamily="34" charset="0"/>
              </a:rPr>
              <a:t>Expresión</a:t>
            </a:r>
            <a:r>
              <a:rPr lang="es-CO" sz="2300" b="0" dirty="0">
                <a:solidFill>
                  <a:srgbClr val="000000"/>
                </a:solidFill>
                <a:latin typeface="Arial" panose="020B0604020202020204" pitchFamily="34" charset="0"/>
                <a:cs typeface="Arial" panose="020B0604020202020204" pitchFamily="34" charset="0"/>
              </a:rPr>
              <a:t>. </a:t>
            </a:r>
          </a:p>
          <a:p>
            <a:pPr marL="38100" indent="19050" algn="just">
              <a:lnSpc>
                <a:spcPct val="100000"/>
              </a:lnSpc>
              <a:spcAft>
                <a:spcPts val="1425"/>
              </a:spcAft>
              <a:buClr>
                <a:srgbClr val="0E594D"/>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300" b="0" dirty="0">
                <a:solidFill>
                  <a:srgbClr val="000000"/>
                </a:solidFill>
                <a:latin typeface="Arial" panose="020B0604020202020204" pitchFamily="34" charset="0"/>
                <a:cs typeface="Arial" panose="020B0604020202020204" pitchFamily="34" charset="0"/>
              </a:rPr>
              <a:t>El predicado  </a:t>
            </a:r>
            <a:r>
              <a:rPr lang="es-CO" sz="2300" b="0" dirty="0" err="1">
                <a:solidFill>
                  <a:srgbClr val="FF3366"/>
                </a:solidFill>
                <a:latin typeface="Arial" panose="020B0604020202020204" pitchFamily="34" charset="0"/>
                <a:cs typeface="Arial" panose="020B0604020202020204" pitchFamily="34" charset="0"/>
              </a:rPr>
              <a:t>θ_all</a:t>
            </a:r>
            <a:r>
              <a:rPr lang="es-CO" sz="2300" b="0" dirty="0">
                <a:solidFill>
                  <a:srgbClr val="000000"/>
                </a:solidFill>
                <a:latin typeface="Arial" panose="020B0604020202020204" pitchFamily="34" charset="0"/>
                <a:cs typeface="Arial" panose="020B0604020202020204" pitchFamily="34" charset="0"/>
              </a:rPr>
              <a:t>  se satisface si toda tupla de la subconsulta está en relación  </a:t>
            </a:r>
            <a:r>
              <a:rPr lang="es-CO" sz="2300" b="0" dirty="0">
                <a:solidFill>
                  <a:srgbClr val="FF3366"/>
                </a:solidFill>
                <a:latin typeface="Arial" panose="020B0604020202020204" pitchFamily="34" charset="0"/>
                <a:cs typeface="Arial" panose="020B0604020202020204" pitchFamily="34" charset="0"/>
              </a:rPr>
              <a:t>θ</a:t>
            </a:r>
            <a:r>
              <a:rPr lang="es-CO" sz="2300" b="0" dirty="0">
                <a:solidFill>
                  <a:srgbClr val="000000"/>
                </a:solidFill>
                <a:latin typeface="Arial" panose="020B0604020202020204" pitchFamily="34" charset="0"/>
                <a:cs typeface="Arial" panose="020B0604020202020204" pitchFamily="34" charset="0"/>
              </a:rPr>
              <a:t>  con </a:t>
            </a:r>
            <a:r>
              <a:rPr lang="es-CO" sz="2300" b="0" i="1" dirty="0">
                <a:solidFill>
                  <a:srgbClr val="0000FF"/>
                </a:solidFill>
                <a:latin typeface="Arial" panose="020B0604020202020204" pitchFamily="34" charset="0"/>
                <a:cs typeface="Arial" panose="020B0604020202020204" pitchFamily="34" charset="0"/>
              </a:rPr>
              <a:t>Expresión</a:t>
            </a:r>
            <a:r>
              <a:rPr lang="es-CO" sz="2300" b="0" dirty="0">
                <a:solidFill>
                  <a:srgbClr val="000000"/>
                </a:solidFill>
                <a:latin typeface="Arial" panose="020B0604020202020204" pitchFamily="34" charset="0"/>
                <a:cs typeface="Arial" panose="020B0604020202020204" pitchFamily="34" charset="0"/>
              </a:rPr>
              <a:t>. </a:t>
            </a:r>
          </a:p>
          <a:p>
            <a:pPr marL="38100" indent="19050" algn="just">
              <a:lnSpc>
                <a:spcPct val="100000"/>
              </a:lnSpc>
              <a:spcAft>
                <a:spcPts val="575"/>
              </a:spcAft>
              <a:buClr>
                <a:srgbClr val="0E594D"/>
              </a:buCl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300" b="0" dirty="0">
                <a:solidFill>
                  <a:srgbClr val="000000"/>
                </a:solidFill>
                <a:latin typeface="Arial" panose="020B0604020202020204" pitchFamily="34" charset="0"/>
                <a:cs typeface="Arial" panose="020B0604020202020204" pitchFamily="34" charset="0"/>
              </a:rPr>
              <a:t>CONSULTA: identificar todos los obreros que están asignados a obras “Carretera”, “Residencias” o “</a:t>
            </a:r>
            <a:r>
              <a:rPr lang="es-CO" sz="2300" b="0" dirty="0" err="1">
                <a:solidFill>
                  <a:srgbClr val="000000"/>
                </a:solidFill>
                <a:latin typeface="Arial" panose="020B0604020202020204" pitchFamily="34" charset="0"/>
                <a:cs typeface="Arial" panose="020B0604020202020204" pitchFamily="34" charset="0"/>
              </a:rPr>
              <a:t>Almacen</a:t>
            </a:r>
            <a:r>
              <a:rPr lang="es-CO" sz="2300" b="0" dirty="0">
                <a:solidFill>
                  <a:srgbClr val="00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11105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4200" dirty="0">
                <a:latin typeface="Arial" panose="020B0604020202020204" pitchFamily="34" charset="0"/>
                <a:cs typeface="Arial" panose="020B0604020202020204" pitchFamily="34" charset="0"/>
              </a:rPr>
              <a:t>Predicados de </a:t>
            </a:r>
            <a:r>
              <a:rPr lang="es-CO" sz="4200" dirty="0" err="1">
                <a:latin typeface="Arial" panose="020B0604020202020204" pitchFamily="34" charset="0"/>
                <a:cs typeface="Arial" panose="020B0604020202020204" pitchFamily="34" charset="0"/>
              </a:rPr>
              <a:t>Comparac</a:t>
            </a:r>
            <a:r>
              <a:rPr lang="es-CO" sz="4200" dirty="0">
                <a:latin typeface="Arial" panose="020B0604020202020204" pitchFamily="34" charset="0"/>
                <a:cs typeface="Arial" panose="020B0604020202020204" pitchFamily="34" charset="0"/>
              </a:rPr>
              <a:t>. Cuantificados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478149"/>
          </a:xfrm>
          <a:prstGeom prst="rect">
            <a:avLst/>
          </a:prstGeom>
          <a:noFill/>
        </p:spPr>
        <p:txBody>
          <a:bodyPr wrap="square" rtlCol="0">
            <a:spAutoFit/>
          </a:bodyPr>
          <a:lstStyle/>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nombre</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codigo</a:t>
            </a:r>
            <a:r>
              <a:rPr lang="es-CO" sz="2000" dirty="0">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in</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FF3366"/>
                </a:solidFill>
                <a:latin typeface="Arial" panose="020B0604020202020204" pitchFamily="34" charset="0"/>
                <a:cs typeface="Arial" panose="020B0604020202020204" pitchFamily="34" charset="0"/>
              </a:rPr>
              <a:t>          </a:t>
            </a:r>
            <a:r>
              <a:rPr lang="es-CO" sz="2000" b="1" dirty="0">
                <a:solidFill>
                  <a:srgbClr val="00AE00"/>
                </a:solidFill>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código</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            FROM</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Asignacion</a:t>
            </a:r>
            <a:endParaRPr lang="es-CO" sz="2000" dirty="0">
              <a:latin typeface="Arial" panose="020B0604020202020204" pitchFamily="34" charset="0"/>
              <a:cs typeface="Arial" panose="020B0604020202020204" pitchFamily="34" charset="0"/>
            </a:endParaRP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            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idObra</a:t>
            </a:r>
            <a:r>
              <a:rPr lang="es-CO" sz="2000" dirty="0">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 </a:t>
            </a:r>
            <a:r>
              <a:rPr lang="es-CO" sz="2000" b="1" dirty="0" err="1">
                <a:solidFill>
                  <a:srgbClr val="FF3366"/>
                </a:solidFill>
                <a:latin typeface="Arial" panose="020B0604020202020204" pitchFamily="34" charset="0"/>
                <a:cs typeface="Arial" panose="020B0604020202020204" pitchFamily="34" charset="0"/>
              </a:rPr>
              <a:t>some</a:t>
            </a:r>
            <a:r>
              <a:rPr lang="es-CO" sz="2000" dirty="0">
                <a:latin typeface="Arial" panose="020B0604020202020204" pitchFamily="34" charset="0"/>
                <a:cs typeface="Arial" panose="020B0604020202020204" pitchFamily="34" charset="0"/>
              </a:rPr>
              <a:t> </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00FF00"/>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idObra</a:t>
            </a:r>
            <a:endParaRPr lang="es-CO" sz="2000" dirty="0">
              <a:latin typeface="Arial" panose="020B0604020202020204" pitchFamily="34" charset="0"/>
              <a:cs typeface="Arial" panose="020B0604020202020204" pitchFamily="34" charset="0"/>
            </a:endParaRP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                     FROM</a:t>
            </a:r>
            <a:r>
              <a:rPr lang="es-CO" sz="2000" dirty="0">
                <a:latin typeface="Arial" panose="020B0604020202020204" pitchFamily="34" charset="0"/>
                <a:cs typeface="Arial" panose="020B0604020202020204" pitchFamily="34" charset="0"/>
              </a:rPr>
              <a:t> Obra</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tipo </a:t>
            </a:r>
            <a:r>
              <a:rPr lang="es-CO" sz="2000" b="1" dirty="0">
                <a:solidFill>
                  <a:srgbClr val="FF3366"/>
                </a:solidFill>
                <a:latin typeface="Arial" panose="020B0604020202020204" pitchFamily="34" charset="0"/>
                <a:cs typeface="Arial" panose="020B0604020202020204" pitchFamily="34" charset="0"/>
              </a:rPr>
              <a:t>in</a:t>
            </a:r>
          </a:p>
          <a:p>
            <a:pPr lvl="4">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           </a:t>
            </a:r>
            <a:r>
              <a:rPr lang="es-CO" sz="2000" b="1" dirty="0">
                <a:solidFill>
                  <a:srgbClr val="5C8526"/>
                </a:solidFill>
                <a:latin typeface="Arial" panose="020B0604020202020204" pitchFamily="34" charset="0"/>
                <a:cs typeface="Arial" panose="020B0604020202020204" pitchFamily="34" charset="0"/>
              </a:rPr>
              <a:t>(</a:t>
            </a:r>
            <a:r>
              <a:rPr lang="es-CO" sz="2000" b="1" dirty="0">
                <a:latin typeface="Arial" panose="020B0604020202020204" pitchFamily="34" charset="0"/>
                <a:cs typeface="Arial" panose="020B0604020202020204" pitchFamily="34" charset="0"/>
              </a:rPr>
              <a:t>“Carretera”, ‘Residencias’, “</a:t>
            </a:r>
            <a:r>
              <a:rPr lang="es-CO" sz="2000" b="1" dirty="0" err="1">
                <a:latin typeface="Arial" panose="020B0604020202020204" pitchFamily="34" charset="0"/>
                <a:cs typeface="Arial" panose="020B0604020202020204" pitchFamily="34" charset="0"/>
              </a:rPr>
              <a:t>Almacen</a:t>
            </a:r>
            <a:r>
              <a:rPr lang="es-CO" sz="2000" b="1" dirty="0">
                <a:latin typeface="Arial" panose="020B0604020202020204" pitchFamily="34" charset="0"/>
                <a:cs typeface="Arial" panose="020B0604020202020204" pitchFamily="34" charset="0"/>
              </a:rPr>
              <a:t>”</a:t>
            </a:r>
            <a:r>
              <a:rPr lang="es-CO" sz="2000" b="1" dirty="0">
                <a:solidFill>
                  <a:srgbClr val="5C8526"/>
                </a:solidFill>
                <a:latin typeface="Arial" panose="020B0604020202020204" pitchFamily="34" charset="0"/>
                <a:cs typeface="Arial" panose="020B0604020202020204" pitchFamily="34" charset="0"/>
              </a:rPr>
              <a:t>)</a:t>
            </a:r>
            <a:r>
              <a:rPr lang="es-CO" sz="2000" b="1" dirty="0">
                <a:solidFill>
                  <a:srgbClr val="008000"/>
                </a:solidFill>
                <a:latin typeface="Arial" panose="020B0604020202020204" pitchFamily="34" charset="0"/>
                <a:cs typeface="Arial" panose="020B0604020202020204" pitchFamily="34" charset="0"/>
              </a:rPr>
              <a:t> </a:t>
            </a:r>
            <a:r>
              <a:rPr lang="es-CO" sz="2000" b="1" dirty="0">
                <a:solidFill>
                  <a:srgbClr val="00FF00"/>
                </a:solidFill>
                <a:latin typeface="Arial" panose="020B0604020202020204" pitchFamily="34" charset="0"/>
                <a:cs typeface="Arial" panose="020B0604020202020204" pitchFamily="34" charset="0"/>
              </a:rPr>
              <a:t>)</a:t>
            </a:r>
            <a:r>
              <a:rPr lang="es-CO" sz="2000" b="1" dirty="0">
                <a:solidFill>
                  <a:srgbClr val="008000"/>
                </a:solidFill>
                <a:latin typeface="Arial" panose="020B0604020202020204" pitchFamily="34" charset="0"/>
                <a:cs typeface="Arial" panose="020B0604020202020204" pitchFamily="34" charset="0"/>
              </a:rPr>
              <a:t> ) </a:t>
            </a:r>
            <a:r>
              <a:rPr lang="es-CO" sz="2000" b="1" dirty="0">
                <a:latin typeface="Arial" panose="020B0604020202020204" pitchFamily="34" charset="0"/>
                <a:cs typeface="Arial" panose="020B0604020202020204" pitchFamily="34" charset="0"/>
              </a:rPr>
              <a:t>;</a:t>
            </a:r>
          </a:p>
          <a:p>
            <a:pPr lvl="4">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b="1" dirty="0">
              <a:latin typeface="Arial" panose="020B0604020202020204" pitchFamily="34" charset="0"/>
              <a:cs typeface="Arial" panose="020B0604020202020204" pitchFamily="34" charset="0"/>
            </a:endParaRPr>
          </a:p>
          <a:p>
            <a:pPr marL="19050" indent="19050">
              <a:lnSpc>
                <a:spcPct val="100000"/>
              </a:lnSpc>
              <a:spcAft>
                <a:spcPts val="575"/>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CONSULTA: nombre del trabajador que devenga el menor salario.</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b="1" dirty="0">
                <a:latin typeface="Arial" panose="020B0604020202020204" pitchFamily="34" charset="0"/>
                <a:cs typeface="Arial" panose="020B0604020202020204" pitchFamily="34" charset="0"/>
              </a:rPr>
              <a:t> nombre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a:t>
            </a:r>
          </a:p>
          <a:p>
            <a:pPr marL="19050" indent="19050">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salario </a:t>
            </a:r>
            <a:r>
              <a:rPr lang="es-CO" sz="2000" b="1" dirty="0">
                <a:solidFill>
                  <a:srgbClr val="FF3366"/>
                </a:solidFill>
                <a:latin typeface="Arial" panose="020B0604020202020204" pitchFamily="34" charset="0"/>
                <a:cs typeface="Arial" panose="020B0604020202020204" pitchFamily="34" charset="0"/>
              </a:rPr>
              <a:t>&lt;= </a:t>
            </a:r>
            <a:r>
              <a:rPr lang="es-CO" sz="2000" b="1" dirty="0" err="1">
                <a:solidFill>
                  <a:srgbClr val="FF3366"/>
                </a:solidFill>
                <a:latin typeface="Arial" panose="020B0604020202020204" pitchFamily="34" charset="0"/>
                <a:cs typeface="Arial" panose="020B0604020202020204" pitchFamily="34" charset="0"/>
              </a:rPr>
              <a:t>all</a:t>
            </a:r>
            <a:r>
              <a:rPr lang="es-CO" sz="2000" b="1" dirty="0">
                <a:solidFill>
                  <a:srgbClr val="FF3366"/>
                </a:solidFill>
                <a:latin typeface="Arial" panose="020B0604020202020204" pitchFamily="34" charset="0"/>
                <a:cs typeface="Arial" panose="020B0604020202020204" pitchFamily="34" charset="0"/>
              </a:rPr>
              <a:t>  </a:t>
            </a:r>
            <a:r>
              <a:rPr lang="es-CO" sz="2000" b="1" dirty="0">
                <a:solidFill>
                  <a:srgbClr val="00AE00"/>
                </a:solidFill>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b="1" dirty="0">
                <a:solidFill>
                  <a:srgbClr val="FF3366"/>
                </a:solidFill>
                <a:latin typeface="Arial" panose="020B0604020202020204" pitchFamily="34" charset="0"/>
                <a:cs typeface="Arial" panose="020B0604020202020204" pitchFamily="34" charset="0"/>
              </a:rPr>
              <a:t> </a:t>
            </a:r>
            <a:r>
              <a:rPr lang="es-CO" sz="2000" b="1" dirty="0">
                <a:latin typeface="Arial" panose="020B0604020202020204" pitchFamily="34" charset="0"/>
                <a:cs typeface="Arial" panose="020B0604020202020204" pitchFamily="34" charset="0"/>
              </a:rPr>
              <a:t>salario</a:t>
            </a:r>
            <a:r>
              <a:rPr lang="es-CO" sz="2000" b="1" dirty="0">
                <a:solidFill>
                  <a:srgbClr val="FF336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 </a:t>
            </a:r>
            <a:r>
              <a:rPr lang="en-GB" sz="2000" b="1" dirty="0">
                <a:solidFill>
                  <a:srgbClr val="00FF00"/>
                </a:solidFill>
                <a:latin typeface="Arial" panose="020B0604020202020204" pitchFamily="34" charset="0"/>
                <a:cs typeface="Arial" panose="020B0604020202020204" pitchFamily="34" charset="0"/>
              </a:rPr>
              <a:t>)</a:t>
            </a:r>
            <a:r>
              <a:rPr lang="en-GB" sz="2000" b="1" dirty="0">
                <a:latin typeface="Arial" panose="020B0604020202020204" pitchFamily="34" charset="0"/>
                <a:cs typeface="Arial" panose="020B0604020202020204" pitchFamily="34" charset="0"/>
              </a:rPr>
              <a:t> ;</a:t>
            </a:r>
          </a:p>
        </p:txBody>
      </p:sp>
      <p:pic>
        <p:nvPicPr>
          <p:cNvPr id="3" name="Imagen 2">
            <a:extLst>
              <a:ext uri="{FF2B5EF4-FFF2-40B4-BE49-F238E27FC236}">
                <a16:creationId xmlns:a16="http://schemas.microsoft.com/office/drawing/2014/main" id="{69FE4160-2488-CFD3-5290-B824D6CC44FE}"/>
              </a:ext>
            </a:extLst>
          </p:cNvPr>
          <p:cNvPicPr>
            <a:picLocks noChangeAspect="1"/>
          </p:cNvPicPr>
          <p:nvPr/>
        </p:nvPicPr>
        <p:blipFill>
          <a:blip r:embed="rId2"/>
          <a:stretch>
            <a:fillRect/>
          </a:stretch>
        </p:blipFill>
        <p:spPr>
          <a:xfrm>
            <a:off x="8040216" y="1485148"/>
            <a:ext cx="3048924" cy="2016224"/>
          </a:xfrm>
          <a:prstGeom prst="rect">
            <a:avLst/>
          </a:prstGeom>
        </p:spPr>
      </p:pic>
      <p:pic>
        <p:nvPicPr>
          <p:cNvPr id="5" name="Imagen 4">
            <a:extLst>
              <a:ext uri="{FF2B5EF4-FFF2-40B4-BE49-F238E27FC236}">
                <a16:creationId xmlns:a16="http://schemas.microsoft.com/office/drawing/2014/main" id="{EDB0C80F-D7E8-0AE5-D454-8B76FF2F25D2}"/>
              </a:ext>
            </a:extLst>
          </p:cNvPr>
          <p:cNvPicPr>
            <a:picLocks noChangeAspect="1"/>
          </p:cNvPicPr>
          <p:nvPr/>
        </p:nvPicPr>
        <p:blipFill>
          <a:blip r:embed="rId3"/>
          <a:stretch>
            <a:fillRect/>
          </a:stretch>
        </p:blipFill>
        <p:spPr>
          <a:xfrm>
            <a:off x="8040216" y="5659968"/>
            <a:ext cx="2952328" cy="866445"/>
          </a:xfrm>
          <a:prstGeom prst="rect">
            <a:avLst/>
          </a:prstGeom>
        </p:spPr>
      </p:pic>
    </p:spTree>
    <p:extLst>
      <p:ext uri="{BB962C8B-B14F-4D97-AF65-F5344CB8AC3E}">
        <p14:creationId xmlns:p14="http://schemas.microsoft.com/office/powerpoint/2010/main" val="3636620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4400" dirty="0">
                <a:latin typeface="Arial" panose="020B0604020202020204" pitchFamily="34" charset="0"/>
                <a:cs typeface="Arial" panose="020B0604020202020204" pitchFamily="34" charset="0"/>
              </a:rPr>
              <a:t>Condiciones en que intervienen </a:t>
            </a:r>
            <a:r>
              <a:rPr lang="es-CO" sz="4400" dirty="0" err="1">
                <a:latin typeface="Arial" panose="020B0604020202020204" pitchFamily="34" charset="0"/>
                <a:cs typeface="Arial" panose="020B0604020202020204" pitchFamily="34" charset="0"/>
              </a:rPr>
              <a:t>Relac</a:t>
            </a:r>
            <a:r>
              <a:rPr lang="es-CO" sz="4400" dirty="0">
                <a:latin typeface="Arial" panose="020B0604020202020204" pitchFamily="34" charset="0"/>
                <a:cs typeface="Arial" panose="020B0604020202020204" pitchFamily="34" charset="0"/>
              </a:rPr>
              <a:t>.</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16731"/>
          </a:xfrm>
          <a:prstGeom prst="rect">
            <a:avLst/>
          </a:prstGeom>
          <a:noFill/>
        </p:spPr>
        <p:txBody>
          <a:bodyPr wrap="square" rtlCol="0">
            <a:spAutoFit/>
          </a:bodyPr>
          <a:lstStyle/>
          <a:p>
            <a:pPr marL="19050" indent="19050">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Hay varios operadores  SQL que aplican a una relación </a:t>
            </a:r>
            <a:r>
              <a:rPr lang="es-CO" sz="2200" b="1" i="1" dirty="0">
                <a:solidFill>
                  <a:srgbClr val="0000FF"/>
                </a:solidFill>
                <a:latin typeface="Arial" panose="020B0604020202020204" pitchFamily="34" charset="0"/>
                <a:cs typeface="Arial" panose="020B0604020202020204" pitchFamily="34" charset="0"/>
              </a:rPr>
              <a:t>R</a:t>
            </a:r>
            <a:r>
              <a:rPr lang="es-CO" sz="2200" dirty="0">
                <a:latin typeface="Arial" panose="020B0604020202020204" pitchFamily="34" charset="0"/>
                <a:cs typeface="Arial" panose="020B0604020202020204" pitchFamily="34" charset="0"/>
              </a:rPr>
              <a:t>  produciendo un resultado </a:t>
            </a:r>
            <a:r>
              <a:rPr lang="es-CO" sz="2200" dirty="0" err="1">
                <a:latin typeface="Arial" panose="020B0604020202020204" pitchFamily="34" charset="0"/>
                <a:cs typeface="Arial" panose="020B0604020202020204" pitchFamily="34" charset="0"/>
              </a:rPr>
              <a:t>boleano</a:t>
            </a:r>
            <a:r>
              <a:rPr lang="es-CO" sz="2200"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in</a:t>
            </a:r>
            <a:r>
              <a:rPr lang="es-CO" sz="2200" dirty="0">
                <a:latin typeface="Arial" panose="020B0604020202020204" pitchFamily="34" charset="0"/>
                <a:cs typeface="Arial" panose="020B0604020202020204" pitchFamily="34" charset="0"/>
              </a:rPr>
              <a:t>, </a:t>
            </a:r>
            <a:r>
              <a:rPr lang="es-CO" sz="2200" b="1" dirty="0" err="1">
                <a:solidFill>
                  <a:srgbClr val="FF3366"/>
                </a:solidFill>
                <a:latin typeface="Arial" panose="020B0604020202020204" pitchFamily="34" charset="0"/>
                <a:cs typeface="Arial" panose="020B0604020202020204" pitchFamily="34" charset="0"/>
              </a:rPr>
              <a:t>all</a:t>
            </a:r>
            <a:r>
              <a:rPr lang="es-CO" sz="2200" dirty="0">
                <a:latin typeface="Arial" panose="020B0604020202020204" pitchFamily="34" charset="0"/>
                <a:cs typeface="Arial" panose="020B0604020202020204" pitchFamily="34" charset="0"/>
              </a:rPr>
              <a:t>, </a:t>
            </a:r>
            <a:r>
              <a:rPr lang="es-CO" sz="2200" b="1" dirty="0" err="1">
                <a:solidFill>
                  <a:srgbClr val="FF3366"/>
                </a:solidFill>
                <a:latin typeface="Arial" panose="020B0604020202020204" pitchFamily="34" charset="0"/>
                <a:cs typeface="Arial" panose="020B0604020202020204" pitchFamily="34" charset="0"/>
              </a:rPr>
              <a:t>any</a:t>
            </a:r>
            <a:r>
              <a:rPr lang="es-CO" sz="2200" dirty="0">
                <a:latin typeface="Arial" panose="020B0604020202020204" pitchFamily="34" charset="0"/>
                <a:cs typeface="Arial" panose="020B0604020202020204" pitchFamily="34" charset="0"/>
              </a:rPr>
              <a:t>) y requieren de un escalar </a:t>
            </a:r>
            <a:r>
              <a:rPr lang="es-CO" sz="2200" b="1" i="1" dirty="0">
                <a:solidFill>
                  <a:srgbClr val="0000FF"/>
                </a:solidFill>
                <a:latin typeface="Arial" panose="020B0604020202020204" pitchFamily="34" charset="0"/>
                <a:cs typeface="Arial" panose="020B0604020202020204" pitchFamily="34" charset="0"/>
              </a:rPr>
              <a:t>s</a:t>
            </a:r>
            <a:r>
              <a:rPr lang="es-CO" sz="2200" b="1" dirty="0">
                <a:latin typeface="Arial" panose="020B0604020202020204" pitchFamily="34" charset="0"/>
                <a:cs typeface="Arial" panose="020B0604020202020204" pitchFamily="34" charset="0"/>
              </a:rPr>
              <a:t>:</a:t>
            </a:r>
          </a:p>
          <a:p>
            <a:pPr marL="476250" indent="-457200">
              <a:spcAft>
                <a:spcPts val="1138"/>
              </a:spcAft>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err="1">
                <a:solidFill>
                  <a:srgbClr val="FF3366"/>
                </a:solidFill>
                <a:latin typeface="Arial" panose="020B0604020202020204" pitchFamily="34" charset="0"/>
                <a:cs typeface="Arial" panose="020B0604020202020204" pitchFamily="34" charset="0"/>
              </a:rPr>
              <a:t>exists</a:t>
            </a:r>
            <a:r>
              <a:rPr lang="es-CO" sz="2200" b="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dirty="0">
                <a:solidFill>
                  <a:srgbClr val="0000FF"/>
                </a:solidFill>
                <a:latin typeface="Arial" panose="020B0604020202020204" pitchFamily="34" charset="0"/>
                <a:cs typeface="Arial" panose="020B0604020202020204" pitchFamily="34" charset="0"/>
              </a:rPr>
              <a:t> </a:t>
            </a:r>
            <a:r>
              <a:rPr lang="es-CO" sz="2200" b="1" dirty="0">
                <a:latin typeface="Arial" panose="020B0604020202020204" pitchFamily="34" charset="0"/>
                <a:cs typeface="Arial" panose="020B0604020202020204" pitchFamily="34" charset="0"/>
              </a:rPr>
              <a:t>da verdadero si y solo si </a:t>
            </a:r>
            <a:r>
              <a:rPr lang="es-CO" sz="2200" b="1" i="1" dirty="0">
                <a:solidFill>
                  <a:srgbClr val="0000FF"/>
                </a:solidFill>
                <a:latin typeface="Arial" panose="020B0604020202020204" pitchFamily="34" charset="0"/>
                <a:cs typeface="Arial" panose="020B0604020202020204" pitchFamily="34" charset="0"/>
              </a:rPr>
              <a:t>R</a:t>
            </a:r>
            <a:r>
              <a:rPr lang="es-CO" sz="2200" b="1" dirty="0">
                <a:latin typeface="Arial" panose="020B0604020202020204" pitchFamily="34" charset="0"/>
                <a:cs typeface="Arial" panose="020B0604020202020204" pitchFamily="34" charset="0"/>
              </a:rPr>
              <a:t> no es vacío. </a:t>
            </a:r>
          </a:p>
          <a:p>
            <a:pPr marL="476250" indent="-457200">
              <a:spcAft>
                <a:spcPts val="1138"/>
              </a:spcAft>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solidFill>
                  <a:srgbClr val="0000FF"/>
                </a:solidFill>
                <a:latin typeface="Arial" panose="020B0604020202020204" pitchFamily="34" charset="0"/>
                <a:cs typeface="Arial" panose="020B0604020202020204" pitchFamily="34" charset="0"/>
              </a:rPr>
              <a:t>s</a:t>
            </a:r>
            <a:r>
              <a:rPr lang="es-CO" sz="2200" b="1"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in</a:t>
            </a:r>
            <a:r>
              <a:rPr lang="es-CO" sz="2200" b="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dirty="0">
                <a:latin typeface="Arial" panose="020B0604020202020204" pitchFamily="34" charset="0"/>
                <a:cs typeface="Arial" panose="020B0604020202020204" pitchFamily="34" charset="0"/>
              </a:rPr>
              <a:t> es verdadero si y solo si </a:t>
            </a:r>
            <a:r>
              <a:rPr lang="es-CO" sz="2200" b="1" i="1" dirty="0">
                <a:solidFill>
                  <a:srgbClr val="0000FF"/>
                </a:solidFill>
                <a:latin typeface="Arial" panose="020B0604020202020204" pitchFamily="34" charset="0"/>
                <a:cs typeface="Arial" panose="020B0604020202020204" pitchFamily="34" charset="0"/>
              </a:rPr>
              <a:t>s</a:t>
            </a:r>
            <a:r>
              <a:rPr lang="es-CO" sz="2200" b="1" dirty="0">
                <a:latin typeface="Arial" panose="020B0604020202020204" pitchFamily="34" charset="0"/>
                <a:cs typeface="Arial" panose="020B0604020202020204" pitchFamily="34" charset="0"/>
              </a:rPr>
              <a:t> es igual a uno de los valores de </a:t>
            </a:r>
            <a:r>
              <a:rPr lang="es-CO" sz="2200" b="1" i="1" dirty="0">
                <a:solidFill>
                  <a:srgbClr val="0000FF"/>
                </a:solidFill>
                <a:latin typeface="Arial" panose="020B0604020202020204" pitchFamily="34" charset="0"/>
                <a:cs typeface="Arial" panose="020B0604020202020204" pitchFamily="34" charset="0"/>
              </a:rPr>
              <a:t>R. s</a:t>
            </a:r>
            <a:r>
              <a:rPr lang="es-CO" sz="2200" b="1" i="1" dirty="0">
                <a:latin typeface="Arial" panose="020B0604020202020204" pitchFamily="34" charset="0"/>
                <a:cs typeface="Arial" panose="020B0604020202020204" pitchFamily="34" charset="0"/>
              </a:rPr>
              <a:t> </a:t>
            </a:r>
            <a:r>
              <a:rPr lang="es-CO" sz="2200" b="1" i="1" dirty="0" err="1">
                <a:solidFill>
                  <a:srgbClr val="FF3366"/>
                </a:solidFill>
                <a:latin typeface="Arial" panose="020B0604020202020204" pitchFamily="34" charset="0"/>
                <a:cs typeface="Arial" panose="020B0604020202020204" pitchFamily="34" charset="0"/>
              </a:rPr>
              <a:t>not</a:t>
            </a:r>
            <a:r>
              <a:rPr lang="es-CO" sz="2200" b="1" i="1" dirty="0">
                <a:solidFill>
                  <a:srgbClr val="FF3366"/>
                </a:solidFill>
                <a:latin typeface="Arial" panose="020B0604020202020204" pitchFamily="34" charset="0"/>
                <a:cs typeface="Arial" panose="020B0604020202020204" pitchFamily="34" charset="0"/>
              </a:rPr>
              <a:t> in</a:t>
            </a:r>
            <a:r>
              <a:rPr lang="es-CO" sz="2200" b="1" i="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 es verdadero si y solo si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no es igual a </a:t>
            </a:r>
            <a:r>
              <a:rPr lang="es-CO" sz="2200" b="1" i="1" dirty="0" err="1">
                <a:latin typeface="Arial" panose="020B0604020202020204" pitchFamily="34" charset="0"/>
                <a:cs typeface="Arial" panose="020B0604020202020204" pitchFamily="34" charset="0"/>
              </a:rPr>
              <a:t>ningun</a:t>
            </a:r>
            <a:r>
              <a:rPr lang="es-CO" sz="2200" b="1" i="1" dirty="0">
                <a:latin typeface="Arial" panose="020B0604020202020204" pitchFamily="34" charset="0"/>
                <a:cs typeface="Arial" panose="020B0604020202020204" pitchFamily="34" charset="0"/>
              </a:rPr>
              <a:t> valor de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a:t>
            </a:r>
          </a:p>
          <a:p>
            <a:pPr marL="476250" indent="-457200">
              <a:spcAft>
                <a:spcPts val="1138"/>
              </a:spcAft>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a:solidFill>
                  <a:srgbClr val="FF3366"/>
                </a:solidFill>
                <a:latin typeface="Arial" panose="020B0604020202020204" pitchFamily="34" charset="0"/>
                <a:cs typeface="Arial" panose="020B0604020202020204" pitchFamily="34" charset="0"/>
              </a:rPr>
              <a:t>&gt; </a:t>
            </a:r>
            <a:r>
              <a:rPr lang="es-CO" sz="2200" b="1" i="1" dirty="0" err="1">
                <a:solidFill>
                  <a:srgbClr val="FF3366"/>
                </a:solidFill>
                <a:latin typeface="Arial" panose="020B0604020202020204" pitchFamily="34" charset="0"/>
                <a:cs typeface="Arial" panose="020B0604020202020204" pitchFamily="34" charset="0"/>
              </a:rPr>
              <a:t>all</a:t>
            </a:r>
            <a:r>
              <a:rPr lang="es-CO" sz="2200" b="1" i="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 es verdadero si y solo si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es mayor que cualquier valor de la relación unaria </a:t>
            </a:r>
            <a:r>
              <a:rPr lang="es-CO" sz="2200" b="1" i="1" dirty="0">
                <a:solidFill>
                  <a:srgbClr val="0000FF"/>
                </a:solidFill>
                <a:latin typeface="Arial" panose="020B0604020202020204" pitchFamily="34" charset="0"/>
                <a:cs typeface="Arial" panose="020B0604020202020204" pitchFamily="34" charset="0"/>
              </a:rPr>
              <a:t>R. </a:t>
            </a:r>
            <a:r>
              <a:rPr lang="es-CO" sz="2200" b="1" i="1" dirty="0">
                <a:latin typeface="Arial" panose="020B0604020202020204" pitchFamily="34" charset="0"/>
                <a:cs typeface="Arial" panose="020B0604020202020204" pitchFamily="34" charset="0"/>
              </a:rPr>
              <a:t>El operador </a:t>
            </a:r>
            <a:r>
              <a:rPr lang="es-CO" sz="2200" b="1" i="1" dirty="0">
                <a:solidFill>
                  <a:srgbClr val="FF3366"/>
                </a:solidFill>
                <a:latin typeface="Arial" panose="020B0604020202020204" pitchFamily="34" charset="0"/>
                <a:cs typeface="Arial" panose="020B0604020202020204" pitchFamily="34" charset="0"/>
              </a:rPr>
              <a:t>&gt;</a:t>
            </a:r>
            <a:r>
              <a:rPr lang="es-CO" sz="2200" b="1" i="1" dirty="0">
                <a:latin typeface="Arial" panose="020B0604020202020204" pitchFamily="34" charset="0"/>
                <a:cs typeface="Arial" panose="020B0604020202020204" pitchFamily="34" charset="0"/>
              </a:rPr>
              <a:t> puede ser reemplazado por cualquier otro de los operadores de relación.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a:solidFill>
                  <a:srgbClr val="FF3366"/>
                </a:solidFill>
                <a:latin typeface="Arial" panose="020B0604020202020204" pitchFamily="34" charset="0"/>
                <a:cs typeface="Arial" panose="020B0604020202020204" pitchFamily="34" charset="0"/>
              </a:rPr>
              <a:t>&lt;&gt; </a:t>
            </a:r>
            <a:r>
              <a:rPr lang="es-CO" sz="2200" b="1" i="1" dirty="0" err="1">
                <a:solidFill>
                  <a:srgbClr val="FF3366"/>
                </a:solidFill>
                <a:latin typeface="Arial" panose="020B0604020202020204" pitchFamily="34" charset="0"/>
                <a:cs typeface="Arial" panose="020B0604020202020204" pitchFamily="34" charset="0"/>
              </a:rPr>
              <a:t>all</a:t>
            </a:r>
            <a:r>
              <a:rPr lang="es-CO" sz="2200" b="1" i="1" dirty="0">
                <a:solidFill>
                  <a:srgbClr val="FF3366"/>
                </a:solidFill>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 es lo mismo que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err="1">
                <a:solidFill>
                  <a:srgbClr val="FF3366"/>
                </a:solidFill>
                <a:latin typeface="Arial" panose="020B0604020202020204" pitchFamily="34" charset="0"/>
                <a:cs typeface="Arial" panose="020B0604020202020204" pitchFamily="34" charset="0"/>
              </a:rPr>
              <a:t>not</a:t>
            </a:r>
            <a:r>
              <a:rPr lang="es-CO" sz="2200" b="1" i="1" dirty="0">
                <a:solidFill>
                  <a:srgbClr val="FF3366"/>
                </a:solidFill>
                <a:latin typeface="Arial" panose="020B0604020202020204" pitchFamily="34" charset="0"/>
                <a:cs typeface="Arial" panose="020B0604020202020204" pitchFamily="34" charset="0"/>
              </a:rPr>
              <a:t> in</a:t>
            </a:r>
            <a:r>
              <a:rPr lang="es-CO" sz="2200" b="1" i="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a:t>
            </a:r>
          </a:p>
          <a:p>
            <a:pPr marL="476250" indent="-457200">
              <a:spcAft>
                <a:spcPts val="1138"/>
              </a:spcAft>
              <a:buClr>
                <a:srgbClr val="CC00CC"/>
              </a:buClr>
              <a:buSzPct val="100000"/>
              <a:buFont typeface="+mj-lt"/>
              <a:buAutoNum type="arabicPeriod"/>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a:solidFill>
                  <a:srgbClr val="FF3366"/>
                </a:solidFill>
                <a:latin typeface="Arial" panose="020B0604020202020204" pitchFamily="34" charset="0"/>
                <a:cs typeface="Arial" panose="020B0604020202020204" pitchFamily="34" charset="0"/>
              </a:rPr>
              <a:t>&gt; </a:t>
            </a:r>
            <a:r>
              <a:rPr lang="es-CO" sz="2200" b="1" i="1" dirty="0" err="1">
                <a:solidFill>
                  <a:srgbClr val="FF3366"/>
                </a:solidFill>
                <a:latin typeface="Arial" panose="020B0604020202020204" pitchFamily="34" charset="0"/>
                <a:cs typeface="Arial" panose="020B0604020202020204" pitchFamily="34" charset="0"/>
              </a:rPr>
              <a:t>any</a:t>
            </a:r>
            <a:r>
              <a:rPr lang="es-CO" sz="2200" b="1" i="1" dirty="0">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 es verdadero si y solo si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es mayor que al menos un valor de la relación unaria </a:t>
            </a:r>
            <a:r>
              <a:rPr lang="es-CO" sz="2200" b="1" i="1" dirty="0">
                <a:solidFill>
                  <a:srgbClr val="0000FF"/>
                </a:solidFill>
                <a:latin typeface="Arial" panose="020B0604020202020204" pitchFamily="34" charset="0"/>
                <a:cs typeface="Arial" panose="020B0604020202020204" pitchFamily="34" charset="0"/>
              </a:rPr>
              <a:t>R. </a:t>
            </a:r>
            <a:r>
              <a:rPr lang="es-CO" sz="2200" b="1" i="1" dirty="0">
                <a:latin typeface="Arial" panose="020B0604020202020204" pitchFamily="34" charset="0"/>
                <a:cs typeface="Arial" panose="020B0604020202020204" pitchFamily="34" charset="0"/>
              </a:rPr>
              <a:t>cualquier otro de los operadores de relación podrá reemplazar el &gt;.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a:solidFill>
                  <a:srgbClr val="FF3366"/>
                </a:solidFill>
                <a:latin typeface="Arial" panose="020B0604020202020204" pitchFamily="34" charset="0"/>
                <a:cs typeface="Arial" panose="020B0604020202020204" pitchFamily="34" charset="0"/>
              </a:rPr>
              <a:t>= </a:t>
            </a:r>
            <a:r>
              <a:rPr lang="es-CO" sz="2200" b="1" i="1" dirty="0" err="1">
                <a:solidFill>
                  <a:srgbClr val="FF3366"/>
                </a:solidFill>
                <a:latin typeface="Arial" panose="020B0604020202020204" pitchFamily="34" charset="0"/>
                <a:cs typeface="Arial" panose="020B0604020202020204" pitchFamily="34" charset="0"/>
              </a:rPr>
              <a:t>any</a:t>
            </a:r>
            <a:r>
              <a:rPr lang="es-CO" sz="2200" b="1" i="1" dirty="0">
                <a:solidFill>
                  <a:srgbClr val="FF3366"/>
                </a:solidFill>
                <a:latin typeface="Arial" panose="020B0604020202020204" pitchFamily="34" charset="0"/>
                <a:cs typeface="Arial" panose="020B0604020202020204" pitchFamily="34" charset="0"/>
              </a:rPr>
              <a:t> </a:t>
            </a:r>
            <a:r>
              <a:rPr lang="es-CO" sz="2200" b="1" i="1" dirty="0">
                <a:solidFill>
                  <a:srgbClr val="0000FF"/>
                </a:solidFill>
                <a:latin typeface="Arial" panose="020B0604020202020204" pitchFamily="34" charset="0"/>
                <a:cs typeface="Arial" panose="020B0604020202020204" pitchFamily="34" charset="0"/>
              </a:rPr>
              <a:t>R</a:t>
            </a:r>
            <a:r>
              <a:rPr lang="es-CO" sz="2200" b="1" i="1" dirty="0">
                <a:latin typeface="Arial" panose="020B0604020202020204" pitchFamily="34" charset="0"/>
                <a:cs typeface="Arial" panose="020B0604020202020204" pitchFamily="34" charset="0"/>
              </a:rPr>
              <a:t> es lo mismo que </a:t>
            </a:r>
            <a:r>
              <a:rPr lang="es-CO" sz="2200" b="1" i="1" dirty="0">
                <a:solidFill>
                  <a:srgbClr val="0000FF"/>
                </a:solidFill>
                <a:latin typeface="Arial" panose="020B0604020202020204" pitchFamily="34" charset="0"/>
                <a:cs typeface="Arial" panose="020B0604020202020204" pitchFamily="34" charset="0"/>
              </a:rPr>
              <a:t>s</a:t>
            </a:r>
            <a:r>
              <a:rPr lang="es-CO" sz="2200" b="1" i="1" dirty="0">
                <a:latin typeface="Arial" panose="020B0604020202020204" pitchFamily="34" charset="0"/>
                <a:cs typeface="Arial" panose="020B0604020202020204" pitchFamily="34" charset="0"/>
              </a:rPr>
              <a:t> </a:t>
            </a:r>
            <a:r>
              <a:rPr lang="es-CO" sz="2200" b="1" i="1" dirty="0">
                <a:solidFill>
                  <a:srgbClr val="FF3366"/>
                </a:solidFill>
                <a:latin typeface="Arial" panose="020B0604020202020204" pitchFamily="34" charset="0"/>
                <a:cs typeface="Arial" panose="020B0604020202020204" pitchFamily="34" charset="0"/>
              </a:rPr>
              <a:t>in</a:t>
            </a:r>
            <a:r>
              <a:rPr lang="es-CO" sz="2200" b="1" i="1" dirty="0">
                <a:latin typeface="Arial" panose="020B0604020202020204" pitchFamily="34" charset="0"/>
                <a:cs typeface="Arial" panose="020B0604020202020204" pitchFamily="34" charset="0"/>
              </a:rPr>
              <a:t> </a:t>
            </a:r>
            <a:r>
              <a:rPr lang="en-GB" sz="2200" b="1" i="1" dirty="0">
                <a:solidFill>
                  <a:srgbClr val="0000FF"/>
                </a:solidFill>
                <a:latin typeface="Arial" panose="020B0604020202020204" pitchFamily="34" charset="0"/>
                <a:cs typeface="Arial" panose="020B0604020202020204" pitchFamily="34" charset="0"/>
              </a:rPr>
              <a:t>R</a:t>
            </a:r>
            <a:r>
              <a:rPr lang="en-GB" sz="2200" b="1"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889286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4400" dirty="0">
                <a:latin typeface="Arial" panose="020B0604020202020204" pitchFamily="34" charset="0"/>
                <a:cs typeface="Arial" panose="020B0604020202020204" pitchFamily="34" charset="0"/>
              </a:rPr>
              <a:t>Variable de Tupla y nombre de </a:t>
            </a:r>
            <a:r>
              <a:rPr lang="es-CO" sz="4400" dirty="0" err="1">
                <a:latin typeface="Arial" panose="020B0604020202020204" pitchFamily="34" charset="0"/>
                <a:cs typeface="Arial" panose="020B0604020202020204" pitchFamily="34" charset="0"/>
              </a:rPr>
              <a:t>Relac</a:t>
            </a:r>
            <a:r>
              <a:rPr lang="es-CO" sz="4400" dirty="0">
                <a:latin typeface="Arial" panose="020B0604020202020204" pitchFamily="34" charset="0"/>
                <a:cs typeface="Arial" panose="020B0604020202020204" pitchFamily="34" charset="0"/>
              </a:rPr>
              <a:t>.</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262979"/>
          </a:xfrm>
          <a:prstGeom prst="rect">
            <a:avLst/>
          </a:prstGeom>
          <a:noFill/>
        </p:spPr>
        <p:txBody>
          <a:bodyPr wrap="square" rtlCol="0">
            <a:spAutoFit/>
          </a:bodyPr>
          <a:lstStyle/>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Para lograr eliminar ambigüedades en los atributos se debe </a:t>
            </a:r>
            <a:r>
              <a:rPr lang="es-CO" sz="2400" dirty="0">
                <a:solidFill>
                  <a:srgbClr val="FF0000"/>
                </a:solidFill>
                <a:latin typeface="Arial" panose="020B0604020202020204" pitchFamily="34" charset="0"/>
                <a:cs typeface="Arial" panose="020B0604020202020204" pitchFamily="34" charset="0"/>
              </a:rPr>
              <a:t>anteponer</a:t>
            </a:r>
            <a:r>
              <a:rPr lang="es-CO" sz="2400" dirty="0">
                <a:latin typeface="Arial" panose="020B0604020202020204" pitchFamily="34" charset="0"/>
                <a:cs typeface="Arial" panose="020B0604020202020204" pitchFamily="34" charset="0"/>
              </a:rPr>
              <a:t> el </a:t>
            </a:r>
            <a:r>
              <a:rPr lang="es-CO" sz="2400" dirty="0">
                <a:solidFill>
                  <a:srgbClr val="0000FF"/>
                </a:solidFill>
                <a:latin typeface="Arial" panose="020B0604020202020204" pitchFamily="34" charset="0"/>
                <a:cs typeface="Arial" panose="020B0604020202020204" pitchFamily="34" charset="0"/>
              </a:rPr>
              <a:t>nombre de la relación</a:t>
            </a:r>
            <a:r>
              <a:rPr lang="es-CO" sz="2400" dirty="0">
                <a:latin typeface="Arial" panose="020B0604020202020204" pitchFamily="34" charset="0"/>
                <a:cs typeface="Arial" panose="020B0604020202020204" pitchFamily="34" charset="0"/>
              </a:rPr>
              <a:t> siempre y cuando en la consulta se combinen varias relaciones.</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Cuando en una consulta se necesita manejar dos o más tuplas procedentes de una misma relación </a:t>
            </a:r>
            <a:r>
              <a:rPr lang="es-CO" sz="2400" b="1" i="1" dirty="0">
                <a:solidFill>
                  <a:srgbClr val="0000FF"/>
                </a:solidFill>
                <a:latin typeface="Arial" panose="020B0604020202020204" pitchFamily="34" charset="0"/>
                <a:cs typeface="Arial" panose="020B0604020202020204" pitchFamily="34" charset="0"/>
              </a:rPr>
              <a:t>R</a:t>
            </a:r>
            <a:r>
              <a:rPr lang="es-CO" sz="2400" b="1" i="1" dirty="0">
                <a:latin typeface="Arial" panose="020B0604020202020204" pitchFamily="34" charset="0"/>
                <a:cs typeface="Arial" panose="020B0604020202020204" pitchFamily="34" charset="0"/>
              </a:rPr>
              <a:t>, la podemos incluir en la cláusula </a:t>
            </a:r>
            <a:r>
              <a:rPr lang="es-CO" sz="2400" b="1" i="1" dirty="0">
                <a:solidFill>
                  <a:srgbClr val="5E11A6"/>
                </a:solidFill>
                <a:latin typeface="Arial" panose="020B0604020202020204" pitchFamily="34" charset="0"/>
                <a:cs typeface="Arial" panose="020B0604020202020204" pitchFamily="34" charset="0"/>
              </a:rPr>
              <a:t>FROM</a:t>
            </a:r>
            <a:r>
              <a:rPr lang="es-CO" sz="2400" b="1" i="1" dirty="0">
                <a:latin typeface="Arial" panose="020B0604020202020204" pitchFamily="34" charset="0"/>
                <a:cs typeface="Arial" panose="020B0604020202020204" pitchFamily="34" charset="0"/>
              </a:rPr>
              <a:t> cuantas veces se necesite, cada ocurrencia de </a:t>
            </a:r>
            <a:r>
              <a:rPr lang="es-CO" sz="2400" b="1" i="1" dirty="0">
                <a:solidFill>
                  <a:srgbClr val="0000FF"/>
                </a:solidFill>
                <a:latin typeface="Arial" panose="020B0604020202020204" pitchFamily="34" charset="0"/>
                <a:cs typeface="Arial" panose="020B0604020202020204" pitchFamily="34" charset="0"/>
              </a:rPr>
              <a:t>R</a:t>
            </a:r>
            <a:r>
              <a:rPr lang="es-CO" sz="2400" b="1" i="1" dirty="0">
                <a:latin typeface="Arial" panose="020B0604020202020204" pitchFamily="34" charset="0"/>
                <a:cs typeface="Arial" panose="020B0604020202020204" pitchFamily="34" charset="0"/>
              </a:rPr>
              <a:t> se define con su propia variable de tupla (“alias”).</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Desde el punto de vista técnico, las referencias a atributos en las cláusulas  </a:t>
            </a:r>
            <a:r>
              <a:rPr lang="es-CO" sz="2400" b="1"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y </a:t>
            </a:r>
            <a:r>
              <a:rPr lang="es-CO" sz="2400" b="1" dirty="0">
                <a:solidFill>
                  <a:srgbClr val="5E11A6"/>
                </a:solidFill>
                <a:latin typeface="Arial" panose="020B0604020202020204" pitchFamily="34" charset="0"/>
                <a:cs typeface="Arial" panose="020B0604020202020204" pitchFamily="34" charset="0"/>
              </a:rPr>
              <a:t>WHERE</a:t>
            </a:r>
            <a:r>
              <a:rPr lang="es-CO" sz="2400" dirty="0">
                <a:latin typeface="Arial" panose="020B0604020202020204" pitchFamily="34" charset="0"/>
                <a:cs typeface="Arial" panose="020B0604020202020204" pitchFamily="34" charset="0"/>
              </a:rPr>
              <a:t> </a:t>
            </a:r>
            <a:r>
              <a:rPr lang="es-CO" sz="2400" dirty="0">
                <a:solidFill>
                  <a:srgbClr val="FF0000"/>
                </a:solidFill>
                <a:latin typeface="Arial" panose="020B0604020202020204" pitchFamily="34" charset="0"/>
                <a:cs typeface="Arial" panose="020B0604020202020204" pitchFamily="34" charset="0"/>
              </a:rPr>
              <a:t>siempre se refieren a una variable de tupla </a:t>
            </a:r>
            <a:r>
              <a:rPr lang="es-CO" sz="2400" dirty="0">
                <a:latin typeface="Arial" panose="020B0604020202020204" pitchFamily="34" charset="0"/>
                <a:cs typeface="Arial" panose="020B0604020202020204" pitchFamily="34" charset="0"/>
              </a:rPr>
              <a:t>(alias). </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Pero si una relación aparece sólo una vez en la cláusula </a:t>
            </a:r>
            <a:r>
              <a:rPr lang="es-CO" sz="2400"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podemos utilizar el nombre de ella como su propia variable de tupla. Así el nombre de una relación </a:t>
            </a:r>
            <a:r>
              <a:rPr lang="es-CO" sz="2400" b="1" i="1" dirty="0">
                <a:solidFill>
                  <a:srgbClr val="0000FF"/>
                </a:solidFill>
                <a:latin typeface="Arial" panose="020B0604020202020204" pitchFamily="34" charset="0"/>
                <a:cs typeface="Arial" panose="020B0604020202020204" pitchFamily="34" charset="0"/>
              </a:rPr>
              <a:t>R</a:t>
            </a:r>
            <a:r>
              <a:rPr lang="es-CO" sz="2400" dirty="0">
                <a:latin typeface="Arial" panose="020B0604020202020204" pitchFamily="34" charset="0"/>
                <a:cs typeface="Arial" panose="020B0604020202020204" pitchFamily="34" charset="0"/>
              </a:rPr>
              <a:t> en la cláusula </a:t>
            </a:r>
            <a:r>
              <a:rPr lang="es-CO" sz="2400" dirty="0">
                <a:solidFill>
                  <a:srgbClr val="5E11A6"/>
                </a:solidFill>
                <a:latin typeface="Arial" panose="020B0604020202020204" pitchFamily="34" charset="0"/>
                <a:cs typeface="Arial" panose="020B0604020202020204" pitchFamily="34" charset="0"/>
              </a:rPr>
              <a:t>FROM</a:t>
            </a:r>
            <a:r>
              <a:rPr lang="es-CO" sz="2400" dirty="0">
                <a:latin typeface="Arial" panose="020B0604020202020204" pitchFamily="34" charset="0"/>
                <a:cs typeface="Arial" panose="020B0604020202020204" pitchFamily="34" charset="0"/>
              </a:rPr>
              <a:t> puede considerarse una abreviatura de </a:t>
            </a:r>
            <a:r>
              <a:rPr lang="es-CO" sz="2400" b="1" i="1" dirty="0">
                <a:solidFill>
                  <a:srgbClr val="0000FF"/>
                </a:solidFill>
                <a:latin typeface="Arial" panose="020B0604020202020204" pitchFamily="34" charset="0"/>
                <a:cs typeface="Arial" panose="020B0604020202020204" pitchFamily="34" charset="0"/>
              </a:rPr>
              <a:t>R</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AS</a:t>
            </a:r>
            <a:r>
              <a:rPr lang="es-CO" sz="2400" dirty="0">
                <a:latin typeface="Arial" panose="020B0604020202020204" pitchFamily="34" charset="0"/>
                <a:cs typeface="Arial" panose="020B0604020202020204" pitchFamily="34" charset="0"/>
              </a:rPr>
              <a:t> </a:t>
            </a:r>
            <a:r>
              <a:rPr lang="es-CO" sz="2400" b="1" i="1" dirty="0">
                <a:solidFill>
                  <a:srgbClr val="0000FF"/>
                </a:solidFill>
                <a:latin typeface="Arial" panose="020B0604020202020204" pitchFamily="34" charset="0"/>
                <a:cs typeface="Arial" panose="020B0604020202020204" pitchFamily="34" charset="0"/>
              </a:rPr>
              <a:t>R</a:t>
            </a:r>
            <a:r>
              <a:rPr lang="es-CO" sz="2400" b="1"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290689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a:latin typeface="Arial" panose="020B0604020202020204" pitchFamily="34" charset="0"/>
                <a:cs typeface="Arial" panose="020B0604020202020204" pitchFamily="34" charset="0"/>
              </a:rPr>
              <a:t>Comparación de Cadenas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909036"/>
          </a:xfrm>
          <a:prstGeom prst="rect">
            <a:avLst/>
          </a:prstGeom>
          <a:noFill/>
        </p:spPr>
        <p:txBody>
          <a:bodyPr wrap="square" rtlCol="0">
            <a:spAutoFit/>
          </a:bodyPr>
          <a:lstStyle/>
          <a:p>
            <a:pPr marL="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En cualquier momento, se puede  necesitar  información sobre las filas que  tengan valores similares en una columna  determinada. Es decir, se requiere seleccionar filas basadas en algún modelo. En SQL se usa la palabra  reservada </a:t>
            </a:r>
            <a:r>
              <a:rPr lang="es-CO" sz="2200" b="1" i="1" dirty="0" err="1">
                <a:solidFill>
                  <a:srgbClr val="FF3366"/>
                </a:solidFill>
                <a:latin typeface="Arial" panose="020B0604020202020204" pitchFamily="34" charset="0"/>
                <a:cs typeface="Arial" panose="020B0604020202020204" pitchFamily="34" charset="0"/>
              </a:rPr>
              <a:t>like</a:t>
            </a:r>
            <a:r>
              <a:rPr lang="es-CO" sz="2200" dirty="0">
                <a:latin typeface="Arial" panose="020B0604020202020204" pitchFamily="34" charset="0"/>
                <a:cs typeface="Arial" panose="020B0604020202020204" pitchFamily="34" charset="0"/>
              </a:rPr>
              <a:t> en la cláusula </a:t>
            </a:r>
            <a:r>
              <a:rPr lang="es-CO" sz="2200"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(en lugar del operador de comparación) para la búsqueda de patrones. No se requiere conocer  el valor de la columna completa para identificar la fila y escogerla. </a:t>
            </a:r>
          </a:p>
          <a:p>
            <a:pPr marL="0" indent="0" algn="just">
              <a:spcAft>
                <a:spcPts val="28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El formato es:</a:t>
            </a:r>
          </a:p>
          <a:p>
            <a:pPr marL="0" indent="0" algn="just">
              <a:spcAft>
                <a:spcPts val="288"/>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dirty="0">
              <a:latin typeface="Arial" panose="020B0604020202020204" pitchFamily="34" charset="0"/>
              <a:cs typeface="Arial" panose="020B0604020202020204" pitchFamily="34" charset="0"/>
            </a:endParaRPr>
          </a:p>
          <a:p>
            <a:pPr marL="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WHERE</a:t>
            </a:r>
            <a:r>
              <a:rPr lang="es-CO" sz="2200" dirty="0">
                <a:latin typeface="Arial" panose="020B0604020202020204" pitchFamily="34" charset="0"/>
                <a:cs typeface="Arial" panose="020B0604020202020204" pitchFamily="34" charset="0"/>
              </a:rPr>
              <a:t> &lt; </a:t>
            </a:r>
            <a:r>
              <a:rPr lang="es-CO" sz="2200" dirty="0">
                <a:solidFill>
                  <a:srgbClr val="0000FF"/>
                </a:solidFill>
                <a:latin typeface="Arial" panose="020B0604020202020204" pitchFamily="34" charset="0"/>
                <a:cs typeface="Arial" panose="020B0604020202020204" pitchFamily="34" charset="0"/>
              </a:rPr>
              <a:t>atributo</a:t>
            </a:r>
            <a:r>
              <a:rPr lang="es-CO" sz="2200" dirty="0">
                <a:latin typeface="Arial" panose="020B0604020202020204" pitchFamily="34" charset="0"/>
                <a:cs typeface="Arial" panose="020B0604020202020204" pitchFamily="34" charset="0"/>
              </a:rPr>
              <a:t>&gt; </a:t>
            </a:r>
            <a:r>
              <a:rPr lang="es-CO" sz="2200" b="1" i="1" dirty="0" err="1">
                <a:solidFill>
                  <a:srgbClr val="FF3366"/>
                </a:solidFill>
                <a:latin typeface="Arial" panose="020B0604020202020204" pitchFamily="34" charset="0"/>
                <a:cs typeface="Arial" panose="020B0604020202020204" pitchFamily="34" charset="0"/>
              </a:rPr>
              <a:t>like</a:t>
            </a:r>
            <a:r>
              <a:rPr lang="es-CO" sz="2200" dirty="0">
                <a:latin typeface="Arial" panose="020B0604020202020204" pitchFamily="34" charset="0"/>
                <a:cs typeface="Arial" panose="020B0604020202020204" pitchFamily="34" charset="0"/>
              </a:rPr>
              <a:t> </a:t>
            </a:r>
            <a:r>
              <a:rPr lang="es-CO" sz="2200" dirty="0">
                <a:solidFill>
                  <a:srgbClr val="0000FF"/>
                </a:solidFill>
                <a:latin typeface="Arial" panose="020B0604020202020204" pitchFamily="34" charset="0"/>
                <a:cs typeface="Arial" panose="020B0604020202020204" pitchFamily="34" charset="0"/>
              </a:rPr>
              <a:t>modelo</a:t>
            </a:r>
          </a:p>
          <a:p>
            <a:pPr marL="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FF0000"/>
                </a:solidFill>
                <a:latin typeface="Arial" panose="020B0604020202020204" pitchFamily="34" charset="0"/>
                <a:cs typeface="Arial" panose="020B0604020202020204" pitchFamily="34" charset="0"/>
              </a:rPr>
              <a:t>La coincidencia de modelos solo aplica a columna de cadenas</a:t>
            </a:r>
            <a:r>
              <a:rPr lang="es-CO" sz="2200" dirty="0">
                <a:latin typeface="Arial" panose="020B0604020202020204" pitchFamily="34" charset="0"/>
                <a:cs typeface="Arial" panose="020B0604020202020204" pitchFamily="34" charset="0"/>
              </a:rPr>
              <a:t>.</a:t>
            </a:r>
          </a:p>
          <a:p>
            <a:pPr marL="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latin typeface="Arial" panose="020B0604020202020204" pitchFamily="34" charset="0"/>
                <a:cs typeface="Arial" panose="020B0604020202020204" pitchFamily="34" charset="0"/>
              </a:rPr>
              <a:t>SQL debe proporcionar alguna idea de donde está la cadena de caracteres parcial. Se usan dos caracteres especiales a modo de comodín, que forman parte del modelo. Los caracteres  son </a:t>
            </a:r>
            <a:r>
              <a:rPr lang="es-CO" sz="2200" b="1" dirty="0">
                <a:solidFill>
                  <a:srgbClr val="FF3366"/>
                </a:solidFill>
                <a:latin typeface="Arial" panose="020B0604020202020204" pitchFamily="34" charset="0"/>
                <a:cs typeface="Arial" panose="020B0604020202020204" pitchFamily="34" charset="0"/>
              </a:rPr>
              <a:t>%</a:t>
            </a:r>
            <a:r>
              <a:rPr lang="es-CO" sz="2200" dirty="0">
                <a:latin typeface="Arial" panose="020B0604020202020204" pitchFamily="34" charset="0"/>
                <a:cs typeface="Arial" panose="020B0604020202020204" pitchFamily="34" charset="0"/>
              </a:rPr>
              <a:t> (porcentaje) y </a:t>
            </a:r>
            <a:r>
              <a:rPr lang="es-CO" sz="2200" b="1" dirty="0">
                <a:solidFill>
                  <a:srgbClr val="FF3366"/>
                </a:solidFill>
                <a:latin typeface="Arial" panose="020B0604020202020204" pitchFamily="34" charset="0"/>
                <a:cs typeface="Arial" panose="020B0604020202020204" pitchFamily="34" charset="0"/>
              </a:rPr>
              <a:t>_</a:t>
            </a:r>
            <a:r>
              <a:rPr lang="es-CO" sz="2200" dirty="0">
                <a:latin typeface="Arial" panose="020B0604020202020204" pitchFamily="34" charset="0"/>
                <a:cs typeface="Arial" panose="020B0604020202020204" pitchFamily="34" charset="0"/>
              </a:rPr>
              <a:t> (subrayado).</a:t>
            </a:r>
          </a:p>
        </p:txBody>
      </p:sp>
    </p:spTree>
    <p:extLst>
      <p:ext uri="{BB962C8B-B14F-4D97-AF65-F5344CB8AC3E}">
        <p14:creationId xmlns:p14="http://schemas.microsoft.com/office/powerpoint/2010/main" val="2106618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a:latin typeface="Arial" panose="020B0604020202020204" pitchFamily="34" charset="0"/>
                <a:cs typeface="Arial" panose="020B0604020202020204" pitchFamily="34" charset="0"/>
              </a:rPr>
              <a:t>Comparación de Cadenas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363007"/>
          </a:xfrm>
          <a:prstGeom prst="rect">
            <a:avLst/>
          </a:prstGeom>
          <a:noFill/>
        </p:spPr>
        <p:txBody>
          <a:bodyPr wrap="square" rtlCol="0">
            <a:spAutoFit/>
          </a:bodyPr>
          <a:lstStyle/>
          <a:p>
            <a:pPr marL="19050" indent="19050" algn="just">
              <a:lnSpc>
                <a:spcPct val="100000"/>
              </a:lnSpc>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El  (</a:t>
            </a:r>
            <a:r>
              <a:rPr lang="es-CO" sz="2000" b="1" dirty="0">
                <a:solidFill>
                  <a:srgbClr val="FF3366"/>
                </a:solidFill>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 se interpreta como un carácter que puede representar cualquier cadena de caracteres de cualquier longitud (hasta de tamaño cero). </a:t>
            </a:r>
          </a:p>
          <a:p>
            <a:pPr marL="19050" indent="19050" algn="just">
              <a:lnSpc>
                <a:spcPct val="100000"/>
              </a:lnSpc>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Ejemplo: Listar la identidad, tipo y dirección de Obras cuya dirección inicia por Sa (San Fernando, Santa Mónica, Salida Jamundí, ...)</a:t>
            </a:r>
          </a:p>
          <a:p>
            <a:pPr marL="19050" indent="19050" algn="just">
              <a:lnSpc>
                <a:spcPct val="100000"/>
              </a:lnSpc>
              <a:spcBef>
                <a:spcPts val="60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idObra</a:t>
            </a:r>
            <a:r>
              <a:rPr lang="es-CO" sz="2000" dirty="0">
                <a:latin typeface="Arial" panose="020B0604020202020204" pitchFamily="34" charset="0"/>
                <a:cs typeface="Arial" panose="020B0604020202020204" pitchFamily="34" charset="0"/>
              </a:rPr>
              <a:t>, tipo, dirección</a:t>
            </a: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Obras 					</a:t>
            </a:r>
          </a:p>
          <a:p>
            <a:pPr marL="19050" indent="19050" algn="just">
              <a:lnSpc>
                <a:spcPct val="100000"/>
              </a:lnSpc>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direccion</a:t>
            </a:r>
            <a:r>
              <a:rPr lang="es-CO" sz="2000" dirty="0">
                <a:latin typeface="Arial" panose="020B0604020202020204" pitchFamily="34" charset="0"/>
                <a:cs typeface="Arial" panose="020B0604020202020204" pitchFamily="34" charset="0"/>
              </a:rPr>
              <a:t> </a:t>
            </a:r>
            <a:r>
              <a:rPr lang="es-CO" sz="2000" b="1" dirty="0" err="1">
                <a:solidFill>
                  <a:srgbClr val="FF3366"/>
                </a:solidFill>
                <a:latin typeface="Arial" panose="020B0604020202020204" pitchFamily="34" charset="0"/>
                <a:cs typeface="Arial" panose="020B0604020202020204" pitchFamily="34" charset="0"/>
              </a:rPr>
              <a:t>like</a:t>
            </a:r>
            <a:r>
              <a:rPr lang="es-CO" sz="2000" dirty="0">
                <a:latin typeface="Arial" panose="020B0604020202020204" pitchFamily="34" charset="0"/>
                <a:cs typeface="Arial" panose="020B0604020202020204" pitchFamily="34" charset="0"/>
              </a:rPr>
              <a:t> ‘Sa</a:t>
            </a:r>
            <a:r>
              <a:rPr lang="es-CO" sz="2000" b="1" dirty="0">
                <a:solidFill>
                  <a:srgbClr val="FF3366"/>
                </a:solidFill>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a:t>
            </a:r>
          </a:p>
          <a:p>
            <a:pPr marL="19050" indent="19050" algn="just">
              <a:lnSpc>
                <a:spcPct val="100000"/>
              </a:lnSpc>
              <a:spcBef>
                <a:spcPts val="1200"/>
              </a:spcBef>
              <a:spcAft>
                <a:spcPts val="12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Bef>
                <a:spcPts val="0"/>
              </a:spcBef>
              <a:spcAft>
                <a:spcPts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Bef>
                <a:spcPts val="1200"/>
              </a:spcBef>
              <a:spcAft>
                <a:spcPts val="6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Bef>
                <a:spcPts val="1200"/>
              </a:spcBef>
              <a:spcAft>
                <a:spcPts val="120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El (</a:t>
            </a:r>
            <a:r>
              <a:rPr lang="es-CO" sz="2000" b="1" dirty="0">
                <a:solidFill>
                  <a:srgbClr val="FF3366"/>
                </a:solidFill>
                <a:latin typeface="Arial" panose="020B0604020202020204" pitchFamily="34" charset="0"/>
                <a:cs typeface="Arial" panose="020B0604020202020204" pitchFamily="34" charset="0"/>
              </a:rPr>
              <a:t>_</a:t>
            </a:r>
            <a:r>
              <a:rPr lang="es-CO" sz="2000" dirty="0">
                <a:latin typeface="Arial" panose="020B0604020202020204" pitchFamily="34" charset="0"/>
                <a:cs typeface="Arial" panose="020B0604020202020204" pitchFamily="34" charset="0"/>
              </a:rPr>
              <a:t>) permite comparar </a:t>
            </a:r>
            <a:r>
              <a:rPr lang="es-CO" sz="2000" dirty="0">
                <a:solidFill>
                  <a:schemeClr val="tx1"/>
                </a:solidFill>
                <a:latin typeface="Arial" panose="020B0604020202020204" pitchFamily="34" charset="0"/>
                <a:cs typeface="Arial" panose="020B0604020202020204" pitchFamily="34" charset="0"/>
              </a:rPr>
              <a:t>un solo carácter </a:t>
            </a:r>
            <a:r>
              <a:rPr lang="es-CO" sz="2000" dirty="0">
                <a:latin typeface="Arial" panose="020B0604020202020204" pitchFamily="34" charset="0"/>
                <a:cs typeface="Arial" panose="020B0604020202020204" pitchFamily="34" charset="0"/>
              </a:rPr>
              <a:t>en que aparezca el símbolo </a:t>
            </a:r>
            <a:r>
              <a:rPr lang="es-CO" sz="2000" b="1" dirty="0">
                <a:solidFill>
                  <a:srgbClr val="FF3366"/>
                </a:solidFill>
                <a:latin typeface="Arial" panose="020B0604020202020204" pitchFamily="34" charset="0"/>
                <a:cs typeface="Arial" panose="020B0604020202020204" pitchFamily="34" charset="0"/>
              </a:rPr>
              <a:t>_ </a:t>
            </a:r>
            <a:r>
              <a:rPr lang="es-CO" sz="2000" dirty="0">
                <a:solidFill>
                  <a:schemeClr val="tx1"/>
                </a:solidFill>
                <a:latin typeface="Arial" panose="020B0604020202020204" pitchFamily="34" charset="0"/>
                <a:cs typeface="Arial" panose="020B0604020202020204" pitchFamily="34" charset="0"/>
              </a:rPr>
              <a:t>.</a:t>
            </a:r>
          </a:p>
          <a:p>
            <a:pPr marL="19050" indent="19050" algn="just">
              <a:lnSpc>
                <a:spcPct val="100000"/>
              </a:lnSpc>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Ejemplo: Listar el nombre del empleado cuyo supervisor tenga un código tenga los 3 en el 1er carácter y 3 en el 3er carácter. </a:t>
            </a:r>
          </a:p>
        </p:txBody>
      </p:sp>
      <p:pic>
        <p:nvPicPr>
          <p:cNvPr id="3" name="Imagen 2">
            <a:extLst>
              <a:ext uri="{FF2B5EF4-FFF2-40B4-BE49-F238E27FC236}">
                <a16:creationId xmlns:a16="http://schemas.microsoft.com/office/drawing/2014/main" id="{F343326B-F664-4C5D-9239-2EFB4EABE6E9}"/>
              </a:ext>
            </a:extLst>
          </p:cNvPr>
          <p:cNvPicPr>
            <a:picLocks noChangeAspect="1"/>
          </p:cNvPicPr>
          <p:nvPr/>
        </p:nvPicPr>
        <p:blipFill>
          <a:blip r:embed="rId2"/>
          <a:stretch>
            <a:fillRect/>
          </a:stretch>
        </p:blipFill>
        <p:spPr>
          <a:xfrm>
            <a:off x="4281544" y="3679529"/>
            <a:ext cx="6212117" cy="1656184"/>
          </a:xfrm>
          <a:prstGeom prst="rect">
            <a:avLst/>
          </a:prstGeom>
        </p:spPr>
      </p:pic>
    </p:spTree>
    <p:extLst>
      <p:ext uri="{BB962C8B-B14F-4D97-AF65-F5344CB8AC3E}">
        <p14:creationId xmlns:p14="http://schemas.microsoft.com/office/powerpoint/2010/main" val="4218856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a:latin typeface="Arial" panose="020B0604020202020204" pitchFamily="34" charset="0"/>
                <a:cs typeface="Arial" panose="020B0604020202020204" pitchFamily="34" charset="0"/>
              </a:rPr>
              <a:t>Comparación de Cadenas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16758"/>
          </a:xfrm>
          <a:prstGeom prst="rect">
            <a:avLst/>
          </a:prstGeom>
          <a:noFill/>
        </p:spPr>
        <p:txBody>
          <a:bodyPr wrap="square" rtlCol="0">
            <a:spAutoFit/>
          </a:bodyPr>
          <a:lstStyle/>
          <a:p>
            <a:pPr marL="19050" indent="19050" algn="just">
              <a:lnSpc>
                <a:spcPct val="100000"/>
              </a:lnSpc>
              <a:spcBef>
                <a:spcPts val="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SELECT</a:t>
            </a:r>
            <a:r>
              <a:rPr lang="es-CO" sz="2000" dirty="0">
                <a:latin typeface="Arial" panose="020B0604020202020204" pitchFamily="34" charset="0"/>
                <a:cs typeface="Arial" panose="020B0604020202020204" pitchFamily="34" charset="0"/>
              </a:rPr>
              <a:t> nombre</a:t>
            </a:r>
          </a:p>
          <a:p>
            <a:pPr marL="19050" indent="19050" algn="just">
              <a:lnSpc>
                <a:spcPct val="100000"/>
              </a:lnSpc>
              <a:spcBef>
                <a:spcPts val="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Empleado</a:t>
            </a:r>
          </a:p>
          <a:p>
            <a:pPr marL="19050" indent="19050" algn="just">
              <a:lnSpc>
                <a:spcPct val="100000"/>
              </a:lnSpc>
              <a:spcBef>
                <a:spcPts val="0"/>
              </a:spcBef>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codSuperv</a:t>
            </a:r>
            <a:r>
              <a:rPr lang="es-CO" sz="2000" dirty="0">
                <a:latin typeface="Arial" panose="020B0604020202020204" pitchFamily="34" charset="0"/>
                <a:cs typeface="Arial" panose="020B0604020202020204" pitchFamily="34" charset="0"/>
              </a:rPr>
              <a:t> </a:t>
            </a:r>
            <a:r>
              <a:rPr lang="es-CO" sz="2000" b="1" dirty="0">
                <a:solidFill>
                  <a:srgbClr val="FF0000"/>
                </a:solidFill>
                <a:latin typeface="Arial" panose="020B0604020202020204" pitchFamily="34" charset="0"/>
                <a:cs typeface="Arial" panose="020B0604020202020204" pitchFamily="34" charset="0"/>
              </a:rPr>
              <a:t>LIKE</a:t>
            </a:r>
            <a:r>
              <a:rPr lang="es-CO" sz="2000" b="1" dirty="0">
                <a:solidFill>
                  <a:srgbClr val="FF3366"/>
                </a:solidFill>
                <a:latin typeface="Arial" panose="020B0604020202020204" pitchFamily="34" charset="0"/>
                <a:cs typeface="Arial" panose="020B0604020202020204" pitchFamily="34" charset="0"/>
              </a:rPr>
              <a:t> </a:t>
            </a:r>
            <a:r>
              <a:rPr lang="es-CO" sz="2000" dirty="0">
                <a:latin typeface="Arial" panose="020B0604020202020204" pitchFamily="34" charset="0"/>
                <a:cs typeface="Arial" panose="020B0604020202020204" pitchFamily="34" charset="0"/>
              </a:rPr>
              <a:t>‘3_3_’;</a:t>
            </a: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El operador </a:t>
            </a:r>
            <a:r>
              <a:rPr lang="es-CO" sz="2000" b="1" dirty="0">
                <a:solidFill>
                  <a:srgbClr val="FF0000"/>
                </a:solidFill>
                <a:latin typeface="Arial" panose="020B0604020202020204" pitchFamily="34" charset="0"/>
                <a:cs typeface="Arial" panose="020B0604020202020204" pitchFamily="34" charset="0"/>
              </a:rPr>
              <a:t>LIKE</a:t>
            </a:r>
            <a:r>
              <a:rPr lang="es-CO" sz="2000" dirty="0">
                <a:solidFill>
                  <a:srgbClr val="FF0000"/>
                </a:solidFill>
                <a:latin typeface="Arial" panose="020B0604020202020204" pitchFamily="34" charset="0"/>
                <a:cs typeface="Arial" panose="020B0604020202020204" pitchFamily="34" charset="0"/>
              </a:rPr>
              <a:t> solo compara cadenas de caracteres.</a:t>
            </a:r>
            <a:r>
              <a:rPr lang="es-CO" sz="2000" dirty="0">
                <a:latin typeface="Arial" panose="020B0604020202020204" pitchFamily="34" charset="0"/>
                <a:cs typeface="Arial" panose="020B0604020202020204" pitchFamily="34" charset="0"/>
              </a:rPr>
              <a:t> Por lo tanto, necesitamos realizar un casting explícito de la columna entera a una cadena de caracteres (</a:t>
            </a:r>
            <a:r>
              <a:rPr lang="es-CO" sz="2000" dirty="0" err="1">
                <a:latin typeface="Arial" panose="020B0604020202020204" pitchFamily="34" charset="0"/>
                <a:cs typeface="Arial" panose="020B0604020202020204" pitchFamily="34" charset="0"/>
              </a:rPr>
              <a:t>string</a:t>
            </a:r>
            <a:r>
              <a:rPr lang="es-CO" sz="2000" dirty="0">
                <a:latin typeface="Arial" panose="020B0604020202020204" pitchFamily="34" charset="0"/>
                <a:cs typeface="Arial" panose="020B0604020202020204" pitchFamily="34" charset="0"/>
              </a:rPr>
              <a:t>) como se muestra a continuación.</a:t>
            </a:r>
          </a:p>
          <a:p>
            <a:pPr marL="19050" indent="1905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000" dirty="0">
              <a:latin typeface="Arial" panose="020B0604020202020204" pitchFamily="34" charset="0"/>
              <a:cs typeface="Arial" panose="020B0604020202020204" pitchFamily="34" charset="0"/>
            </a:endParaRPr>
          </a:p>
          <a:p>
            <a:pPr marL="19050" indent="19050" algn="just">
              <a:lnSpc>
                <a:spcPct val="100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sz="2000" b="1" dirty="0">
                <a:solidFill>
                  <a:srgbClr val="CC00CC"/>
                </a:solidFill>
                <a:latin typeface="Arial" panose="020B0604020202020204" pitchFamily="34" charset="0"/>
                <a:cs typeface="Arial" panose="020B0604020202020204" pitchFamily="34" charset="0"/>
              </a:rPr>
              <a:t>SELECT</a:t>
            </a:r>
            <a:r>
              <a:rPr lang="en-US" sz="2000" dirty="0">
                <a:solidFill>
                  <a:srgbClr val="CC00CC"/>
                </a:solidFill>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nombre</a:t>
            </a:r>
            <a:endParaRPr lang="en-US" sz="2000" dirty="0">
              <a:latin typeface="Arial" panose="020B0604020202020204" pitchFamily="34" charset="0"/>
              <a:cs typeface="Arial" panose="020B0604020202020204" pitchFamily="34" charset="0"/>
            </a:endParaRPr>
          </a:p>
          <a:p>
            <a:pPr marL="19050" indent="19050" algn="just">
              <a:lnSpc>
                <a:spcPct val="100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sz="2000" b="1" dirty="0">
                <a:solidFill>
                  <a:srgbClr val="CC00CC"/>
                </a:solidFill>
                <a:latin typeface="Arial" panose="020B0604020202020204" pitchFamily="34" charset="0"/>
                <a:cs typeface="Arial" panose="020B0604020202020204" pitchFamily="34" charset="0"/>
              </a:rPr>
              <a:t>FROM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Empleado</a:t>
            </a:r>
            <a:endParaRPr lang="en-US" sz="2000" dirty="0">
              <a:latin typeface="Arial" panose="020B0604020202020204" pitchFamily="34" charset="0"/>
              <a:cs typeface="Arial" panose="020B0604020202020204" pitchFamily="34" charset="0"/>
            </a:endParaRPr>
          </a:p>
          <a:p>
            <a:pPr marL="19050" indent="19050" algn="just">
              <a:lnSpc>
                <a:spcPct val="100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US" sz="2000" b="1" dirty="0">
                <a:solidFill>
                  <a:srgbClr val="CC00CC"/>
                </a:solidFill>
                <a:latin typeface="Arial" panose="020B0604020202020204" pitchFamily="34" charset="0"/>
                <a:cs typeface="Arial" panose="020B0604020202020204" pitchFamily="34" charset="0"/>
              </a:rPr>
              <a:t>WHERE</a:t>
            </a:r>
            <a:r>
              <a:rPr lang="en-US" sz="2000" dirty="0">
                <a:latin typeface="Arial" panose="020B0604020202020204" pitchFamily="34" charset="0"/>
                <a:cs typeface="Arial" panose="020B0604020202020204" pitchFamily="34" charset="0"/>
              </a:rPr>
              <a:t> TO_CHAR(</a:t>
            </a:r>
            <a:r>
              <a:rPr lang="en-US" sz="2000" dirty="0" err="1">
                <a:latin typeface="Arial" panose="020B0604020202020204" pitchFamily="34" charset="0"/>
                <a:cs typeface="Arial" panose="020B0604020202020204" pitchFamily="34" charset="0"/>
              </a:rPr>
              <a:t>codSuperv</a:t>
            </a:r>
            <a:r>
              <a:rPr lang="en-US" sz="2000" dirty="0">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LIKE</a:t>
            </a:r>
            <a:r>
              <a:rPr lang="en-US" sz="2000" dirty="0">
                <a:solidFill>
                  <a:srgbClr val="FF0000"/>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‘3_3_’;</a:t>
            </a:r>
            <a:endParaRPr lang="es-CO" sz="2000"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44837F4C-9DBB-AB24-4149-C9E101FD6744}"/>
              </a:ext>
            </a:extLst>
          </p:cNvPr>
          <p:cNvSpPr txBox="1"/>
          <p:nvPr/>
        </p:nvSpPr>
        <p:spPr>
          <a:xfrm>
            <a:off x="2011180" y="2186768"/>
            <a:ext cx="9433048" cy="1738938"/>
          </a:xfrm>
          <a:prstGeom prst="rect">
            <a:avLst/>
          </a:prstGeom>
          <a:solidFill>
            <a:srgbClr val="99FF66"/>
          </a:solidFill>
          <a:ln w="38100">
            <a:solidFill>
              <a:srgbClr val="000099"/>
            </a:solidFill>
          </a:ln>
        </p:spPr>
        <p:txBody>
          <a:bodyPr wrap="square" rtlCol="0">
            <a:spAutoFit/>
          </a:bodyPr>
          <a:lstStyle/>
          <a:p>
            <a:r>
              <a:rPr lang="es-CO" sz="1600" b="1" dirty="0">
                <a:solidFill>
                  <a:srgbClr val="FF0000"/>
                </a:solidFill>
                <a:latin typeface="Consolas" panose="020B0609020204030204" pitchFamily="49" charset="0"/>
              </a:rPr>
              <a:t>ERROR:  el operador no existe: </a:t>
            </a:r>
            <a:r>
              <a:rPr lang="es-CO" sz="1600" b="1" dirty="0" err="1">
                <a:solidFill>
                  <a:srgbClr val="FF0000"/>
                </a:solidFill>
                <a:latin typeface="Consolas" panose="020B0609020204030204" pitchFamily="49" charset="0"/>
              </a:rPr>
              <a:t>integer</a:t>
            </a:r>
            <a:r>
              <a:rPr lang="es-CO" sz="1600" b="1" dirty="0">
                <a:solidFill>
                  <a:srgbClr val="FF0000"/>
                </a:solidFill>
                <a:latin typeface="Consolas" panose="020B0609020204030204" pitchFamily="49" charset="0"/>
              </a:rPr>
              <a:t> ~~ </a:t>
            </a:r>
            <a:r>
              <a:rPr lang="es-CO" sz="1600" b="1" dirty="0" err="1">
                <a:solidFill>
                  <a:srgbClr val="FF0000"/>
                </a:solidFill>
                <a:latin typeface="Consolas" panose="020B0609020204030204" pitchFamily="49" charset="0"/>
              </a:rPr>
              <a:t>unknown</a:t>
            </a:r>
            <a:endParaRPr lang="es-CO" sz="1600" b="1" dirty="0">
              <a:solidFill>
                <a:srgbClr val="FF0000"/>
              </a:solidFill>
              <a:latin typeface="Consolas" panose="020B0609020204030204" pitchFamily="49" charset="0"/>
            </a:endParaRPr>
          </a:p>
          <a:p>
            <a:r>
              <a:rPr lang="es-CO" sz="1600" b="1" dirty="0">
                <a:solidFill>
                  <a:srgbClr val="FF0000"/>
                </a:solidFill>
                <a:latin typeface="Consolas" panose="020B0609020204030204" pitchFamily="49" charset="0"/>
              </a:rPr>
              <a:t>LINE 3: WHERE </a:t>
            </a:r>
            <a:r>
              <a:rPr lang="es-CO" sz="1600" b="1" dirty="0" err="1">
                <a:solidFill>
                  <a:srgbClr val="FF0000"/>
                </a:solidFill>
                <a:latin typeface="Consolas" panose="020B0609020204030204" pitchFamily="49" charset="0"/>
              </a:rPr>
              <a:t>codSuperv</a:t>
            </a:r>
            <a:r>
              <a:rPr lang="es-CO" sz="1600" b="1" dirty="0">
                <a:solidFill>
                  <a:srgbClr val="FF0000"/>
                </a:solidFill>
                <a:latin typeface="Consolas" panose="020B0609020204030204" pitchFamily="49" charset="0"/>
              </a:rPr>
              <a:t>  LIKE '3_3_';</a:t>
            </a:r>
          </a:p>
          <a:p>
            <a:r>
              <a:rPr lang="es-CO" sz="1600" b="1" dirty="0">
                <a:solidFill>
                  <a:srgbClr val="FF0000"/>
                </a:solidFill>
                <a:latin typeface="Consolas" panose="020B0609020204030204" pitchFamily="49" charset="0"/>
              </a:rPr>
              <a:t>                         ^</a:t>
            </a:r>
          </a:p>
          <a:p>
            <a:r>
              <a:rPr lang="es-CO" sz="1600" b="1" dirty="0">
                <a:solidFill>
                  <a:srgbClr val="FF0000"/>
                </a:solidFill>
                <a:latin typeface="Consolas" panose="020B0609020204030204" pitchFamily="49" charset="0"/>
              </a:rPr>
              <a:t>HINT:  Ningún operador coincide con el nombre y el tipo de los argumentos. Puede desear agregar conversiones explícitas de tipos.</a:t>
            </a:r>
          </a:p>
          <a:p>
            <a:endParaRPr lang="es-CO" sz="900" b="1" dirty="0">
              <a:solidFill>
                <a:srgbClr val="FF0000"/>
              </a:solidFill>
              <a:latin typeface="Consolas" panose="020B0609020204030204" pitchFamily="49" charset="0"/>
            </a:endParaRPr>
          </a:p>
          <a:p>
            <a:r>
              <a:rPr lang="es-CO" sz="1600" b="1" dirty="0">
                <a:solidFill>
                  <a:srgbClr val="FF0000"/>
                </a:solidFill>
                <a:latin typeface="Consolas" panose="020B0609020204030204" pitchFamily="49" charset="0"/>
              </a:rPr>
              <a:t>********** Error **********</a:t>
            </a:r>
          </a:p>
        </p:txBody>
      </p:sp>
      <p:pic>
        <p:nvPicPr>
          <p:cNvPr id="6" name="Imagen 5">
            <a:extLst>
              <a:ext uri="{FF2B5EF4-FFF2-40B4-BE49-F238E27FC236}">
                <a16:creationId xmlns:a16="http://schemas.microsoft.com/office/drawing/2014/main" id="{A7B9A068-CB1F-AD0D-20D0-0987D01B4313}"/>
              </a:ext>
            </a:extLst>
          </p:cNvPr>
          <p:cNvPicPr>
            <a:picLocks noChangeAspect="1"/>
          </p:cNvPicPr>
          <p:nvPr/>
        </p:nvPicPr>
        <p:blipFill>
          <a:blip r:embed="rId2"/>
          <a:stretch>
            <a:fillRect/>
          </a:stretch>
        </p:blipFill>
        <p:spPr>
          <a:xfrm>
            <a:off x="7317729" y="4756111"/>
            <a:ext cx="3528392" cy="1669347"/>
          </a:xfrm>
          <a:prstGeom prst="rect">
            <a:avLst/>
          </a:prstGeom>
        </p:spPr>
      </p:pic>
    </p:spTree>
    <p:extLst>
      <p:ext uri="{BB962C8B-B14F-4D97-AF65-F5344CB8AC3E}">
        <p14:creationId xmlns:p14="http://schemas.microsoft.com/office/powerpoint/2010/main" val="20900838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Comparación de Fecha y Hora</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93647"/>
          </a:xfrm>
          <a:prstGeom prst="rect">
            <a:avLst/>
          </a:prstGeom>
          <a:noFill/>
        </p:spPr>
        <p:txBody>
          <a:bodyPr wrap="square" rtlCol="0">
            <a:spAutoFit/>
          </a:bodyPr>
          <a:lstStyle/>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Los valores de fecha pueden representarse en varios formatos como 04/12/2014 o 12 Abril 2014.</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La fecha se representa con la palabra </a:t>
            </a:r>
            <a:r>
              <a:rPr lang="es-CO" sz="2400" b="1" dirty="0">
                <a:solidFill>
                  <a:srgbClr val="FF3366"/>
                </a:solidFill>
                <a:latin typeface="Arial" panose="020B0604020202020204" pitchFamily="34" charset="0"/>
                <a:cs typeface="Arial" panose="020B0604020202020204" pitchFamily="34" charset="0"/>
              </a:rPr>
              <a:t>DATE</a:t>
            </a:r>
            <a:r>
              <a:rPr lang="es-CO" sz="2400" dirty="0">
                <a:latin typeface="Arial" panose="020B0604020202020204" pitchFamily="34" charset="0"/>
                <a:cs typeface="Arial" panose="020B0604020202020204" pitchFamily="34" charset="0"/>
              </a:rPr>
              <a:t> seguida de una cadena entre comillas simples de una  forma especial.  Ejemplo: </a:t>
            </a:r>
            <a:r>
              <a:rPr lang="es-CO" sz="2400" b="1" dirty="0">
                <a:solidFill>
                  <a:srgbClr val="FF3366"/>
                </a:solidFill>
                <a:latin typeface="Arial" panose="020B0604020202020204" pitchFamily="34" charset="0"/>
                <a:cs typeface="Arial" panose="020B0604020202020204" pitchFamily="34" charset="0"/>
              </a:rPr>
              <a:t>DATE </a:t>
            </a:r>
            <a:r>
              <a:rPr lang="es-CO" sz="2400" dirty="0">
                <a:latin typeface="Arial" panose="020B0604020202020204" pitchFamily="34" charset="0"/>
                <a:cs typeface="Arial" panose="020B0604020202020204" pitchFamily="34" charset="0"/>
              </a:rPr>
              <a:t> '</a:t>
            </a:r>
            <a:r>
              <a:rPr lang="es-CO" sz="2400" dirty="0">
                <a:solidFill>
                  <a:srgbClr val="0000FF"/>
                </a:solidFill>
                <a:latin typeface="Arial" panose="020B0604020202020204" pitchFamily="34" charset="0"/>
                <a:cs typeface="Arial" panose="020B0604020202020204" pitchFamily="34" charset="0"/>
              </a:rPr>
              <a:t>2004-04-12</a:t>
            </a:r>
            <a:r>
              <a:rPr lang="es-CO" sz="2400" dirty="0">
                <a:latin typeface="Arial" panose="020B0604020202020204" pitchFamily="34" charset="0"/>
                <a:cs typeface="Arial" panose="020B0604020202020204" pitchFamily="34" charset="0"/>
              </a:rPr>
              <a:t>'  tiene la forma requerida y  representa año-mes-día. </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Una hora se representa con la palabra </a:t>
            </a:r>
            <a:r>
              <a:rPr lang="es-CO" sz="2400" b="1" dirty="0">
                <a:solidFill>
                  <a:srgbClr val="FF3366"/>
                </a:solidFill>
                <a:latin typeface="Arial" panose="020B0604020202020204" pitchFamily="34" charset="0"/>
                <a:cs typeface="Arial" panose="020B0604020202020204" pitchFamily="34" charset="0"/>
              </a:rPr>
              <a:t>TIME</a:t>
            </a:r>
            <a:r>
              <a:rPr lang="es-CO" sz="2400" dirty="0">
                <a:latin typeface="Arial" panose="020B0604020202020204" pitchFamily="34" charset="0"/>
                <a:cs typeface="Arial" panose="020B0604020202020204" pitchFamily="34" charset="0"/>
              </a:rPr>
              <a:t> y una cadena entre comillas. La cadena tiene dos dígitos para la hora (en la hora militar de 24 horas). Luego vienen dos puntos, dos dígitos para los minutos, dos puntos y dos dígitos para los segundos un punto y un dígito para las décimas de segundo. </a:t>
            </a:r>
            <a:r>
              <a:rPr lang="es-CO" sz="2400" b="1" dirty="0">
                <a:solidFill>
                  <a:srgbClr val="FF3366"/>
                </a:solidFill>
                <a:latin typeface="Arial" panose="020B0604020202020204" pitchFamily="34" charset="0"/>
                <a:cs typeface="Arial" panose="020B0604020202020204" pitchFamily="34" charset="0"/>
              </a:rPr>
              <a:t>TIME</a:t>
            </a:r>
            <a:r>
              <a:rPr lang="es-CO" sz="2400" dirty="0">
                <a:latin typeface="Arial" panose="020B0604020202020204" pitchFamily="34" charset="0"/>
                <a:cs typeface="Arial" panose="020B0604020202020204" pitchFamily="34" charset="0"/>
              </a:rPr>
              <a:t> '</a:t>
            </a:r>
            <a:r>
              <a:rPr lang="es-CO" sz="2400" dirty="0">
                <a:solidFill>
                  <a:srgbClr val="0000FF"/>
                </a:solidFill>
                <a:latin typeface="Arial" panose="020B0604020202020204" pitchFamily="34" charset="0"/>
                <a:cs typeface="Arial" panose="020B0604020202020204" pitchFamily="34" charset="0"/>
              </a:rPr>
              <a:t>18:00:02.5</a:t>
            </a:r>
            <a:r>
              <a:rPr lang="es-CO" sz="2400" dirty="0">
                <a:latin typeface="Arial" panose="020B0604020202020204" pitchFamily="34" charset="0"/>
                <a:cs typeface="Arial" panose="020B0604020202020204" pitchFamily="34" charset="0"/>
              </a:rPr>
              <a:t>' representa la hora de inicio del curso Bases de Datos I, el día martes.</a:t>
            </a:r>
          </a:p>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Se pueden comparar fechas u horas usando los operadores de comparación conocidos.</a:t>
            </a:r>
          </a:p>
        </p:txBody>
      </p:sp>
    </p:spTree>
    <p:extLst>
      <p:ext uri="{BB962C8B-B14F-4D97-AF65-F5344CB8AC3E}">
        <p14:creationId xmlns:p14="http://schemas.microsoft.com/office/powerpoint/2010/main" val="4231000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n-GB" sz="5400" dirty="0">
                <a:latin typeface="Arial" panose="020B0604020202020204" pitchFamily="34" charset="0"/>
                <a:cs typeface="Arial" panose="020B0604020202020204" pitchFamily="34" charset="0"/>
              </a:rPr>
              <a:t>Unión, </a:t>
            </a:r>
            <a:r>
              <a:rPr lang="es-CO" sz="5400" dirty="0">
                <a:latin typeface="Arial" panose="020B0604020202020204" pitchFamily="34" charset="0"/>
                <a:cs typeface="Arial" panose="020B0604020202020204" pitchFamily="34" charset="0"/>
              </a:rPr>
              <a:t>Intersección y Diferencia</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178341"/>
          </a:xfrm>
          <a:prstGeom prst="rect">
            <a:avLst/>
          </a:prstGeom>
          <a:noFill/>
        </p:spPr>
        <p:txBody>
          <a:bodyPr wrap="square" rtlCol="0">
            <a:spAutoFit/>
          </a:bodyPr>
          <a:lstStyle/>
          <a:p>
            <a:pPr marL="3810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A veces se quiere combinar relaciones usando las operaciones del álgebra relacional: unión, intersección y diferencia. SQL ofrece los operadores </a:t>
            </a:r>
            <a:r>
              <a:rPr lang="es-CO" sz="2000" b="1" dirty="0">
                <a:solidFill>
                  <a:srgbClr val="FF3366"/>
                </a:solidFill>
                <a:latin typeface="Arial" panose="020B0604020202020204" pitchFamily="34" charset="0"/>
                <a:cs typeface="Arial" panose="020B0604020202020204" pitchFamily="34" charset="0"/>
              </a:rPr>
              <a:t>UNION</a:t>
            </a:r>
            <a:r>
              <a:rPr lang="es-CO" sz="2000" dirty="0">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INTERSECT</a:t>
            </a:r>
            <a:r>
              <a:rPr lang="es-CO" sz="2000" dirty="0">
                <a:latin typeface="Arial" panose="020B0604020202020204" pitchFamily="34" charset="0"/>
                <a:cs typeface="Arial" panose="020B0604020202020204" pitchFamily="34" charset="0"/>
              </a:rPr>
              <a:t> y </a:t>
            </a:r>
            <a:r>
              <a:rPr lang="es-CO" sz="2000" b="1" dirty="0">
                <a:solidFill>
                  <a:srgbClr val="FF3366"/>
                </a:solidFill>
                <a:latin typeface="Arial" panose="020B0604020202020204" pitchFamily="34" charset="0"/>
                <a:cs typeface="Arial" panose="020B0604020202020204" pitchFamily="34" charset="0"/>
              </a:rPr>
              <a:t>EXCEPT.</a:t>
            </a:r>
          </a:p>
          <a:p>
            <a:pPr marL="38100" indent="0" algn="jus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Las palabras clave (operadores) se emplean entre dos consultas, que deben ir entre paréntesis. Ejemplo, sean las relaciones:</a:t>
            </a:r>
          </a:p>
          <a:p>
            <a:pPr marL="38100" indent="0" algn="just">
              <a:spcBef>
                <a:spcPts val="600"/>
              </a:spcBef>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err="1">
                <a:solidFill>
                  <a:srgbClr val="0000FF"/>
                </a:solidFill>
                <a:latin typeface="Arial" panose="020B0604020202020204" pitchFamily="34" charset="0"/>
                <a:cs typeface="Arial" panose="020B0604020202020204" pitchFamily="34" charset="0"/>
              </a:rPr>
              <a:t>EstrellasPelicula</a:t>
            </a:r>
            <a:r>
              <a:rPr lang="es-CO" sz="2000" b="1" dirty="0">
                <a:solidFill>
                  <a:srgbClr val="0000FF"/>
                </a:solidFill>
                <a:latin typeface="Arial" panose="020B0604020202020204" pitchFamily="34" charset="0"/>
                <a:cs typeface="Arial" panose="020B0604020202020204" pitchFamily="34" charset="0"/>
              </a:rPr>
              <a:t> (nombre, </a:t>
            </a:r>
            <a:r>
              <a:rPr lang="es-CO" sz="2000" b="1" dirty="0" err="1">
                <a:solidFill>
                  <a:srgbClr val="0000FF"/>
                </a:solidFill>
                <a:latin typeface="Arial" panose="020B0604020202020204" pitchFamily="34" charset="0"/>
                <a:cs typeface="Arial" panose="020B0604020202020204" pitchFamily="34" charset="0"/>
              </a:rPr>
              <a:t>direccion</a:t>
            </a:r>
            <a:r>
              <a:rPr lang="es-CO" sz="2000" b="1" dirty="0">
                <a:solidFill>
                  <a:srgbClr val="0000FF"/>
                </a:solidFill>
                <a:latin typeface="Arial" panose="020B0604020202020204" pitchFamily="34" charset="0"/>
                <a:cs typeface="Arial" panose="020B0604020202020204" pitchFamily="34" charset="0"/>
              </a:rPr>
              <a:t>, sexo, </a:t>
            </a:r>
            <a:r>
              <a:rPr lang="es-CO" sz="2000" b="1" dirty="0" err="1">
                <a:solidFill>
                  <a:srgbClr val="0000FF"/>
                </a:solidFill>
                <a:latin typeface="Arial" panose="020B0604020202020204" pitchFamily="34" charset="0"/>
                <a:cs typeface="Arial" panose="020B0604020202020204" pitchFamily="34" charset="0"/>
              </a:rPr>
              <a:t>fechaNacmto</a:t>
            </a:r>
            <a:r>
              <a:rPr lang="es-CO" sz="2000" b="1" dirty="0">
                <a:solidFill>
                  <a:srgbClr val="0000FF"/>
                </a:solidFill>
                <a:latin typeface="Arial" panose="020B0604020202020204" pitchFamily="34" charset="0"/>
                <a:cs typeface="Arial" panose="020B0604020202020204" pitchFamily="34" charset="0"/>
              </a:rPr>
              <a:t>)</a:t>
            </a:r>
          </a:p>
          <a:p>
            <a:pPr marL="38100" indent="0" algn="just">
              <a:spcAft>
                <a:spcPts val="85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err="1">
                <a:solidFill>
                  <a:srgbClr val="0000FF"/>
                </a:solidFill>
                <a:latin typeface="Arial" panose="020B0604020202020204" pitchFamily="34" charset="0"/>
                <a:cs typeface="Arial" panose="020B0604020202020204" pitchFamily="34" charset="0"/>
              </a:rPr>
              <a:t>EjecutivosCine</a:t>
            </a:r>
            <a:r>
              <a:rPr lang="es-CO" sz="2000" b="1" dirty="0">
                <a:solidFill>
                  <a:srgbClr val="0000FF"/>
                </a:solidFill>
                <a:latin typeface="Arial" panose="020B0604020202020204" pitchFamily="34" charset="0"/>
                <a:cs typeface="Arial" panose="020B0604020202020204" pitchFamily="34" charset="0"/>
              </a:rPr>
              <a:t> (nombre, </a:t>
            </a:r>
            <a:r>
              <a:rPr lang="es-CO" sz="2000" b="1" dirty="0" err="1">
                <a:solidFill>
                  <a:srgbClr val="0000FF"/>
                </a:solidFill>
                <a:latin typeface="Arial" panose="020B0604020202020204" pitchFamily="34" charset="0"/>
                <a:cs typeface="Arial" panose="020B0604020202020204" pitchFamily="34" charset="0"/>
              </a:rPr>
              <a:t>direccion</a:t>
            </a:r>
            <a:r>
              <a:rPr lang="es-CO" sz="2000" b="1" dirty="0">
                <a:solidFill>
                  <a:srgbClr val="0000FF"/>
                </a:solidFill>
                <a:latin typeface="Arial" panose="020B0604020202020204" pitchFamily="34" charset="0"/>
                <a:cs typeface="Arial" panose="020B0604020202020204" pitchFamily="34" charset="0"/>
              </a:rPr>
              <a:t>, </a:t>
            </a:r>
            <a:r>
              <a:rPr lang="es-CO" sz="2000" b="1" dirty="0" err="1">
                <a:solidFill>
                  <a:srgbClr val="0000FF"/>
                </a:solidFill>
                <a:latin typeface="Arial" panose="020B0604020202020204" pitchFamily="34" charset="0"/>
                <a:cs typeface="Arial" panose="020B0604020202020204" pitchFamily="34" charset="0"/>
              </a:rPr>
              <a:t>codProductor</a:t>
            </a:r>
            <a:r>
              <a:rPr lang="es-CO" sz="2000" b="1" dirty="0">
                <a:solidFill>
                  <a:srgbClr val="0000FF"/>
                </a:solidFill>
                <a:latin typeface="Arial" panose="020B0604020202020204" pitchFamily="34" charset="0"/>
                <a:cs typeface="Arial" panose="020B0604020202020204" pitchFamily="34" charset="0"/>
              </a:rPr>
              <a:t>, </a:t>
            </a:r>
            <a:r>
              <a:rPr lang="es-CO" sz="2000" b="1" dirty="0" err="1">
                <a:solidFill>
                  <a:srgbClr val="0000FF"/>
                </a:solidFill>
                <a:latin typeface="Arial" panose="020B0604020202020204" pitchFamily="34" charset="0"/>
                <a:cs typeface="Arial" panose="020B0604020202020204" pitchFamily="34" charset="0"/>
              </a:rPr>
              <a:t>ingresoNeto</a:t>
            </a:r>
            <a:r>
              <a:rPr lang="es-CO" sz="2000" b="1" dirty="0">
                <a:solidFill>
                  <a:srgbClr val="0000FF"/>
                </a:solidFill>
                <a:latin typeface="Arial" panose="020B0604020202020204" pitchFamily="34" charset="0"/>
                <a:cs typeface="Arial" panose="020B0604020202020204" pitchFamily="34" charset="0"/>
              </a:rPr>
              <a:t>)</a:t>
            </a:r>
          </a:p>
          <a:p>
            <a:pPr marL="38100" indent="0" algn="just">
              <a:lnSpc>
                <a:spcPct val="98000"/>
              </a:lnSpc>
              <a:spcBef>
                <a:spcPts val="600"/>
              </a:spcBef>
              <a:spcAft>
                <a:spcPts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008000"/>
                </a:solidFill>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b="1" dirty="0">
                <a:latin typeface="Arial" panose="020B0604020202020204" pitchFamily="34" charset="0"/>
                <a:cs typeface="Arial" panose="020B0604020202020204" pitchFamily="34" charset="0"/>
              </a:rPr>
              <a:t>  nombre, </a:t>
            </a:r>
            <a:r>
              <a:rPr lang="es-CO" sz="2000" b="1" dirty="0" err="1">
                <a:latin typeface="Arial" panose="020B0604020202020204" pitchFamily="34" charset="0"/>
                <a:cs typeface="Arial" panose="020B0604020202020204" pitchFamily="34" charset="0"/>
              </a:rPr>
              <a:t>direccion</a:t>
            </a:r>
            <a:r>
              <a:rPr lang="es-CO" sz="2000" b="1" dirty="0">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FROM</a:t>
            </a:r>
            <a:r>
              <a:rPr lang="es-CO" sz="2000" dirty="0">
                <a:latin typeface="Arial" panose="020B0604020202020204" pitchFamily="34" charset="0"/>
                <a:cs typeface="Arial" panose="020B0604020202020204" pitchFamily="34" charset="0"/>
              </a:rPr>
              <a:t> </a:t>
            </a:r>
            <a:r>
              <a:rPr lang="es-CO" sz="2000" b="1" dirty="0" err="1">
                <a:latin typeface="Arial" panose="020B0604020202020204" pitchFamily="34" charset="0"/>
                <a:cs typeface="Arial" panose="020B0604020202020204" pitchFamily="34" charset="0"/>
              </a:rPr>
              <a:t>EstrellasPelicula</a:t>
            </a:r>
            <a:endParaRPr lang="es-CO" sz="2000" b="1" dirty="0">
              <a:latin typeface="Arial" panose="020B0604020202020204" pitchFamily="34" charset="0"/>
              <a:cs typeface="Arial" panose="020B0604020202020204" pitchFamily="34" charset="0"/>
            </a:endParaRPr>
          </a:p>
          <a:p>
            <a:pPr marL="38100" indent="0" algn="just">
              <a:lnSpc>
                <a:spcPct val="98000"/>
              </a:lnSpc>
              <a:spcAft>
                <a:spcPts val="60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sexo = ‘F’</a:t>
            </a:r>
            <a:r>
              <a:rPr lang="es-CO" sz="2000" dirty="0">
                <a:solidFill>
                  <a:srgbClr val="008000"/>
                </a:solidFill>
                <a:latin typeface="Arial" panose="020B0604020202020204" pitchFamily="34" charset="0"/>
                <a:cs typeface="Arial" panose="020B0604020202020204" pitchFamily="34" charset="0"/>
              </a:rPr>
              <a:t> </a:t>
            </a:r>
            <a:r>
              <a:rPr lang="es-CO" sz="2000" b="1" dirty="0">
                <a:solidFill>
                  <a:srgbClr val="008000"/>
                </a:solidFill>
                <a:latin typeface="Arial" panose="020B0604020202020204" pitchFamily="34" charset="0"/>
                <a:cs typeface="Arial" panose="020B0604020202020204" pitchFamily="34" charset="0"/>
              </a:rPr>
              <a:t>)</a:t>
            </a:r>
            <a:r>
              <a:rPr lang="es-CO" sz="2000" dirty="0">
                <a:solidFill>
                  <a:srgbClr val="00FF00"/>
                </a:solidFill>
                <a:latin typeface="Arial" panose="020B0604020202020204" pitchFamily="34" charset="0"/>
                <a:cs typeface="Arial" panose="020B0604020202020204" pitchFamily="34" charset="0"/>
              </a:rPr>
              <a:t>  </a:t>
            </a:r>
          </a:p>
          <a:p>
            <a:pPr marL="38100" indent="0" algn="just">
              <a:lnSpc>
                <a:spcPct val="98000"/>
              </a:lnSpc>
              <a:spcBef>
                <a:spcPts val="600"/>
              </a:spcBef>
              <a:spcAft>
                <a:spcPts val="60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00FF00"/>
                </a:solidFill>
                <a:latin typeface="Arial" panose="020B0604020202020204" pitchFamily="34" charset="0"/>
                <a:cs typeface="Arial" panose="020B0604020202020204" pitchFamily="34" charset="0"/>
              </a:rPr>
              <a:t> </a:t>
            </a:r>
            <a:r>
              <a:rPr lang="es-CO" sz="2000" b="1" dirty="0">
                <a:solidFill>
                  <a:srgbClr val="FF3366"/>
                </a:solidFill>
                <a:latin typeface="Arial" panose="020B0604020202020204" pitchFamily="34" charset="0"/>
                <a:cs typeface="Arial" panose="020B0604020202020204" pitchFamily="34" charset="0"/>
              </a:rPr>
              <a:t>INTERSECT</a:t>
            </a:r>
          </a:p>
          <a:p>
            <a:pPr marL="38100" indent="0" algn="just">
              <a:lnSpc>
                <a:spcPct val="98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b="1" dirty="0">
                <a:solidFill>
                  <a:srgbClr val="008000"/>
                </a:solidFill>
                <a:latin typeface="Arial" panose="020B0604020202020204" pitchFamily="34" charset="0"/>
                <a:cs typeface="Arial" panose="020B0604020202020204" pitchFamily="34" charset="0"/>
              </a:rPr>
              <a:t>(</a:t>
            </a:r>
            <a:r>
              <a:rPr lang="es-CO" sz="2000" b="1" dirty="0">
                <a:solidFill>
                  <a:srgbClr val="5E11A6"/>
                </a:solidFill>
                <a:latin typeface="Arial" panose="020B0604020202020204" pitchFamily="34" charset="0"/>
                <a:cs typeface="Arial" panose="020B0604020202020204" pitchFamily="34" charset="0"/>
              </a:rPr>
              <a:t>SELECT</a:t>
            </a:r>
            <a:r>
              <a:rPr lang="es-CO" sz="2000" b="1" dirty="0">
                <a:latin typeface="Arial" panose="020B0604020202020204" pitchFamily="34" charset="0"/>
                <a:cs typeface="Arial" panose="020B0604020202020204" pitchFamily="34" charset="0"/>
              </a:rPr>
              <a:t> nombre, </a:t>
            </a:r>
            <a:r>
              <a:rPr lang="es-CO" sz="2000" b="1" dirty="0" err="1">
                <a:latin typeface="Arial" panose="020B0604020202020204" pitchFamily="34" charset="0"/>
                <a:cs typeface="Arial" panose="020B0604020202020204" pitchFamily="34" charset="0"/>
              </a:rPr>
              <a:t>direccion</a:t>
            </a:r>
            <a:r>
              <a:rPr lang="es-CO" sz="2000" b="1" dirty="0">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FROM</a:t>
            </a:r>
            <a:r>
              <a:rPr lang="es-CO" sz="2000" dirty="0">
                <a:solidFill>
                  <a:srgbClr val="00FF00"/>
                </a:solidFill>
                <a:latin typeface="Arial" panose="020B0604020202020204" pitchFamily="34" charset="0"/>
                <a:cs typeface="Arial" panose="020B0604020202020204" pitchFamily="34" charset="0"/>
              </a:rPr>
              <a:t> </a:t>
            </a:r>
            <a:r>
              <a:rPr lang="es-CO" sz="2000" b="1" dirty="0" err="1">
                <a:latin typeface="Arial" panose="020B0604020202020204" pitchFamily="34" charset="0"/>
                <a:cs typeface="Arial" panose="020B0604020202020204" pitchFamily="34" charset="0"/>
              </a:rPr>
              <a:t>EjecutivosCine</a:t>
            </a:r>
            <a:endParaRPr lang="es-CO" sz="2000" b="1" dirty="0">
              <a:latin typeface="Arial" panose="020B0604020202020204" pitchFamily="34" charset="0"/>
              <a:cs typeface="Arial" panose="020B0604020202020204" pitchFamily="34" charset="0"/>
            </a:endParaRPr>
          </a:p>
          <a:p>
            <a:pPr marL="38100" indent="0" algn="just">
              <a:lnSpc>
                <a:spcPct val="98000"/>
              </a:lnSpc>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solidFill>
                  <a:srgbClr val="5E11A6"/>
                </a:solidFill>
                <a:latin typeface="Arial" panose="020B0604020202020204" pitchFamily="34" charset="0"/>
                <a:cs typeface="Arial" panose="020B0604020202020204" pitchFamily="34" charset="0"/>
              </a:rPr>
              <a:t> </a:t>
            </a:r>
            <a:r>
              <a:rPr lang="es-CO" sz="2000" b="1" dirty="0">
                <a:solidFill>
                  <a:srgbClr val="5E11A6"/>
                </a:solidFill>
                <a:latin typeface="Arial" panose="020B0604020202020204" pitchFamily="34" charset="0"/>
                <a:cs typeface="Arial" panose="020B0604020202020204" pitchFamily="34" charset="0"/>
              </a:rPr>
              <a:t>WHERE</a:t>
            </a:r>
            <a:r>
              <a:rPr lang="es-CO" sz="2000" dirty="0">
                <a:latin typeface="Arial" panose="020B0604020202020204" pitchFamily="34" charset="0"/>
                <a:cs typeface="Arial" panose="020B0604020202020204" pitchFamily="34" charset="0"/>
              </a:rPr>
              <a:t> </a:t>
            </a:r>
            <a:r>
              <a:rPr lang="es-CO" sz="2000" dirty="0" err="1">
                <a:latin typeface="Arial" panose="020B0604020202020204" pitchFamily="34" charset="0"/>
                <a:cs typeface="Arial" panose="020B0604020202020204" pitchFamily="34" charset="0"/>
              </a:rPr>
              <a:t>ingresoNeto</a:t>
            </a:r>
            <a:r>
              <a:rPr lang="es-CO" sz="2000" dirty="0">
                <a:latin typeface="Arial" panose="020B0604020202020204" pitchFamily="34" charset="0"/>
                <a:cs typeface="Arial" panose="020B0604020202020204" pitchFamily="34" charset="0"/>
              </a:rPr>
              <a:t> &gt; 10000000</a:t>
            </a:r>
            <a:r>
              <a:rPr lang="es-CO" sz="2000" dirty="0">
                <a:solidFill>
                  <a:srgbClr val="008000"/>
                </a:solidFill>
                <a:latin typeface="Arial" panose="020B0604020202020204" pitchFamily="34" charset="0"/>
                <a:cs typeface="Arial" panose="020B0604020202020204" pitchFamily="34" charset="0"/>
              </a:rPr>
              <a:t> </a:t>
            </a:r>
            <a:r>
              <a:rPr lang="es-CO" sz="2000" b="1" dirty="0">
                <a:solidFill>
                  <a:srgbClr val="008000"/>
                </a:solidFill>
                <a:latin typeface="Arial" panose="020B0604020202020204" pitchFamily="34" charset="0"/>
                <a:cs typeface="Arial" panose="020B0604020202020204" pitchFamily="34" charset="0"/>
              </a:rPr>
              <a:t>)</a:t>
            </a:r>
            <a:r>
              <a:rPr lang="es-CO" sz="2000" dirty="0">
                <a:latin typeface="Arial" panose="020B0604020202020204" pitchFamily="34" charset="0"/>
                <a:cs typeface="Arial" panose="020B0604020202020204" pitchFamily="34" charset="0"/>
              </a:rPr>
              <a:t>;</a:t>
            </a:r>
          </a:p>
          <a:p>
            <a:pPr marL="38100" indent="0" algn="just">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000" dirty="0">
                <a:latin typeface="Arial" panose="020B0604020202020204" pitchFamily="34" charset="0"/>
                <a:cs typeface="Arial" panose="020B0604020202020204" pitchFamily="34" charset="0"/>
              </a:rPr>
              <a:t>Se quiere el nombre y dirección de las estrellas de sexo femenino que además sean ejecutivas cinematográficas con un capital neto superior a $10.000.000 de dólares.</a:t>
            </a:r>
          </a:p>
        </p:txBody>
      </p:sp>
    </p:spTree>
    <p:extLst>
      <p:ext uri="{BB962C8B-B14F-4D97-AF65-F5344CB8AC3E}">
        <p14:creationId xmlns:p14="http://schemas.microsoft.com/office/powerpoint/2010/main" val="2402282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n-GB" sz="5400" dirty="0">
                <a:latin typeface="Arial" panose="020B0604020202020204" pitchFamily="34" charset="0"/>
                <a:cs typeface="Arial" panose="020B0604020202020204" pitchFamily="34" charset="0"/>
              </a:rPr>
              <a:t>Unión, </a:t>
            </a:r>
            <a:r>
              <a:rPr lang="es-CO" sz="5400" dirty="0">
                <a:latin typeface="Arial" panose="020B0604020202020204" pitchFamily="34" charset="0"/>
                <a:cs typeface="Arial" panose="020B0604020202020204" pitchFamily="34" charset="0"/>
              </a:rPr>
              <a:t>Intersección y Diferencia</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5062924"/>
          </a:xfrm>
          <a:prstGeom prst="rect">
            <a:avLst/>
          </a:prstGeom>
          <a:noFill/>
        </p:spPr>
        <p:txBody>
          <a:bodyPr wrap="square" rtlCol="0">
            <a:spAutoFit/>
          </a:bodyPr>
          <a:lstStyle/>
          <a:p>
            <a:pPr marL="19050" indent="0" algn="jus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latin typeface="Arial" panose="020B0604020202020204" pitchFamily="34" charset="0"/>
                <a:cs typeface="Arial" panose="020B0604020202020204" pitchFamily="34" charset="0"/>
              </a:rPr>
              <a:t>CONSULTA: </a:t>
            </a:r>
            <a:r>
              <a:rPr lang="es-CO" sz="2200" dirty="0">
                <a:latin typeface="Arial" panose="020B0604020202020204" pitchFamily="34" charset="0"/>
                <a:cs typeface="Arial" panose="020B0604020202020204" pitchFamily="34" charset="0"/>
              </a:rPr>
              <a:t>Se requieren los nombres y direcciones de las estrellas del cine que NO son ejecutivos cinematográficos:</a:t>
            </a:r>
          </a:p>
          <a:p>
            <a:pPr marL="19050" indent="0" algn="just">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008000"/>
                </a:solidFill>
                <a:latin typeface="Arial" panose="020B0604020202020204" pitchFamily="34" charset="0"/>
                <a:cs typeface="Arial" panose="020B0604020202020204" pitchFamily="34" charset="0"/>
              </a:rPr>
              <a:t>(</a:t>
            </a: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nombre, </a:t>
            </a:r>
            <a:r>
              <a:rPr lang="es-CO" sz="2200" b="1" dirty="0" err="1">
                <a:latin typeface="Arial" panose="020B0604020202020204" pitchFamily="34" charset="0"/>
                <a:cs typeface="Arial" panose="020B0604020202020204" pitchFamily="34" charset="0"/>
              </a:rPr>
              <a:t>direccion</a:t>
            </a:r>
            <a:r>
              <a:rPr lang="es-CO" sz="2200" b="1"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FROM</a:t>
            </a:r>
            <a:r>
              <a:rPr lang="es-CO" sz="2200" dirty="0">
                <a:latin typeface="Arial" panose="020B0604020202020204" pitchFamily="34" charset="0"/>
                <a:cs typeface="Arial" panose="020B0604020202020204" pitchFamily="34" charset="0"/>
              </a:rPr>
              <a:t> </a:t>
            </a:r>
            <a:r>
              <a:rPr lang="es-CO" sz="2200" b="1" dirty="0" err="1">
                <a:latin typeface="Arial" panose="020B0604020202020204" pitchFamily="34" charset="0"/>
                <a:cs typeface="Arial" panose="020B0604020202020204" pitchFamily="34" charset="0"/>
              </a:rPr>
              <a:t>EstrellasPelicula</a:t>
            </a:r>
            <a:r>
              <a:rPr lang="es-CO" sz="2200" dirty="0">
                <a:solidFill>
                  <a:srgbClr val="008000"/>
                </a:solidFill>
                <a:latin typeface="Arial" panose="020B0604020202020204" pitchFamily="34" charset="0"/>
                <a:cs typeface="Arial" panose="020B0604020202020204" pitchFamily="34" charset="0"/>
              </a:rPr>
              <a:t> </a:t>
            </a:r>
            <a:r>
              <a:rPr lang="es-CO" sz="2200" b="1" dirty="0">
                <a:solidFill>
                  <a:srgbClr val="008000"/>
                </a:solidFill>
                <a:latin typeface="Arial" panose="020B0604020202020204" pitchFamily="34" charset="0"/>
                <a:cs typeface="Arial" panose="020B0604020202020204" pitchFamily="34" charset="0"/>
              </a:rPr>
              <a:t>)</a:t>
            </a:r>
            <a:r>
              <a:rPr lang="es-CO" sz="2200" dirty="0">
                <a:solidFill>
                  <a:srgbClr val="00FF00"/>
                </a:solidFill>
                <a:latin typeface="Arial" panose="020B0604020202020204" pitchFamily="34" charset="0"/>
                <a:cs typeface="Arial" panose="020B0604020202020204" pitchFamily="34" charset="0"/>
              </a:rPr>
              <a:t>  </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00FF00"/>
                </a:solidFill>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EXCEPT</a:t>
            </a:r>
          </a:p>
          <a:p>
            <a:pPr marL="19050" indent="0" algn="just">
              <a:spcAft>
                <a:spcPct val="0"/>
              </a:spcAft>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008000"/>
                </a:solidFill>
                <a:latin typeface="Arial" panose="020B0604020202020204" pitchFamily="34" charset="0"/>
                <a:cs typeface="Arial" panose="020B0604020202020204" pitchFamily="34" charset="0"/>
              </a:rPr>
              <a:t>(</a:t>
            </a: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nombre, </a:t>
            </a:r>
            <a:r>
              <a:rPr lang="es-CO" sz="2200" b="1" dirty="0" err="1">
                <a:latin typeface="Arial" panose="020B0604020202020204" pitchFamily="34" charset="0"/>
                <a:cs typeface="Arial" panose="020B0604020202020204" pitchFamily="34" charset="0"/>
              </a:rPr>
              <a:t>direccion</a:t>
            </a:r>
            <a:r>
              <a:rPr lang="es-CO" sz="2200" b="1" dirty="0">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FROM</a:t>
            </a:r>
            <a:r>
              <a:rPr lang="es-CO" sz="2200" dirty="0">
                <a:solidFill>
                  <a:srgbClr val="00FF00"/>
                </a:solidFill>
                <a:latin typeface="Arial" panose="020B0604020202020204" pitchFamily="34" charset="0"/>
                <a:cs typeface="Arial" panose="020B0604020202020204" pitchFamily="34" charset="0"/>
              </a:rPr>
              <a:t> </a:t>
            </a:r>
            <a:r>
              <a:rPr lang="es-CO" sz="2200" b="1" dirty="0" err="1">
                <a:latin typeface="Arial" panose="020B0604020202020204" pitchFamily="34" charset="0"/>
                <a:cs typeface="Arial" panose="020B0604020202020204" pitchFamily="34" charset="0"/>
              </a:rPr>
              <a:t>EjecutivosCine</a:t>
            </a:r>
            <a:r>
              <a:rPr lang="es-CO" sz="2200" dirty="0">
                <a:solidFill>
                  <a:srgbClr val="008000"/>
                </a:solidFill>
                <a:latin typeface="Arial" panose="020B0604020202020204" pitchFamily="34" charset="0"/>
                <a:cs typeface="Arial" panose="020B0604020202020204" pitchFamily="34" charset="0"/>
              </a:rPr>
              <a:t> </a:t>
            </a:r>
            <a:r>
              <a:rPr lang="es-CO" sz="2200" b="1" dirty="0">
                <a:solidFill>
                  <a:srgbClr val="008000"/>
                </a:solidFill>
                <a:latin typeface="Arial" panose="020B0604020202020204" pitchFamily="34" charset="0"/>
                <a:cs typeface="Arial" panose="020B0604020202020204" pitchFamily="34" charset="0"/>
              </a:rPr>
              <a:t>)</a:t>
            </a:r>
            <a:r>
              <a:rPr lang="es-CO" sz="2200" dirty="0">
                <a:latin typeface="Arial" panose="020B0604020202020204" pitchFamily="34" charset="0"/>
                <a:cs typeface="Arial" panose="020B0604020202020204" pitchFamily="34" charset="0"/>
              </a:rPr>
              <a:t>;</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s-CO" sz="2200" dirty="0">
              <a:latin typeface="Arial" panose="020B0604020202020204" pitchFamily="34" charset="0"/>
              <a:cs typeface="Arial" panose="020B0604020202020204" pitchFamily="34" charset="0"/>
            </a:endParaRPr>
          </a:p>
          <a:p>
            <a:pPr marL="19050" indent="0" algn="just">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latin typeface="Arial" panose="020B0604020202020204" pitchFamily="34" charset="0"/>
                <a:cs typeface="Arial" panose="020B0604020202020204" pitchFamily="34" charset="0"/>
              </a:rPr>
              <a:t>CONSULTA: </a:t>
            </a:r>
            <a:r>
              <a:rPr lang="es-CO" sz="2200" dirty="0">
                <a:latin typeface="Arial" panose="020B0604020202020204" pitchFamily="34" charset="0"/>
                <a:cs typeface="Arial" panose="020B0604020202020204" pitchFamily="34" charset="0"/>
              </a:rPr>
              <a:t>Suponga que queremos los títulos y año de las películas que figuran en la lista de Películas y en </a:t>
            </a:r>
            <a:r>
              <a:rPr lang="es-CO" sz="2200" dirty="0" err="1">
                <a:latin typeface="Arial" panose="020B0604020202020204" pitchFamily="34" charset="0"/>
                <a:cs typeface="Arial" panose="020B0604020202020204" pitchFamily="34" charset="0"/>
              </a:rPr>
              <a:t>EstrellaPelícula</a:t>
            </a:r>
            <a:endParaRPr lang="es-CO" sz="2200" dirty="0">
              <a:latin typeface="Arial" panose="020B0604020202020204" pitchFamily="34" charset="0"/>
              <a:cs typeface="Arial" panose="020B0604020202020204" pitchFamily="34" charset="0"/>
            </a:endParaRP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err="1">
                <a:solidFill>
                  <a:srgbClr val="0000FF"/>
                </a:solidFill>
                <a:latin typeface="Arial" panose="020B0604020202020204" pitchFamily="34" charset="0"/>
                <a:cs typeface="Arial" panose="020B0604020202020204" pitchFamily="34" charset="0"/>
              </a:rPr>
              <a:t>EstrellaPelícula</a:t>
            </a:r>
            <a:r>
              <a:rPr lang="es-CO" sz="2200" b="1" dirty="0">
                <a:solidFill>
                  <a:srgbClr val="0000FF"/>
                </a:solidFill>
                <a:latin typeface="Arial" panose="020B0604020202020204" pitchFamily="34" charset="0"/>
                <a:cs typeface="Arial" panose="020B0604020202020204" pitchFamily="34" charset="0"/>
              </a:rPr>
              <a:t> (</a:t>
            </a:r>
            <a:r>
              <a:rPr lang="es-CO" sz="2200" b="1" dirty="0" err="1">
                <a:solidFill>
                  <a:srgbClr val="0000FF"/>
                </a:solidFill>
                <a:latin typeface="Arial" panose="020B0604020202020204" pitchFamily="34" charset="0"/>
                <a:cs typeface="Arial" panose="020B0604020202020204" pitchFamily="34" charset="0"/>
              </a:rPr>
              <a:t>tituloPelicula</a:t>
            </a:r>
            <a:r>
              <a:rPr lang="es-CO" sz="2200" b="1" dirty="0">
                <a:solidFill>
                  <a:srgbClr val="0000FF"/>
                </a:solidFill>
                <a:latin typeface="Arial" panose="020B0604020202020204" pitchFamily="34" charset="0"/>
                <a:cs typeface="Arial" panose="020B0604020202020204" pitchFamily="34" charset="0"/>
              </a:rPr>
              <a:t>, </a:t>
            </a:r>
            <a:r>
              <a:rPr lang="es-CO" sz="2200" b="1" dirty="0" err="1">
                <a:solidFill>
                  <a:srgbClr val="0000FF"/>
                </a:solidFill>
                <a:latin typeface="Arial" panose="020B0604020202020204" pitchFamily="34" charset="0"/>
                <a:cs typeface="Arial" panose="020B0604020202020204" pitchFamily="34" charset="0"/>
              </a:rPr>
              <a:t>añoPelicula</a:t>
            </a:r>
            <a:r>
              <a:rPr lang="es-CO" sz="2200" b="1" dirty="0">
                <a:solidFill>
                  <a:srgbClr val="0000FF"/>
                </a:solidFill>
                <a:latin typeface="Arial" panose="020B0604020202020204" pitchFamily="34" charset="0"/>
                <a:cs typeface="Arial" panose="020B0604020202020204" pitchFamily="34" charset="0"/>
              </a:rPr>
              <a:t>, </a:t>
            </a:r>
            <a:r>
              <a:rPr lang="es-CO" sz="2200" b="1" dirty="0" err="1">
                <a:solidFill>
                  <a:srgbClr val="0000FF"/>
                </a:solidFill>
                <a:latin typeface="Arial" panose="020B0604020202020204" pitchFamily="34" charset="0"/>
                <a:cs typeface="Arial" panose="020B0604020202020204" pitchFamily="34" charset="0"/>
              </a:rPr>
              <a:t>nombreEstrella</a:t>
            </a:r>
            <a:r>
              <a:rPr lang="es-CO" sz="2200" b="1" dirty="0">
                <a:solidFill>
                  <a:srgbClr val="0000FF"/>
                </a:solidFill>
                <a:latin typeface="Arial" panose="020B0604020202020204" pitchFamily="34" charset="0"/>
                <a:cs typeface="Arial" panose="020B0604020202020204" pitchFamily="34" charset="0"/>
              </a:rPr>
              <a:t>)</a:t>
            </a:r>
          </a:p>
          <a:p>
            <a:pPr marL="19050" indent="0" algn="just">
              <a:spcAft>
                <a:spcPts val="85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0000FF"/>
                </a:solidFill>
                <a:latin typeface="Arial" panose="020B0604020202020204" pitchFamily="34" charset="0"/>
                <a:cs typeface="Arial" panose="020B0604020202020204" pitchFamily="34" charset="0"/>
              </a:rPr>
              <a:t>Película (titulo, año, </a:t>
            </a:r>
            <a:r>
              <a:rPr lang="es-CO" sz="2200" b="1" dirty="0" err="1">
                <a:solidFill>
                  <a:srgbClr val="0000FF"/>
                </a:solidFill>
                <a:latin typeface="Arial" panose="020B0604020202020204" pitchFamily="34" charset="0"/>
                <a:cs typeface="Arial" panose="020B0604020202020204" pitchFamily="34" charset="0"/>
              </a:rPr>
              <a:t>aColor</a:t>
            </a:r>
            <a:r>
              <a:rPr lang="es-CO" sz="2200" b="1" dirty="0">
                <a:solidFill>
                  <a:srgbClr val="0000FF"/>
                </a:solidFill>
                <a:latin typeface="Arial" panose="020B0604020202020204" pitchFamily="34" charset="0"/>
                <a:cs typeface="Arial" panose="020B0604020202020204" pitchFamily="34" charset="0"/>
              </a:rPr>
              <a:t>, estudio, productor)</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008000"/>
                </a:solidFill>
                <a:latin typeface="Arial" panose="020B0604020202020204" pitchFamily="34" charset="0"/>
                <a:cs typeface="Arial" panose="020B0604020202020204" pitchFamily="34" charset="0"/>
              </a:rPr>
              <a:t>(</a:t>
            </a: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titulo, año   </a:t>
            </a:r>
            <a:r>
              <a:rPr lang="es-CO" sz="2200" b="1" dirty="0">
                <a:solidFill>
                  <a:srgbClr val="5E11A6"/>
                </a:solidFill>
                <a:latin typeface="Arial" panose="020B0604020202020204" pitchFamily="34" charset="0"/>
                <a:cs typeface="Arial" panose="020B0604020202020204" pitchFamily="34" charset="0"/>
              </a:rPr>
              <a:t>FROM</a:t>
            </a:r>
            <a:r>
              <a:rPr lang="es-CO" sz="2200" b="1" dirty="0">
                <a:solidFill>
                  <a:srgbClr val="0000FF"/>
                </a:solidFill>
                <a:latin typeface="Arial" panose="020B0604020202020204" pitchFamily="34" charset="0"/>
                <a:cs typeface="Arial" panose="020B0604020202020204" pitchFamily="34" charset="0"/>
              </a:rPr>
              <a:t> </a:t>
            </a:r>
            <a:r>
              <a:rPr lang="es-CO" sz="2200" b="1" dirty="0" err="1">
                <a:latin typeface="Arial" panose="020B0604020202020204" pitchFamily="34" charset="0"/>
                <a:cs typeface="Arial" panose="020B0604020202020204" pitchFamily="34" charset="0"/>
              </a:rPr>
              <a:t>Pelicula</a:t>
            </a:r>
            <a:r>
              <a:rPr lang="es-CO" sz="2200" b="1" dirty="0">
                <a:solidFill>
                  <a:srgbClr val="008000"/>
                </a:solidFill>
                <a:latin typeface="Arial" panose="020B0604020202020204" pitchFamily="34" charset="0"/>
                <a:cs typeface="Arial" panose="020B0604020202020204" pitchFamily="34" charset="0"/>
              </a:rPr>
              <a:t> )</a:t>
            </a:r>
            <a:r>
              <a:rPr lang="es-CO" sz="2200" b="1" dirty="0">
                <a:solidFill>
                  <a:srgbClr val="00FF00"/>
                </a:solidFill>
                <a:latin typeface="Arial" panose="020B0604020202020204" pitchFamily="34" charset="0"/>
                <a:cs typeface="Arial" panose="020B0604020202020204" pitchFamily="34" charset="0"/>
              </a:rPr>
              <a:t>  </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dirty="0">
                <a:solidFill>
                  <a:srgbClr val="00FF00"/>
                </a:solidFill>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UNION</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008000"/>
                </a:solidFill>
                <a:latin typeface="Arial" panose="020B0604020202020204" pitchFamily="34" charset="0"/>
                <a:cs typeface="Arial" panose="020B0604020202020204" pitchFamily="34" charset="0"/>
              </a:rPr>
              <a:t>(</a:t>
            </a:r>
            <a:r>
              <a:rPr lang="es-CO" sz="2200" b="1" dirty="0">
                <a:solidFill>
                  <a:srgbClr val="5E11A6"/>
                </a:solidFill>
                <a:latin typeface="Arial" panose="020B0604020202020204" pitchFamily="34" charset="0"/>
                <a:cs typeface="Arial" panose="020B0604020202020204" pitchFamily="34" charset="0"/>
              </a:rPr>
              <a:t>SELECT</a:t>
            </a:r>
            <a:r>
              <a:rPr lang="es-CO" sz="2200" b="1" dirty="0">
                <a:latin typeface="Arial" panose="020B0604020202020204" pitchFamily="34" charset="0"/>
                <a:cs typeface="Arial" panose="020B0604020202020204" pitchFamily="34" charset="0"/>
              </a:rPr>
              <a:t> </a:t>
            </a:r>
            <a:r>
              <a:rPr lang="es-CO" sz="2200" b="1" dirty="0" err="1">
                <a:latin typeface="Arial" panose="020B0604020202020204" pitchFamily="34" charset="0"/>
                <a:cs typeface="Arial" panose="020B0604020202020204" pitchFamily="34" charset="0"/>
              </a:rPr>
              <a:t>tituloPelicula</a:t>
            </a:r>
            <a:r>
              <a:rPr lang="es-CO" sz="2200" b="1"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as</a:t>
            </a:r>
            <a:r>
              <a:rPr lang="es-CO" sz="2200" b="1" dirty="0">
                <a:latin typeface="Arial" panose="020B0604020202020204" pitchFamily="34" charset="0"/>
                <a:cs typeface="Arial" panose="020B0604020202020204" pitchFamily="34" charset="0"/>
              </a:rPr>
              <a:t> titulo, </a:t>
            </a:r>
            <a:r>
              <a:rPr lang="es-CO" sz="2200" b="1" dirty="0" err="1">
                <a:latin typeface="Arial" panose="020B0604020202020204" pitchFamily="34" charset="0"/>
                <a:cs typeface="Arial" panose="020B0604020202020204" pitchFamily="34" charset="0"/>
              </a:rPr>
              <a:t>añoPelicula</a:t>
            </a:r>
            <a:r>
              <a:rPr lang="es-CO" sz="2200" b="1" dirty="0">
                <a:latin typeface="Arial" panose="020B0604020202020204" pitchFamily="34" charset="0"/>
                <a:cs typeface="Arial" panose="020B0604020202020204" pitchFamily="34" charset="0"/>
              </a:rPr>
              <a:t> </a:t>
            </a:r>
            <a:r>
              <a:rPr lang="es-CO" sz="2200" b="1" dirty="0">
                <a:solidFill>
                  <a:srgbClr val="FF3366"/>
                </a:solidFill>
                <a:latin typeface="Arial" panose="020B0604020202020204" pitchFamily="34" charset="0"/>
                <a:cs typeface="Arial" panose="020B0604020202020204" pitchFamily="34" charset="0"/>
              </a:rPr>
              <a:t>as</a:t>
            </a:r>
            <a:r>
              <a:rPr lang="es-CO" sz="2200" b="1" dirty="0">
                <a:latin typeface="Arial" panose="020B0604020202020204" pitchFamily="34" charset="0"/>
                <a:cs typeface="Arial" panose="020B0604020202020204" pitchFamily="34" charset="0"/>
              </a:rPr>
              <a:t> año   </a:t>
            </a:r>
          </a:p>
          <a:p>
            <a:pPr marL="19050" indent="0" algn="just">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200" b="1" dirty="0">
                <a:solidFill>
                  <a:srgbClr val="5E11A6"/>
                </a:solidFill>
                <a:latin typeface="Arial" panose="020B0604020202020204" pitchFamily="34" charset="0"/>
                <a:cs typeface="Arial" panose="020B0604020202020204" pitchFamily="34" charset="0"/>
              </a:rPr>
              <a:t> </a:t>
            </a:r>
            <a:r>
              <a:rPr lang="es-CO" sz="2200" dirty="0">
                <a:solidFill>
                  <a:srgbClr val="5E11A6"/>
                </a:solidFill>
                <a:latin typeface="Arial" panose="020B0604020202020204" pitchFamily="34" charset="0"/>
                <a:cs typeface="Arial" panose="020B0604020202020204" pitchFamily="34" charset="0"/>
              </a:rPr>
              <a:t>FROM</a:t>
            </a:r>
            <a:r>
              <a:rPr lang="es-CO" sz="2200" dirty="0">
                <a:solidFill>
                  <a:srgbClr val="00FF00"/>
                </a:solidFill>
                <a:latin typeface="Arial" panose="020B0604020202020204" pitchFamily="34" charset="0"/>
                <a:cs typeface="Arial" panose="020B0604020202020204" pitchFamily="34" charset="0"/>
              </a:rPr>
              <a:t> </a:t>
            </a:r>
            <a:r>
              <a:rPr lang="es-CO" sz="2200" b="1" dirty="0" err="1">
                <a:latin typeface="Arial" panose="020B0604020202020204" pitchFamily="34" charset="0"/>
                <a:cs typeface="Arial" panose="020B0604020202020204" pitchFamily="34" charset="0"/>
              </a:rPr>
              <a:t>EstrellaPelicula</a:t>
            </a:r>
            <a:r>
              <a:rPr lang="es-CO" sz="2200" dirty="0">
                <a:solidFill>
                  <a:srgbClr val="008000"/>
                </a:solidFill>
                <a:latin typeface="Arial" panose="020B0604020202020204" pitchFamily="34" charset="0"/>
                <a:cs typeface="Arial" panose="020B0604020202020204" pitchFamily="34" charset="0"/>
              </a:rPr>
              <a:t> </a:t>
            </a:r>
            <a:r>
              <a:rPr lang="es-CO" sz="2200" b="1" dirty="0">
                <a:solidFill>
                  <a:srgbClr val="008000"/>
                </a:solidFill>
                <a:latin typeface="Arial" panose="020B0604020202020204" pitchFamily="34" charset="0"/>
                <a:cs typeface="Arial" panose="020B0604020202020204" pitchFamily="34" charset="0"/>
              </a:rPr>
              <a:t>)</a:t>
            </a:r>
            <a:r>
              <a:rPr lang="es-CO" sz="22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472205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Eliminación de Duplicados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893647"/>
          </a:xfrm>
          <a:prstGeom prst="rect">
            <a:avLst/>
          </a:prstGeom>
          <a:noFill/>
        </p:spPr>
        <p:txBody>
          <a:bodyPr wrap="square" rtlCol="0">
            <a:spAutoFit/>
          </a:bodyPr>
          <a:lstStyle/>
          <a:p>
            <a:pPr marL="23813"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SQL maneja un concepto de relación que difiere de la noción abstracta presentada inicialmente, ya que utiliza relaciones que son</a:t>
            </a:r>
            <a:r>
              <a:rPr lang="es-CO" sz="2400" dirty="0">
                <a:solidFill>
                  <a:srgbClr val="FF0000"/>
                </a:solidFill>
                <a:latin typeface="Arial" panose="020B0604020202020204" pitchFamily="34" charset="0"/>
                <a:cs typeface="Arial" panose="020B0604020202020204" pitchFamily="34" charset="0"/>
              </a:rPr>
              <a:t> bolsa</a:t>
            </a:r>
            <a:r>
              <a:rPr lang="es-CO" sz="2400" dirty="0">
                <a:latin typeface="Arial" panose="020B0604020202020204" pitchFamily="34" charset="0"/>
                <a:cs typeface="Arial" panose="020B0604020202020204" pitchFamily="34" charset="0"/>
              </a:rPr>
              <a:t> y </a:t>
            </a:r>
            <a:r>
              <a:rPr lang="es-CO" sz="2400" dirty="0">
                <a:solidFill>
                  <a:srgbClr val="0000FF"/>
                </a:solidFill>
                <a:latin typeface="Arial" panose="020B0604020202020204" pitchFamily="34" charset="0"/>
                <a:cs typeface="Arial" panose="020B0604020202020204" pitchFamily="34" charset="0"/>
              </a:rPr>
              <a:t>no conjuntos</a:t>
            </a:r>
            <a:r>
              <a:rPr lang="es-CO" sz="2400" dirty="0">
                <a:latin typeface="Arial" panose="020B0604020202020204" pitchFamily="34" charset="0"/>
                <a:cs typeface="Arial" panose="020B0604020202020204" pitchFamily="34" charset="0"/>
              </a:rPr>
              <a:t>, por tanto, una tupla </a:t>
            </a:r>
            <a:r>
              <a:rPr lang="es-CO" sz="2400" dirty="0">
                <a:solidFill>
                  <a:srgbClr val="FF0000"/>
                </a:solidFill>
                <a:latin typeface="Arial" panose="020B0604020202020204" pitchFamily="34" charset="0"/>
                <a:cs typeface="Arial" panose="020B0604020202020204" pitchFamily="34" charset="0"/>
              </a:rPr>
              <a:t>puede aparecer más de una vez</a:t>
            </a:r>
            <a:r>
              <a:rPr lang="es-CO" sz="2400" dirty="0">
                <a:latin typeface="Arial" panose="020B0604020202020204" pitchFamily="34" charset="0"/>
                <a:cs typeface="Arial" panose="020B0604020202020204" pitchFamily="34" charset="0"/>
              </a:rPr>
              <a:t> dentro de una relación.</a:t>
            </a:r>
          </a:p>
          <a:p>
            <a:pPr marL="23813"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Nada impide que SQL posea </a:t>
            </a:r>
            <a:r>
              <a:rPr lang="es-CO" sz="2400" dirty="0">
                <a:solidFill>
                  <a:srgbClr val="0000FF"/>
                </a:solidFill>
                <a:latin typeface="Arial" panose="020B0604020202020204" pitchFamily="34" charset="0"/>
                <a:cs typeface="Arial" panose="020B0604020202020204" pitchFamily="34" charset="0"/>
              </a:rPr>
              <a:t>duplicados</a:t>
            </a:r>
            <a:r>
              <a:rPr lang="es-CO" sz="2400" dirty="0">
                <a:latin typeface="Arial" panose="020B0604020202020204" pitchFamily="34" charset="0"/>
                <a:cs typeface="Arial" panose="020B0604020202020204" pitchFamily="34" charset="0"/>
              </a:rPr>
              <a:t>, si las relaciones originales poseen duplicados el producto cartesiano tendrá duplicados y las copias idénticas se parean, incrementando la duplicación. </a:t>
            </a:r>
          </a:p>
          <a:p>
            <a:pPr marL="23813" indent="0" algn="just">
              <a:lnSpc>
                <a:spcPct val="100000"/>
              </a:lnSpc>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Si no se quieren duplicados se debe utilizar la palabra clave </a:t>
            </a:r>
            <a:r>
              <a:rPr lang="es-CO" sz="2400" b="1" dirty="0">
                <a:solidFill>
                  <a:srgbClr val="FF3366"/>
                </a:solidFill>
                <a:latin typeface="Arial" panose="020B0604020202020204" pitchFamily="34" charset="0"/>
                <a:cs typeface="Arial" panose="020B0604020202020204" pitchFamily="34" charset="0"/>
              </a:rPr>
              <a:t>DISTINCT</a:t>
            </a:r>
            <a:r>
              <a:rPr lang="es-CO" sz="2400" b="1" dirty="0">
                <a:latin typeface="Arial" panose="020B0604020202020204" pitchFamily="34" charset="0"/>
                <a:cs typeface="Arial" panose="020B0604020202020204" pitchFamily="34" charset="0"/>
              </a:rPr>
              <a:t>, después de la. cláusula </a:t>
            </a:r>
            <a:r>
              <a:rPr lang="es-CO" sz="2400" b="1" dirty="0">
                <a:solidFill>
                  <a:srgbClr val="5E11A6"/>
                </a:solidFill>
                <a:latin typeface="Arial" panose="020B0604020202020204" pitchFamily="34" charset="0"/>
                <a:cs typeface="Arial" panose="020B0604020202020204" pitchFamily="34" charset="0"/>
              </a:rPr>
              <a:t>SELECT</a:t>
            </a:r>
          </a:p>
          <a:p>
            <a:pPr marL="23813" indent="0" algn="just">
              <a:lnSpc>
                <a:spcPct val="100000"/>
              </a:lnSpc>
              <a:spcAft>
                <a:spcPct val="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s-CO" sz="2400" dirty="0">
                <a:latin typeface="Arial" panose="020B0604020202020204" pitchFamily="34" charset="0"/>
                <a:cs typeface="Arial" panose="020B0604020202020204" pitchFamily="34" charset="0"/>
              </a:rPr>
              <a:t>Las operaciones de </a:t>
            </a:r>
            <a:r>
              <a:rPr lang="es-CO" sz="2400" dirty="0">
                <a:solidFill>
                  <a:srgbClr val="0000FF"/>
                </a:solidFill>
                <a:latin typeface="Arial" panose="020B0604020202020204" pitchFamily="34" charset="0"/>
                <a:cs typeface="Arial" panose="020B0604020202020204" pitchFamily="34" charset="0"/>
              </a:rPr>
              <a:t>unión, intersección y diferencia</a:t>
            </a:r>
            <a:r>
              <a:rPr lang="es-CO" sz="2400" dirty="0">
                <a:latin typeface="Arial" panose="020B0604020202020204" pitchFamily="34" charset="0"/>
                <a:cs typeface="Arial" panose="020B0604020202020204" pitchFamily="34" charset="0"/>
              </a:rPr>
              <a:t> normalmente los suprimen. A fin de evitar que ello suceda, es necesario agregar  enseguida de los operadores </a:t>
            </a:r>
            <a:r>
              <a:rPr lang="es-CO" sz="2400" b="1" dirty="0">
                <a:solidFill>
                  <a:srgbClr val="FF3366"/>
                </a:solidFill>
                <a:latin typeface="Arial" panose="020B0604020202020204" pitchFamily="34" charset="0"/>
                <a:cs typeface="Arial" panose="020B0604020202020204" pitchFamily="34" charset="0"/>
              </a:rPr>
              <a:t>UNION</a:t>
            </a:r>
            <a:r>
              <a:rPr lang="es-CO" sz="2400" dirty="0">
                <a:latin typeface="Arial" panose="020B0604020202020204" pitchFamily="34" charset="0"/>
                <a:cs typeface="Arial" panose="020B0604020202020204" pitchFamily="34" charset="0"/>
              </a:rPr>
              <a:t>, </a:t>
            </a:r>
            <a:r>
              <a:rPr lang="es-CO" sz="2400" b="1" dirty="0">
                <a:solidFill>
                  <a:srgbClr val="FF3366"/>
                </a:solidFill>
                <a:latin typeface="Arial" panose="020B0604020202020204" pitchFamily="34" charset="0"/>
                <a:cs typeface="Arial" panose="020B0604020202020204" pitchFamily="34" charset="0"/>
              </a:rPr>
              <a:t>INTERSECT</a:t>
            </a:r>
            <a:r>
              <a:rPr lang="es-CO" sz="2400" dirty="0">
                <a:latin typeface="Arial" panose="020B0604020202020204" pitchFamily="34" charset="0"/>
                <a:cs typeface="Arial" panose="020B0604020202020204" pitchFamily="34" charset="0"/>
              </a:rPr>
              <a:t> o </a:t>
            </a:r>
            <a:r>
              <a:rPr lang="es-CO" sz="2400" b="1" dirty="0">
                <a:solidFill>
                  <a:srgbClr val="FF3366"/>
                </a:solidFill>
                <a:latin typeface="Arial" panose="020B0604020202020204" pitchFamily="34" charset="0"/>
                <a:cs typeface="Arial" panose="020B0604020202020204" pitchFamily="34" charset="0"/>
              </a:rPr>
              <a:t>EXCEPT</a:t>
            </a:r>
            <a:r>
              <a:rPr lang="es-CO" sz="2400" dirty="0">
                <a:latin typeface="Arial" panose="020B0604020202020204" pitchFamily="34" charset="0"/>
                <a:cs typeface="Arial" panose="020B0604020202020204" pitchFamily="34" charset="0"/>
              </a:rPr>
              <a:t>, la palabra clave </a:t>
            </a:r>
            <a:r>
              <a:rPr lang="es-CO" sz="2400" b="1" dirty="0">
                <a:solidFill>
                  <a:srgbClr val="FF3366"/>
                </a:solidFill>
                <a:latin typeface="Arial" panose="020B0604020202020204" pitchFamily="34" charset="0"/>
                <a:cs typeface="Arial" panose="020B0604020202020204" pitchFamily="34" charset="0"/>
              </a:rPr>
              <a:t>ALL</a:t>
            </a:r>
            <a:r>
              <a:rPr lang="es-CO"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471225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14A99-37E7-FD86-1156-A753F20D5A3A}"/>
              </a:ext>
            </a:extLst>
          </p:cNvPr>
          <p:cNvSpPr>
            <a:spLocks noGrp="1"/>
          </p:cNvSpPr>
          <p:nvPr>
            <p:ph type="ctrTitle"/>
          </p:nvPr>
        </p:nvSpPr>
        <p:spPr>
          <a:xfrm>
            <a:off x="1820332" y="0"/>
            <a:ext cx="10144505" cy="1181819"/>
          </a:xfrm>
        </p:spPr>
        <p:txBody>
          <a:bodyPr anchor="ctr"/>
          <a:lstStyle/>
          <a:p>
            <a:r>
              <a:rPr lang="es-CO" sz="5400" dirty="0">
                <a:latin typeface="Arial" panose="020B0604020202020204" pitchFamily="34" charset="0"/>
                <a:cs typeface="Arial" panose="020B0604020202020204" pitchFamily="34" charset="0"/>
              </a:rPr>
              <a:t>Costo de Eliminar Duplicados</a:t>
            </a:r>
          </a:p>
        </p:txBody>
      </p:sp>
      <p:sp>
        <p:nvSpPr>
          <p:cNvPr id="4" name="CuadroTexto 3">
            <a:extLst>
              <a:ext uri="{FF2B5EF4-FFF2-40B4-BE49-F238E27FC236}">
                <a16:creationId xmlns:a16="http://schemas.microsoft.com/office/drawing/2014/main" id="{A29C0834-3DBC-9FB3-0E0A-F77D599198EB}"/>
              </a:ext>
            </a:extLst>
          </p:cNvPr>
          <p:cNvSpPr txBox="1"/>
          <p:nvPr/>
        </p:nvSpPr>
        <p:spPr>
          <a:xfrm>
            <a:off x="1820332" y="1181819"/>
            <a:ext cx="9516534" cy="4727897"/>
          </a:xfrm>
          <a:prstGeom prst="rect">
            <a:avLst/>
          </a:prstGeom>
          <a:noFill/>
        </p:spPr>
        <p:txBody>
          <a:bodyPr wrap="square" rtlCol="0">
            <a:spAutoFit/>
          </a:bodyPr>
          <a:lstStyle/>
          <a:p>
            <a:pPr marL="47625" indent="0" algn="just">
              <a:lnSpc>
                <a:spcPct val="98000"/>
              </a:lnSpc>
              <a:spcAft>
                <a:spcPts val="17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s-CO" sz="2400" dirty="0">
                <a:latin typeface="Arial" panose="020B0604020202020204" pitchFamily="34" charset="0"/>
                <a:cs typeface="Arial" panose="020B0604020202020204" pitchFamily="34" charset="0"/>
              </a:rPr>
              <a:t>Se puede tener la tentación de colocar la palabra clave </a:t>
            </a:r>
            <a:r>
              <a:rPr lang="es-CO" sz="2400" b="1" dirty="0">
                <a:solidFill>
                  <a:srgbClr val="FF3366"/>
                </a:solidFill>
                <a:latin typeface="Arial" panose="020B0604020202020204" pitchFamily="34" charset="0"/>
                <a:cs typeface="Arial" panose="020B0604020202020204" pitchFamily="34" charset="0"/>
              </a:rPr>
              <a:t>DISTINCT</a:t>
            </a:r>
            <a:r>
              <a:rPr lang="es-CO" sz="2400" dirty="0">
                <a:latin typeface="Arial" panose="020B0604020202020204" pitchFamily="34" charset="0"/>
                <a:cs typeface="Arial" panose="020B0604020202020204" pitchFamily="34" charset="0"/>
              </a:rPr>
              <a:t>  después de toda cláusula </a:t>
            </a:r>
            <a:r>
              <a:rPr lang="es-CO" sz="2400" b="1" dirty="0">
                <a:solidFill>
                  <a:srgbClr val="5E11A6"/>
                </a:solidFill>
                <a:latin typeface="Arial" panose="020B0604020202020204" pitchFamily="34" charset="0"/>
                <a:cs typeface="Arial" panose="020B0604020202020204" pitchFamily="34" charset="0"/>
              </a:rPr>
              <a:t>SELECT</a:t>
            </a:r>
            <a:r>
              <a:rPr lang="es-CO" sz="2400" dirty="0">
                <a:latin typeface="Arial" panose="020B0604020202020204" pitchFamily="34" charset="0"/>
                <a:cs typeface="Arial" panose="020B0604020202020204" pitchFamily="34" charset="0"/>
              </a:rPr>
              <a:t>, por suponer que no se produce ningún daño.</a:t>
            </a:r>
          </a:p>
          <a:p>
            <a:pPr marL="47625" indent="0" algn="just">
              <a:lnSpc>
                <a:spcPct val="98000"/>
              </a:lnSpc>
              <a:spcAft>
                <a:spcPts val="17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s-CO" sz="2400" dirty="0">
                <a:latin typeface="Arial" panose="020B0604020202020204" pitchFamily="34" charset="0"/>
                <a:cs typeface="Arial" panose="020B0604020202020204" pitchFamily="34" charset="0"/>
              </a:rPr>
              <a:t>La realidad es que resulta </a:t>
            </a:r>
            <a:r>
              <a:rPr lang="es-CO" sz="2400" b="1" dirty="0">
                <a:solidFill>
                  <a:srgbClr val="FF0000"/>
                </a:solidFill>
                <a:latin typeface="Arial" panose="020B0604020202020204" pitchFamily="34" charset="0"/>
                <a:cs typeface="Arial" panose="020B0604020202020204" pitchFamily="34" charset="0"/>
              </a:rPr>
              <a:t>bastante costoso</a:t>
            </a:r>
            <a:r>
              <a:rPr lang="es-CO" sz="2400" dirty="0">
                <a:latin typeface="Arial" panose="020B0604020202020204" pitchFamily="34" charset="0"/>
                <a:cs typeface="Arial" panose="020B0604020202020204" pitchFamily="34" charset="0"/>
              </a:rPr>
              <a:t> eliminar duplicados de una relación: hay que </a:t>
            </a:r>
            <a:r>
              <a:rPr lang="es-CO" sz="2400" dirty="0">
                <a:solidFill>
                  <a:srgbClr val="0000FF"/>
                </a:solidFill>
                <a:latin typeface="Arial" panose="020B0604020202020204" pitchFamily="34" charset="0"/>
                <a:cs typeface="Arial" panose="020B0604020202020204" pitchFamily="34" charset="0"/>
              </a:rPr>
              <a:t>ordenar la relación</a:t>
            </a:r>
            <a:r>
              <a:rPr lang="es-CO" sz="2400" dirty="0">
                <a:latin typeface="Arial" panose="020B0604020202020204" pitchFamily="34" charset="0"/>
                <a:cs typeface="Arial" panose="020B0604020202020204" pitchFamily="34" charset="0"/>
              </a:rPr>
              <a:t> de modo que las tuplas idénticas aparezcan </a:t>
            </a:r>
            <a:r>
              <a:rPr lang="es-CO" sz="2400" dirty="0">
                <a:solidFill>
                  <a:srgbClr val="FF0000"/>
                </a:solidFill>
                <a:latin typeface="Arial" panose="020B0604020202020204" pitchFamily="34" charset="0"/>
                <a:cs typeface="Arial" panose="020B0604020202020204" pitchFamily="34" charset="0"/>
              </a:rPr>
              <a:t>contiguas</a:t>
            </a:r>
            <a:r>
              <a:rPr lang="es-CO" sz="2400" dirty="0">
                <a:latin typeface="Arial" panose="020B0604020202020204" pitchFamily="34" charset="0"/>
                <a:cs typeface="Arial" panose="020B0604020202020204" pitchFamily="34" charset="0"/>
              </a:rPr>
              <a:t> (solo agrupándolas se puede determinar si una tupla debe eliminarse o no).</a:t>
            </a:r>
          </a:p>
          <a:p>
            <a:pPr marL="47625" indent="0" algn="just">
              <a:lnSpc>
                <a:spcPct val="98000"/>
              </a:lnSpc>
              <a:spcAft>
                <a:spcPts val="17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s-CO" sz="2400" dirty="0">
                <a:latin typeface="Arial" panose="020B0604020202020204" pitchFamily="34" charset="0"/>
                <a:cs typeface="Arial" panose="020B0604020202020204" pitchFamily="34" charset="0"/>
              </a:rPr>
              <a:t>El </a:t>
            </a:r>
            <a:r>
              <a:rPr lang="es-CO" sz="2400" dirty="0">
                <a:solidFill>
                  <a:srgbClr val="FF0000"/>
                </a:solidFill>
                <a:latin typeface="Arial" panose="020B0604020202020204" pitchFamily="34" charset="0"/>
                <a:cs typeface="Arial" panose="020B0604020202020204" pitchFamily="34" charset="0"/>
              </a:rPr>
              <a:t>tiempo</a:t>
            </a:r>
            <a:r>
              <a:rPr lang="es-CO" sz="2400" dirty="0">
                <a:latin typeface="Arial" panose="020B0604020202020204" pitchFamily="34" charset="0"/>
                <a:cs typeface="Arial" panose="020B0604020202020204" pitchFamily="34" charset="0"/>
              </a:rPr>
              <a:t> que dura el ordenamiento de las relaciones a menudo </a:t>
            </a:r>
            <a:r>
              <a:rPr lang="es-CO" sz="2400" b="1" dirty="0">
                <a:solidFill>
                  <a:srgbClr val="0000FF"/>
                </a:solidFill>
                <a:latin typeface="Arial" panose="020B0604020202020204" pitchFamily="34" charset="0"/>
                <a:cs typeface="Arial" panose="020B0604020202020204" pitchFamily="34" charset="0"/>
              </a:rPr>
              <a:t>mayor</a:t>
            </a:r>
            <a:r>
              <a:rPr lang="es-CO" sz="2400" dirty="0">
                <a:latin typeface="Arial" panose="020B0604020202020204" pitchFamily="34" charset="0"/>
                <a:cs typeface="Arial" panose="020B0604020202020204" pitchFamily="34" charset="0"/>
              </a:rPr>
              <a:t> que el que tarda la ejecución de la consulta.</a:t>
            </a:r>
          </a:p>
          <a:p>
            <a:pPr marL="47625" indent="0" algn="just">
              <a:lnSpc>
                <a:spcPct val="98000"/>
              </a:lnSpc>
              <a:spcAft>
                <a:spcPts val="1700"/>
              </a:spcAft>
              <a:buFont typeface="StarSymbol" charset="0"/>
              <a:buNone/>
              <a:tabLst>
                <a:tab pos="723900" algn="l"/>
                <a:tab pos="1447800" algn="l"/>
                <a:tab pos="2171700" algn="l"/>
                <a:tab pos="2895600" algn="l"/>
                <a:tab pos="3619500" algn="l"/>
                <a:tab pos="4343400" algn="l"/>
                <a:tab pos="5067300" algn="l"/>
                <a:tab pos="5791200" algn="l"/>
                <a:tab pos="6515100" algn="l"/>
                <a:tab pos="7239000" algn="l"/>
                <a:tab pos="7962900" algn="l"/>
              </a:tabLst>
            </a:pPr>
            <a:r>
              <a:rPr lang="es-CO" sz="2400" dirty="0">
                <a:latin typeface="Arial" panose="020B0604020202020204" pitchFamily="34" charset="0"/>
                <a:cs typeface="Arial" panose="020B0604020202020204" pitchFamily="34" charset="0"/>
              </a:rPr>
              <a:t>En conclusión, </a:t>
            </a:r>
            <a:r>
              <a:rPr lang="es-CO" sz="2400" dirty="0">
                <a:solidFill>
                  <a:srgbClr val="0000FF"/>
                </a:solidFill>
                <a:latin typeface="Arial" panose="020B0604020202020204" pitchFamily="34" charset="0"/>
                <a:cs typeface="Arial" panose="020B0604020202020204" pitchFamily="34" charset="0"/>
              </a:rPr>
              <a:t>hay que utilizar la eliminación con mucha prudencia</a:t>
            </a:r>
            <a:r>
              <a:rPr lang="es-CO" sz="2400" dirty="0">
                <a:latin typeface="Arial" panose="020B0604020202020204" pitchFamily="34" charset="0"/>
                <a:cs typeface="Arial" panose="020B0604020202020204" pitchFamily="34" charset="0"/>
              </a:rPr>
              <a:t>, si se quiere ejecutar la consulta </a:t>
            </a:r>
            <a:r>
              <a:rPr lang="es-CO" sz="2400" dirty="0">
                <a:solidFill>
                  <a:srgbClr val="FF0000"/>
                </a:solidFill>
                <a:latin typeface="Arial" panose="020B0604020202020204" pitchFamily="34" charset="0"/>
                <a:cs typeface="Arial" panose="020B0604020202020204" pitchFamily="34" charset="0"/>
              </a:rPr>
              <a:t>rápidamente</a:t>
            </a:r>
            <a:r>
              <a:rPr lang="es-CO" sz="2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132063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800BA51-919B-9FC2-0EBA-0FD68A740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4145" y="0"/>
            <a:ext cx="7887854"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Título 4">
            <a:extLst>
              <a:ext uri="{FF2B5EF4-FFF2-40B4-BE49-F238E27FC236}">
                <a16:creationId xmlns:a16="http://schemas.microsoft.com/office/drawing/2014/main" id="{3D111C87-536D-B1D0-25D6-ED185323FD5A}"/>
              </a:ext>
            </a:extLst>
          </p:cNvPr>
          <p:cNvSpPr>
            <a:spLocks noGrp="1"/>
          </p:cNvSpPr>
          <p:nvPr>
            <p:ph type="ctrTitle"/>
          </p:nvPr>
        </p:nvSpPr>
        <p:spPr>
          <a:xfrm>
            <a:off x="4844472" y="2652056"/>
            <a:ext cx="6807200" cy="1553887"/>
          </a:xfrm>
          <a:noFill/>
        </p:spPr>
        <p:txBody>
          <a:bodyPr/>
          <a:lstStyle/>
          <a:p>
            <a:r>
              <a:rPr lang="es-MX" sz="9600" b="1" dirty="0">
                <a:ln w="13462">
                  <a:solidFill>
                    <a:schemeClr val="accent2">
                      <a:lumMod val="60000"/>
                      <a:lumOff val="40000"/>
                    </a:schemeClr>
                  </a:solidFill>
                  <a:prstDash val="solid"/>
                </a:ln>
                <a:solidFill>
                  <a:schemeClr val="accent2">
                    <a:lumMod val="50000"/>
                  </a:schemeClr>
                </a:solidFill>
                <a:effectLst>
                  <a:glow rad="63500">
                    <a:schemeClr val="accent2">
                      <a:satMod val="175000"/>
                      <a:alpha val="40000"/>
                    </a:schemeClr>
                  </a:glow>
                  <a:outerShdw dist="38100" dir="2700000" algn="bl" rotWithShape="0">
                    <a:schemeClr val="accent5"/>
                  </a:outerShdw>
                </a:effectLst>
                <a:latin typeface="Edwardian Script ITC" panose="020F0502020204030204" pitchFamily="66" charset="0"/>
              </a:rPr>
              <a:t>Muchas Gracias</a:t>
            </a:r>
            <a:endParaRPr lang="es-CO" sz="9600" b="1" dirty="0">
              <a:ln w="13462">
                <a:solidFill>
                  <a:schemeClr val="accent2">
                    <a:lumMod val="60000"/>
                    <a:lumOff val="40000"/>
                  </a:schemeClr>
                </a:solidFill>
                <a:prstDash val="solid"/>
              </a:ln>
              <a:solidFill>
                <a:schemeClr val="accent2">
                  <a:lumMod val="50000"/>
                </a:schemeClr>
              </a:solidFill>
              <a:effectLst>
                <a:glow rad="63500">
                  <a:schemeClr val="accent2">
                    <a:satMod val="175000"/>
                    <a:alpha val="40000"/>
                  </a:schemeClr>
                </a:glow>
                <a:outerShdw dist="38100" dir="2700000" algn="bl" rotWithShape="0">
                  <a:schemeClr val="accent5"/>
                </a:outerShdw>
              </a:effectLst>
              <a:latin typeface="Edwardian Script ITC" panose="020F0502020204030204" pitchFamily="66" charset="0"/>
            </a:endParaRPr>
          </a:p>
        </p:txBody>
      </p:sp>
    </p:spTree>
    <p:extLst>
      <p:ext uri="{BB962C8B-B14F-4D97-AF65-F5344CB8AC3E}">
        <p14:creationId xmlns:p14="http://schemas.microsoft.com/office/powerpoint/2010/main" val="2529119344"/>
      </p:ext>
    </p:extLst>
  </p:cSld>
  <p:clrMapOvr>
    <a:masterClrMapping/>
  </p:clrMapOvr>
</p:sld>
</file>

<file path=ppt/theme/theme1.xml><?xml version="1.0" encoding="utf-8"?>
<a:theme xmlns:a="http://schemas.openxmlformats.org/drawingml/2006/main" name="Tema de Office">
  <a:themeElements>
    <a:clrScheme name="Rojo naranja">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Diseño personalizado">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Diseño personalizado">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Plantilla_Univalle_PW_1</Template>
  <TotalTime>1432</TotalTime>
  <Words>5633</Words>
  <Application>Microsoft Office PowerPoint</Application>
  <PresentationFormat>Panorámica</PresentationFormat>
  <Paragraphs>543</Paragraphs>
  <Slides>53</Slides>
  <Notes>0</Notes>
  <HiddenSlides>0</HiddenSlides>
  <MMClips>0</MMClips>
  <ScaleCrop>false</ScaleCrop>
  <HeadingPairs>
    <vt:vector size="8" baseType="variant">
      <vt:variant>
        <vt:lpstr>Fuentes usadas</vt:lpstr>
      </vt:variant>
      <vt:variant>
        <vt:i4>12</vt:i4>
      </vt:variant>
      <vt:variant>
        <vt:lpstr>Tema</vt:lpstr>
      </vt:variant>
      <vt:variant>
        <vt:i4>5</vt:i4>
      </vt:variant>
      <vt:variant>
        <vt:lpstr>Servidores OLE incrustados</vt:lpstr>
      </vt:variant>
      <vt:variant>
        <vt:i4>1</vt:i4>
      </vt:variant>
      <vt:variant>
        <vt:lpstr>Títulos de diapositiva</vt:lpstr>
      </vt:variant>
      <vt:variant>
        <vt:i4>53</vt:i4>
      </vt:variant>
    </vt:vector>
  </HeadingPairs>
  <TitlesOfParts>
    <vt:vector size="71" baseType="lpstr">
      <vt:lpstr>Arial</vt:lpstr>
      <vt:lpstr>Calibri</vt:lpstr>
      <vt:lpstr>Calibri Light</vt:lpstr>
      <vt:lpstr>Consolas</vt:lpstr>
      <vt:lpstr>Courier New</vt:lpstr>
      <vt:lpstr>Edwardian Script ITC</vt:lpstr>
      <vt:lpstr>StarSymbol</vt:lpstr>
      <vt:lpstr>Symbol</vt:lpstr>
      <vt:lpstr>Times New Roman</vt:lpstr>
      <vt:lpstr>Verdana</vt:lpstr>
      <vt:lpstr>Wingdings</vt:lpstr>
      <vt:lpstr>Wingdings 2</vt:lpstr>
      <vt:lpstr>Tema de Office</vt:lpstr>
      <vt:lpstr>Diseño personalizado</vt:lpstr>
      <vt:lpstr>1_Diseño personalizado</vt:lpstr>
      <vt:lpstr>2_Diseño personalizado</vt:lpstr>
      <vt:lpstr>3_Diseño personalizado</vt:lpstr>
      <vt:lpstr>Worksheet</vt:lpstr>
      <vt:lpstr>Bases de datos I</vt:lpstr>
      <vt:lpstr>Objetivos de Aprendizaje</vt:lpstr>
      <vt:lpstr>El Lenguaje de Consulta SQL</vt:lpstr>
      <vt:lpstr>El Lenguaje de Consulta SQL</vt:lpstr>
      <vt:lpstr>El Lenguaje de Consulta SQL</vt:lpstr>
      <vt:lpstr>El Lenguaje de Consulta SQL</vt:lpstr>
      <vt:lpstr>Creación de Tablas</vt:lpstr>
      <vt:lpstr>Creación de Tablas</vt:lpstr>
      <vt:lpstr>Creación de Tablas</vt:lpstr>
      <vt:lpstr>Creación de Tablas</vt:lpstr>
      <vt:lpstr>Creación y Borrado de índices</vt:lpstr>
      <vt:lpstr>Creación y Borrado de índices</vt:lpstr>
      <vt:lpstr>Modificación y Borrado de Tablas</vt:lpstr>
      <vt:lpstr>Modificación y Borrado de Tablas</vt:lpstr>
      <vt:lpstr>Definir claves primarias y foráneas</vt:lpstr>
      <vt:lpstr>Definir claves primarias y foráneas</vt:lpstr>
      <vt:lpstr>Trabajo con Oracle o MariaDB</vt:lpstr>
      <vt:lpstr>Consulta de Datos</vt:lpstr>
      <vt:lpstr>Funcionamiento del SQL</vt:lpstr>
      <vt:lpstr>Funcionamiento del SQL</vt:lpstr>
      <vt:lpstr>Forma General de la Consulta</vt:lpstr>
      <vt:lpstr>Proyecciones usando SQL</vt:lpstr>
      <vt:lpstr>Proyecciones usando SQL</vt:lpstr>
      <vt:lpstr>Selecciones usando SQL</vt:lpstr>
      <vt:lpstr>Cláusula WHERE</vt:lpstr>
      <vt:lpstr>Cláusula WHERE</vt:lpstr>
      <vt:lpstr>Cláusula WHERE</vt:lpstr>
      <vt:lpstr>Consulta a varias tablas</vt:lpstr>
      <vt:lpstr>Consulta a varias tablas</vt:lpstr>
      <vt:lpstr>Consulta a varias tablas</vt:lpstr>
      <vt:lpstr>Consulta a varias tablas</vt:lpstr>
      <vt:lpstr>Subconsultas</vt:lpstr>
      <vt:lpstr>Subconsultas</vt:lpstr>
      <vt:lpstr>Subconsultas</vt:lpstr>
      <vt:lpstr>Renombrar Atributos</vt:lpstr>
      <vt:lpstr>Subconsultas Correlacionadas</vt:lpstr>
      <vt:lpstr>Subconsultas Correlacionadas</vt:lpstr>
      <vt:lpstr>Consultas Anidadas</vt:lpstr>
      <vt:lpstr>Consultas Anidadas</vt:lpstr>
      <vt:lpstr>Consultas Anidadas</vt:lpstr>
      <vt:lpstr>Predicados de Comparac. Cuantificados</vt:lpstr>
      <vt:lpstr>Predicados de Comparac. Cuantificados</vt:lpstr>
      <vt:lpstr>Condiciones en que intervienen Relac.</vt:lpstr>
      <vt:lpstr>Variable de Tupla y nombre de Relac.</vt:lpstr>
      <vt:lpstr>Comparación de Cadenas</vt:lpstr>
      <vt:lpstr>Comparación de Cadenas</vt:lpstr>
      <vt:lpstr>Comparación de Cadenas</vt:lpstr>
      <vt:lpstr>Comparación de Fecha y Hora</vt:lpstr>
      <vt:lpstr>Unión, Intersección y Diferencia</vt:lpstr>
      <vt:lpstr>Unión, Intersección y Diferencia</vt:lpstr>
      <vt:lpstr>Eliminación de Duplicados</vt:lpstr>
      <vt:lpstr>Costo de Eliminar Duplicados</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 de datos I</dc:title>
  <dc:creator>Wilmer Ortega Erazo</dc:creator>
  <cp:lastModifiedBy>Wilmer Ortega Erazo</cp:lastModifiedBy>
  <cp:revision>1</cp:revision>
  <dcterms:created xsi:type="dcterms:W3CDTF">2023-08-28T00:09:41Z</dcterms:created>
  <dcterms:modified xsi:type="dcterms:W3CDTF">2023-11-06T01:00:31Z</dcterms:modified>
</cp:coreProperties>
</file>