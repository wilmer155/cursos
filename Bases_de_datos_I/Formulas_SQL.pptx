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65" r:id="rId7"/>
    <p:sldId id="266" r:id="rId8"/>
    <p:sldId id="264" r:id="rId9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29123-3750-4FE9-B5C6-C3FA3D63EB2D}" v="7" dt="2023-12-05T16:43:26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94990643-8E4E-4CF9-87DE-7C4FB3DD37DE}"/>
    <pc:docChg chg="undo redo custSel addSld delSld modSld sldOrd">
      <pc:chgData name="Wilmer Ortega Erazo" userId="19082e28a51afb61" providerId="LiveId" clId="{94990643-8E4E-4CF9-87DE-7C4FB3DD37DE}" dt="2023-09-19T05:25:16.430" v="5958" actId="20577"/>
      <pc:docMkLst>
        <pc:docMk/>
      </pc:docMkLst>
      <pc:sldChg chg="modSp mod">
        <pc:chgData name="Wilmer Ortega Erazo" userId="19082e28a51afb61" providerId="LiveId" clId="{94990643-8E4E-4CF9-87DE-7C4FB3DD37DE}" dt="2023-09-19T04:26:45.077" v="4081" actId="123"/>
        <pc:sldMkLst>
          <pc:docMk/>
          <pc:sldMk cId="1286385962" sldId="257"/>
        </pc:sldMkLst>
        <pc:spChg chg="mod">
          <ac:chgData name="Wilmer Ortega Erazo" userId="19082e28a51afb61" providerId="LiveId" clId="{94990643-8E4E-4CF9-87DE-7C4FB3DD37DE}" dt="2023-09-19T04:26:45.077" v="4081" actId="123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94990643-8E4E-4CF9-87DE-7C4FB3DD37DE}" dt="2023-09-14T01:18:56.072" v="318" actId="123"/>
        <pc:sldMkLst>
          <pc:docMk/>
          <pc:sldMk cId="3431946679" sldId="265"/>
        </pc:sldMkLst>
        <pc:spChg chg="mod">
          <ac:chgData name="Wilmer Ortega Erazo" userId="19082e28a51afb61" providerId="LiveId" clId="{94990643-8E4E-4CF9-87DE-7C4FB3DD37DE}" dt="2023-09-14T00:57:11.941" v="38" actId="6549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18:56.072" v="318" actId="123"/>
          <ac:spMkLst>
            <pc:docMk/>
            <pc:sldMk cId="3431946679" sldId="265"/>
            <ac:spMk id="4" creationId="{A29C0834-3DBC-9FB3-0E0A-F77D599198EB}"/>
          </ac:spMkLst>
        </pc:spChg>
      </pc:sldChg>
      <pc:sldChg chg="del">
        <pc:chgData name="Wilmer Ortega Erazo" userId="19082e28a51afb61" providerId="LiveId" clId="{94990643-8E4E-4CF9-87DE-7C4FB3DD37DE}" dt="2023-09-13T23:55:26.385" v="1" actId="2696"/>
        <pc:sldMkLst>
          <pc:docMk/>
          <pc:sldMk cId="1781570308" sldId="26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043588" sldId="26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47522046" sldId="26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39485298" sldId="26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07773906" sldId="27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161581513" sldId="27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563264062" sldId="27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6196386" sldId="27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729497186" sldId="27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51404774" sldId="27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43063018" sldId="27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808660477" sldId="27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01650345" sldId="27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377595682" sldId="27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216447524" sldId="28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26264911" sldId="28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51016605" sldId="28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695693587" sldId="28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97497913" sldId="28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86808836" sldId="28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954065260" sldId="28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887545344" sldId="28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756311536" sldId="28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26742113" sldId="28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19220694" sldId="29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78730975" sldId="29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12074948" sldId="29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00314451" sldId="29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70218217" sldId="29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83735728" sldId="29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2916085" sldId="29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98863578" sldId="29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94367465" sldId="29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92678982" sldId="299"/>
        </pc:sldMkLst>
      </pc:sldChg>
      <pc:sldChg chg="addSp delSp modSp add mod">
        <pc:chgData name="Wilmer Ortega Erazo" userId="19082e28a51afb61" providerId="LiveId" clId="{94990643-8E4E-4CF9-87DE-7C4FB3DD37DE}" dt="2023-09-14T00:58:51.383" v="64" actId="1076"/>
        <pc:sldMkLst>
          <pc:docMk/>
          <pc:sldMk cId="257352372" sldId="301"/>
        </pc:sldMkLst>
        <pc:spChg chg="del mod">
          <ac:chgData name="Wilmer Ortega Erazo" userId="19082e28a51afb61" providerId="LiveId" clId="{94990643-8E4E-4CF9-87DE-7C4FB3DD37DE}" dt="2023-09-14T00:58:37.307" v="62" actId="478"/>
          <ac:spMkLst>
            <pc:docMk/>
            <pc:sldMk cId="257352372" sldId="301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30" creationId="{821C1DD0-E74F-8FD5-3BD2-7B6A590F691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5" creationId="{0A201B94-67A2-4C2F-030E-2BEAD128C8E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6" creationId="{02C528C8-0353-72D9-6ABA-45CD1AF7C9C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7" creationId="{1A8E6155-0E34-656C-1712-A766DC93DA1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8" creationId="{4435ED9F-17D4-D1D4-6DBC-63DB715C6DB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9" creationId="{4DB17C35-BCE9-F552-002A-29BF29D19BA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0" creationId="{B2F5A447-3BEF-0AA2-4409-04520F1C71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1" creationId="{F13D36EF-3546-57E4-F08C-77974E2FDF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2" creationId="{808DF9BB-63F9-3F93-8F1C-88606E575B8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3" creationId="{B11BC1D0-5E63-33F1-3198-0E924B42A0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4" creationId="{C99740A7-D299-12CC-E847-8A120DCEF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5" creationId="{ECDB4592-6F1D-72F9-4368-920BD7E32C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6" creationId="{9E184A68-DA9C-4DE2-D562-4A1B4E3FEF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7" creationId="{9C1EBB80-0786-01EF-0D58-81100722FCD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8" creationId="{92A939D4-162C-9D3F-DD34-2BD912C9B5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9" creationId="{9A78BA66-3C89-0EC5-8323-BDFA835AB9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0" creationId="{9BF22A0B-1FF3-DD78-3615-869BD2C7D87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1" creationId="{650F240E-D13F-D905-8434-7DB7BD4F4D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2" creationId="{3C7D878B-43EB-970F-49B0-6EE039AB4F3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3" creationId="{4FE9B6DB-6331-7FDB-FCDD-D27EB2A6CA0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4" creationId="{35EC97CF-F157-D89B-E6F2-C31A58ACB17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5" creationId="{1B76D029-EF23-C699-1F0F-C3B56D3422A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6" creationId="{C3FF7EF3-DA92-40B0-348E-705135F5AA8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7" creationId="{7C6D6A72-18EC-D23D-6236-5A996066A0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8" creationId="{9CF08582-D6AB-AB30-4EE5-91C9E9DDE3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9" creationId="{A142077A-AE59-D349-76B9-4D226F175F9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0" creationId="{BCE4B6EB-726C-E0E3-D648-47C5E834033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1" creationId="{48CDD72F-DFA7-02D2-B598-F0AC82998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2" creationId="{3BA1065C-F040-6D9C-1B51-F833639A22E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3" creationId="{212C320B-68FF-C82E-5A93-51BB48B4E2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4" creationId="{A1176139-5790-3874-6218-8113D4A1E89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5" creationId="{7B1F2C92-CF1D-4128-C937-F97385D2B5B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6" creationId="{6F77EA40-8E64-F447-B59F-A8795675E26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7" creationId="{84743A29-B405-BF9D-7477-53FCD58C27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8" creationId="{A34DD042-1752-720E-EC32-0FA6C1A30FD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9" creationId="{AE8A831E-0C84-200C-F3A2-7136907B83D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0" creationId="{2B2F0D63-E163-9224-A124-593C09791F1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1" creationId="{39A6FEC4-93CA-0BC0-AF92-75A2411168A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2" creationId="{00F0B2D6-4AB1-B4ED-9C7D-47B185779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3" creationId="{0E4AAEA3-BF9D-D1D2-A31D-E9AA2BA9E78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4" creationId="{7999391D-B622-D316-2D8C-E5A5BF1AB06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5" creationId="{25E6302F-25AC-46DB-4500-30875D7ADE5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6" creationId="{80EF0143-D96F-A3F8-6BEF-C712662B56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7" creationId="{3AFCE8FD-20D7-2B9B-EDBF-99A481DA35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8" creationId="{8119E9F0-EC80-031B-05A2-CA807FC77B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9" creationId="{E59676FA-3D79-057C-37DD-562369329EF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0" creationId="{EDFA0559-8263-9AF9-722F-8BF2943858E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1" creationId="{204214E0-63AE-57EB-B47B-24D6A5DDD2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2" creationId="{CFEC79E9-C691-2F0F-9AF4-84BA131CC1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3" creationId="{E05C27C4-0841-60A3-4DA9-2511A9261CD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4" creationId="{646C99F0-9F48-EB72-DD53-D068B4E5559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5" creationId="{6E1F8834-6F7F-E726-1166-68870866481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6" creationId="{CC0F37C8-0983-9D6C-AFF4-D8DDCBF66A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7" creationId="{60AF7852-7554-A649-0211-061C43080C3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8" creationId="{C4C3AEB5-5125-AC68-C4D7-517734579B7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9" creationId="{65508DE2-0B29-3E6C-1729-85A8A0E41A3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0" creationId="{B8EAAEB8-5807-9FFB-7968-B5A134B54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1" creationId="{A961F514-505B-BD07-40C2-EF2A8D497D2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2" creationId="{A3CEA4F5-5799-54BA-5D35-C4017BAB672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3" creationId="{C67636EE-EB53-FF86-A2C2-ECF3E690F41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4" creationId="{3826F147-4CB5-D374-0B6D-1C4AA8348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5" creationId="{9A7481CA-648A-2BBC-AEC3-77160B927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6" creationId="{094F077F-73E8-2884-D2F9-7CBB0F20F8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7" creationId="{C3DE86D2-4D00-692F-E7D0-83749CDE8F6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8" creationId="{C2D8B825-234B-16DB-8435-94CBE9F822C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9" creationId="{561E55DB-3F59-0571-283E-9F74893588C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0" creationId="{4A6C1774-E303-722A-EDBC-CF842CE966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1" creationId="{774740B0-95EF-E025-7821-EF8EA2FCFC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2" creationId="{97293C43-9C94-34BB-98C0-36E067E5C7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3" creationId="{24686E95-3630-646D-CCB8-7F8F17108B6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4" creationId="{010B73DB-2789-26E9-5EDA-2E30F883B3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5" creationId="{C18F20D1-1F14-130D-0E9B-545C2E396CD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6" creationId="{85FF3C9A-5CE7-A352-DABC-87663FD0058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7" creationId="{7E6913F8-A71B-633A-16D1-1AB3FF08A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8" creationId="{C839B249-2EDD-3598-D4BA-AD15921988D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9" creationId="{1C010609-489F-802C-2704-26E3A6E12C2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0" creationId="{5649806C-06A6-E2ED-8AA3-E9E9A90266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1" creationId="{76B667D3-A394-9067-8A69-BA732E1B6F0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2" creationId="{CE711F6D-7654-C26E-D9D3-AF3781D9BAF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3" creationId="{0AC32F6F-F71E-C3AB-E0DE-DAB44A606B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4" creationId="{708E6528-B542-B805-102F-866C2BA17EC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5" creationId="{4948BC87-7DB4-247A-F877-1C78672B46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6" creationId="{916AE519-E1CA-18A5-5029-03A3E8B11E1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7" creationId="{3EA55079-C720-C5F5-4642-B91B3DDB44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8" creationId="{A35521C8-E66F-977B-6D4E-B67C77F9C38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9" creationId="{D373BBE9-5638-094F-75BA-A951CF3DA18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0" creationId="{EFF7ED1F-5E80-57C5-8F29-A6ACEAC18B7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1" creationId="{EFECB652-DDD6-5E34-B23B-6F0656D1779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2" creationId="{02B59DF6-5CCE-8D33-7C48-66774517BA6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3" creationId="{F1269DAD-6060-C5A2-AE8B-08069B44423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4" creationId="{DA3EE334-1313-20A5-5B2E-9FAA3A1BD5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5" creationId="{D7B9B7FB-825F-42D5-DA4B-608F3C9AA8F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6" creationId="{363CD76F-1DCB-AF38-1290-92B42EC4E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7" creationId="{5480AFA0-1E62-2696-0298-3F36D605DF64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8" creationId="{EEE02B50-E714-4564-CA24-6DAE7EA4E8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8" creationId="{282EDF45-F336-9B46-669E-A8E991EBD2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9" creationId="{2F6B2CDD-9789-D8DC-C640-B0021B5E5C8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0" creationId="{D3337C4B-BDC6-48BB-7D60-E543A97C074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1" creationId="{4F030BDE-57F3-E335-7179-730BEF3B72E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2" creationId="{A3F15205-EE4A-2BC2-A16A-DEE693AECF1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3" creationId="{AFAE6D6A-0C08-621A-3BE8-49C5B5A797E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4" creationId="{2E1E8B84-081E-2B7C-0F54-AA0D540DE3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5" creationId="{591C520E-20D1-DCAD-7AA3-CF631CC594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6" creationId="{0CB78CE5-9C8A-49A8-1270-35C9AAE064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7" creationId="{EFC82B85-1A36-FAA6-850D-19148C24BAF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8" creationId="{8310E293-F1FF-26B3-65F4-B8EBF5C53EE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9" creationId="{E280DD52-DF00-E64B-0B98-F862EAF97A9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0" creationId="{0C1D7BBF-AED3-1A04-D842-674149BF537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1" creationId="{A2750BD6-E6A6-3541-62A9-C6416EE6EB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2" creationId="{0B3D6643-6C5B-E373-DAA4-60662A48D3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3" creationId="{CA16818F-5C78-E351-FAF3-5FFF75E0356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4" creationId="{D94DACA2-E57F-1E1F-1E46-3A359EDFBCE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5" creationId="{685DEF34-C707-75DC-34B2-C63163588E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6" creationId="{CA379C78-2535-D3E3-C380-4737CDD2A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7" creationId="{6203A06F-CCEF-3A9B-B050-ABCEA11188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8" creationId="{05C60299-4CF3-A869-5567-34C8EDECDA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9" creationId="{68C808F2-1645-34E4-8928-B48C6FC9F12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0" creationId="{ED7CD46A-3C7E-9DF6-6B74-4668DD62B85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1" creationId="{640670D8-AC88-C1AA-65DA-995471DCAB6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2" creationId="{341E43BB-4011-D354-ABD3-4D523AED940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3" creationId="{999B2B21-BED3-37BE-554A-5FD5A046001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4" creationId="{2EAB82E9-873B-5A9F-766F-09913E28114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5" creationId="{60ABB1BF-EC80-2554-8DAE-6419D0C0DBD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6" creationId="{288F029F-D3B5-2151-5898-AB5F0F1788F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7" creationId="{50D67CD7-81C4-50D9-268B-EBE2F966BFE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8" creationId="{EA351BD0-A64D-B6D6-7F43-3121C94E086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9" creationId="{A925A539-936B-E944-C335-7AA253A6D96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0" creationId="{B4EEFD11-66A7-0CBB-67F3-C122D7A808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1" creationId="{082D56ED-8CF5-33A8-61C8-CCF7D9C719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2" creationId="{F80270D9-2B38-2FFD-0293-3979028731E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3" creationId="{73428E7E-FE12-F561-7F14-0FC63488717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4" creationId="{31DE5465-68E8-CA55-1445-36CEFC1B08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5" creationId="{D26ECE08-C520-4B18-23CC-2D76B65E115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6" creationId="{EB246EFD-5FA3-7EC2-71F0-AD4D5B06D8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7" creationId="{55C133D9-BF39-1372-CDAA-B6B3DD0BF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8" creationId="{3DAF830E-A346-48C3-8C1F-7CEB55A323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9" creationId="{B704B196-416B-347F-68E9-C4B1F94B6EE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0" creationId="{BD100EDE-EFA0-81E7-CCC0-758E92BD8B0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1" creationId="{A14A1613-C77D-4DF3-7B2E-8D316AD6FAB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2" creationId="{42A7C532-C5A4-A059-A55C-A8B0D5F2A33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3" creationId="{6B3781D3-7893-3BE1-7DBA-E4BA4416D4E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4" creationId="{FB621D3F-0358-A5EF-8DE8-C774A88DD43E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5" creationId="{D3E00811-B51F-CEDE-BA9E-98ADB3B7543E}"/>
          </ac:spMkLst>
        </pc:s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" creationId="{2EE93B74-8CB5-4802-DE77-F28EE8288A3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5" creationId="{94D07ADC-74B6-3054-C03C-9C358DC75DB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6" creationId="{6A183998-5A7D-71DC-7AE6-0AE25F9BDA4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7" creationId="{5F719087-8D16-674E-A239-C867B4FD996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8" creationId="{1EFF5C09-7631-D1F0-163B-E54CA9491A3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9" creationId="{B3D11DC5-042C-8C4C-0480-EB0075B2E9E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0" creationId="{79D36307-2DF2-92EC-BE9B-A30F639AFAE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1" creationId="{E46830B1-E200-4AEB-42FE-95C36FFA423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2" creationId="{02DD39BD-A01E-0E73-CC22-1EDB060799E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" creationId="{963260D7-A505-20EB-4B55-3D1A8768363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" creationId="{6E9C8BDD-03CC-F13E-AE21-64A77003764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" creationId="{F89F9AC3-CE05-74A4-14AB-2AC0D3916BC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6" creationId="{4C83BFBD-615C-5AAE-B3A7-6BC5A4D2E55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7" creationId="{CA99943D-71EA-AB9B-3912-CE010007E51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8" creationId="{CA5D39D8-B19D-F9F6-C859-B566B6C7BDD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9" creationId="{CE09273D-4FE0-CCF3-9383-50269ACED3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0" creationId="{3174B1E3-AB17-EC85-FE80-F4B3C211936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1" creationId="{8FB75041-3EE1-9BA6-DED1-1297E5012448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2" creationId="{5EE2E2F7-B166-8DDE-9ACE-EFD732F168B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3" creationId="{9CADCD6D-33CD-3876-02DE-4C66479624C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4" creationId="{C68A2683-4F1D-E668-0818-37C1723D44A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5" creationId="{B82D75A5-4531-7038-BC4A-B4081469DF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6" creationId="{EDF27EB8-3B11-A075-EA72-CE8317C58E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7" creationId="{4CB020A7-B3C6-F8FA-38CC-9E70D0D582B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8" creationId="{55360BD3-2A4A-BDAF-6D75-43A7F864F74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9" creationId="{05291A85-8D51-8BCD-309C-FAC6444586D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1" creationId="{B345B244-6FD1-65A5-2C46-EBF325F438A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2" creationId="{E3EAF35C-A9C8-C38A-4DA1-E8335CF4B6F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3" creationId="{B9828780-1FA8-128D-21DF-78F84117D3F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4" creationId="{810EE469-D463-2817-BC5F-85A91169DAF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5" creationId="{4AA62C9E-F43A-534C-AA4E-D42C6E2FED1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6" creationId="{5393CD05-6B72-3FAF-69EE-8EB43D61649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7" creationId="{4A3240E7-8E6E-D827-AB27-87FEC68FA77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8" creationId="{1D92D965-FDF4-3631-2735-ACC187BDE33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9" creationId="{B69D58F8-661D-F76D-6041-DFC7DEFC2F9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0" creationId="{52B8246F-5146-A3B0-382B-2E67DA78832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1" creationId="{5661BAF2-3804-32D1-3931-8CA9F8536B0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2" creationId="{E9E9ABFC-8006-40BD-DCEC-D2A15D54AD5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3" creationId="{DE274EA8-7BAC-2938-C658-B6D11B1BBE8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4" creationId="{05F6D0FD-3A1A-5D53-D5CF-70C72D1BD421}"/>
          </ac:grpSpMkLst>
        </pc:gr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9" creationId="{338B4592-8651-2F35-A6B2-AA0DBED6CB1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0" creationId="{391D7C9C-C906-0424-113C-14BEE07C89B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1" creationId="{E1B410A2-4F30-EE4E-E090-1AD98E05EBA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2" creationId="{E90E91F6-E6FF-A5AD-D58A-76554301FCA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3" creationId="{6EB30D60-D9EE-302B-227C-C0A413B06CA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4" creationId="{AC87735C-673A-7CDB-BFC2-174BB8BD479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5" creationId="{FE7C20B0-3D82-3D8A-94D0-0E7771C2BF0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6" creationId="{50C22B3A-E0B6-E7B0-D149-BBEA121B81A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7" creationId="{449A8683-D92C-CE3B-A2BA-247E69D7375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8" creationId="{557D7133-230B-ED5B-7A42-F61620D14F7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9" creationId="{6DF62300-5AF7-380C-2ABE-15BD706DE19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0" creationId="{07965680-740C-3B2E-0C1D-F82EA543BA3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1" creationId="{C16EB2A2-D208-4085-6935-25C68E43004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2" creationId="{D09ABF39-FC38-6308-999B-85CA91CF40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3" creationId="{F2267D43-878C-DF70-3804-23B6979ED98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4" creationId="{C61BAEEB-98F6-17F7-5FF9-0FCDD4442F2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5" creationId="{EC7A3DF1-A823-17CB-1B53-5AF4ACE0FD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6" creationId="{F232E076-3F94-D64F-0B98-45663EA1524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7" creationId="{0F27289F-E92E-FC2B-5C11-0599FB717B7F}"/>
          </ac:grpSpMkLst>
        </pc:grpChg>
      </pc:sldChg>
      <pc:sldChg chg="addSp delSp modSp add">
        <pc:chgData name="Wilmer Ortega Erazo" userId="19082e28a51afb61" providerId="LiveId" clId="{94990643-8E4E-4CF9-87DE-7C4FB3DD37DE}" dt="2023-09-14T00:59:11.253" v="69" actId="1076"/>
        <pc:sldMkLst>
          <pc:docMk/>
          <pc:sldMk cId="4212173715" sldId="302"/>
        </pc:sldMkLst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" creationId="{AE7D06B9-93C9-16D0-9D3E-5BB975121491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138" creationId="{EEE02B50-E714-4564-CA24-6DAE7EA4E8A6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205" creationId="{D3E00811-B51F-CEDE-BA9E-98ADB3B7543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39" creationId="{71B80941-AE56-E866-EBA3-575536D35E9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0" creationId="{C2E0D222-F1C5-DCC7-6FF6-8F0226FD87C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1" creationId="{3B781577-08E1-2504-7C40-ADA00D235E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2" creationId="{2657FA2A-455D-B16B-9455-1031785FE6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3" creationId="{DFB5042F-4BAA-A363-0C82-06E323CD5F2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4" creationId="{8FE2B1B8-9D4B-69AF-48D2-1C3D363BCA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5" creationId="{A8331E5F-71C7-7D4D-9984-A17E8D1350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6" creationId="{F0F2197F-C180-9670-B81A-0EA7CD8C19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7" creationId="{B71707EF-294E-6E2A-F4B4-E1164C4F46E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8" creationId="{E376B718-1E30-06A2-914D-B4B8362098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9" creationId="{7D996BDC-82D4-E6CD-C14B-DF7A623EC1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0" creationId="{775C73C0-4440-100F-8E48-2C6B0D21957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1" creationId="{C2E3DDFA-A236-EBB0-694C-777AC7C00DA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2" creationId="{ED45CC0A-3ED9-EED9-2BEC-827ECFAED95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3" creationId="{56AA9105-4498-3617-70EF-D3AE21DF8E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4" creationId="{53F4178D-4EA2-9BF5-DF3E-622CD23D9C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5" creationId="{C93BD38C-2115-BB60-C314-A24C6FD494C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6" creationId="{D93983CF-430F-0808-4FF1-3EDE222A11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7" creationId="{97B5B538-9116-6F40-90EC-4757C576E2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8" creationId="{099D5B2B-ABDA-B006-966E-7E5854CACA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9" creationId="{293D2425-3DEA-AC3D-A292-9EBB6B34DC8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0" creationId="{EA92D949-FD67-D39E-8BD7-833BBAC41B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1" creationId="{3E2C1E70-B780-0C29-B251-B8D0255E51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2" creationId="{5FD5BAA9-C46F-6B0A-A87F-ECC8EFE4DD1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3" creationId="{11655FB4-E4E0-8A17-5A1B-049B5738156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4" creationId="{4E7EB9F7-9D23-028A-D7D8-9AFDD3A3389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5" creationId="{9C039409-ACBE-2D03-42C8-DDE5EB40504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6" creationId="{B7ACBC63-C13C-22A4-B6FA-E8A9A453B79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7" creationId="{FCAD6289-E477-E3BB-F278-0AA4F34F84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8" creationId="{C32535CD-CE39-3553-0ABB-553963EF35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9" creationId="{C8FCE394-624A-B68A-C3D5-5CEEED39CC7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0" creationId="{2F9A8196-441A-DE70-9267-4F665DE1393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1" creationId="{FB4C0D8A-5C3B-51E6-5E4A-625FB7CC11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2" creationId="{A78A7988-C9DD-879A-0352-2C634758F82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3" creationId="{AD7C56CD-09BD-D3E4-D333-657EDB54EA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4" creationId="{E5F35FA9-3591-74AF-D81E-B14DD34F8F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5" creationId="{F9513476-9B35-0BC9-8FE6-2616848C3CC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6" creationId="{F826A73F-5D7A-3408-C644-58420F583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7" creationId="{BDBEB83D-5B9D-032D-16DA-E9EEA0ED09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8" creationId="{D474DFD8-710B-BECF-7C50-15CD579965F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9" creationId="{F534C04F-C996-95FA-5F87-8F24DD96415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0" creationId="{C7796DFC-3023-F987-3A5D-386A06117D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1" creationId="{EF369CEB-773C-3DC3-D4EB-FF9790CB111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2" creationId="{6F12E6B7-AA8B-B74A-8D6B-C1FC5648870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3" creationId="{EE38FA01-311A-6972-E9A3-7E26BF30EAA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4" creationId="{5D73B08E-4DF8-1E42-8950-FB41A742B6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5" creationId="{1137E327-FC81-5C7C-7DEA-73876B533FF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6" creationId="{02ADD7A9-ECE4-9680-1A07-20DF3AE72F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7" creationId="{77F11F6B-7F34-AF80-679C-F5AF80778EA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8" creationId="{0B82FEFA-B291-AD27-EE16-8F27CCDB76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9" creationId="{919B053E-0F6C-1D1C-3691-C4C9D3FB97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0" creationId="{B88B8547-ACF1-E3CB-9CDB-4AFD72CE01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1" creationId="{8433FAC6-6D5A-2EE9-622F-FB1DF6A4F1D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2" creationId="{48AD702B-2AA5-7A6C-B8DC-387D6AB5EEE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3" creationId="{E6CC49E4-C72E-F45C-AF7A-468E48B821D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4" creationId="{B66D1740-BF55-E853-8D69-B2A82F0029D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5" creationId="{6EC170A8-A80D-D11C-D510-2F3C08F29C6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6" creationId="{3DEF7290-9EDF-DC62-810A-F0950AD4526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7" creationId="{FF982691-F38D-05E6-258E-D2E660D67C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8" creationId="{F1B337DE-419E-07AE-A04B-898BB52DBB0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9" creationId="{89478633-710B-26BA-FB95-DAC25115180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0" creationId="{858632DC-C3D5-2B53-AC37-136E3B2FDB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1" creationId="{015F65F3-4059-12B1-E2C8-A6D8046B6E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2" creationId="{B8371775-8FCC-55AF-2CEB-5763FA2776C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3" creationId="{1A9D2A0E-E955-DADD-CA77-CBCE9954517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4" creationId="{1A74D0A1-1F0C-E8A3-6BA5-AA7899D7A4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5" creationId="{F026EF06-0081-7F0A-11C7-7654085401D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6" creationId="{89548B07-A035-1817-3ABC-236E3BAEF07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7" creationId="{DBB7506F-9E08-DF8A-FDD8-60618ECE71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8" creationId="{462F6698-F7E3-987D-C071-ADDE064549B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9" creationId="{7F55A51E-7EAD-BE63-03B8-3BADFCE1A3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0" creationId="{ACA2877A-9E09-6357-4E59-67EFC0E2137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1" creationId="{FF9E2572-E1FA-713F-17AA-C78BC779E33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2" creationId="{45AEC68E-CE01-8C74-6E27-F87379B452F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3" creationId="{68115754-4879-3E1A-F4A5-E25816C725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4" creationId="{D8B9BF6E-FF8B-3AE3-0B6F-0957795B46B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5" creationId="{35CF8BDA-86CA-DE7C-5A75-6050C0258FC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6" creationId="{E7F7D8F2-7700-C4C4-880F-569F42D2C806}"/>
          </ac:spMkLst>
        </pc:spChg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7" creationId="{1ECEE707-36C7-5F5F-FA98-BE298404C5F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4" creationId="{47E65811-E071-BBD6-409E-22128FF9BD6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5" creationId="{F01C37EC-6CBB-9786-B49E-2249B26AC9B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6" creationId="{085122D1-1958-2B25-33AA-CE3C01FEB27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7" creationId="{A393E8A8-EBE9-E51A-EAF5-661BD35E14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8" creationId="{311BE61A-9CC5-363E-C6D4-57E63D19ABE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9" creationId="{0F8C5CB5-54BF-9F4D-F240-F5E26305524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0" creationId="{EE0D0442-843C-EA69-6C95-E6B81B317B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1" creationId="{177A34C9-04BD-4A3E-80CF-2A6D8C4D023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2" creationId="{1709944F-1284-F7C8-4A91-8198032CFC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3" creationId="{674A601E-BAFA-3287-FDDD-B2830BA39E5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4" creationId="{E7EEB83E-6F50-21AA-2174-B2C829235C4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5" creationId="{19B20CEA-3A0E-C611-674E-8416E73868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6" creationId="{16EE6A96-C596-2827-425D-8A6753B524E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7" creationId="{D9896239-04F9-1C22-577E-078E49ECF7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8" creationId="{415E420C-302F-B4A8-7FDA-6A7E327123E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9" creationId="{D91C93F9-81B9-6E1E-A26B-32D0E04EC1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0" creationId="{82AC0C07-ED50-8845-12AF-5E8AAE2C45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1" creationId="{31C22BD7-BA33-A346-EBF1-AB97B77F8E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2" creationId="{E5C14147-F930-2606-1B85-C730CED3A7A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3" creationId="{448E00F6-A5D7-7F2A-CEF6-A4FF5CBC12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4" creationId="{2EFEF585-72C3-BFCB-4BD5-E4DAA971B0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5" creationId="{E838A99D-9BAF-E409-2E4D-488007DDB22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6" creationId="{322256D4-EBE0-8F21-A68D-04EC653092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7" creationId="{48C9D739-AD31-41C7-37C4-1C2AE8D2263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8" creationId="{6D15ACCE-9EF6-2610-22C0-F6B07F3FE2E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9" creationId="{1962DB81-E6CC-EF82-AEAF-FB00A04633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0" creationId="{4828EC23-F815-34E7-5E98-86581F04298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1" creationId="{E8DA6C70-6051-8842-016E-25C1D2537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2" creationId="{D3415E07-99A8-6878-75DF-F75F83E9D02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3" creationId="{679F38BB-327D-9102-B0AB-0B51156B87D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4" creationId="{4670627E-0753-F2E4-1860-585736C77E0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5" creationId="{20B75CD7-B579-7C27-8F45-CCE5ADDDEF3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6" creationId="{F40C5C67-7413-2D3F-5627-3D24C9F3A95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7" creationId="{AEF5E2E8-C4CF-9A89-BDD0-D676713E0D9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8" creationId="{ED332947-E595-6593-B028-D9BEBBFBAD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9" creationId="{E2A42B4C-0D2E-F65E-1EE1-6CE796CBA26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0" creationId="{1B50EB99-5DCF-5875-97AA-3044F19AEE4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1" creationId="{F9E52ECC-12A0-7DB4-4573-1A809BB52F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2" creationId="{E2EB8A1D-6027-1169-8A24-C93336FA16D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3" creationId="{1C7BD45B-B4E9-3F09-75C3-06CEBDCA0AE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4" creationId="{288E41C7-C5C7-9E40-168D-4B9688F842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5" creationId="{170D6AB8-962A-8364-3096-62A5007EBB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6" creationId="{D5AFE771-21BE-97C3-0109-65BCE4A785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7" creationId="{6F26827B-5953-AAAD-FF7B-CBF706A649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8" creationId="{7469E791-2C1B-A1A9-683A-66F083B88C5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9" creationId="{2DA5334B-0B3A-5815-3FBE-C81B28EE57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0" creationId="{B58F658A-F4FF-51CE-564E-17A72EE9EE2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1" creationId="{BA0B02C2-30DA-A540-E276-EBF91CFDA4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2" creationId="{B31FE991-DE20-F670-CDF8-28AE92EEDCA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3" creationId="{733AC6A8-A7FB-7DC6-DAD9-D07F7D8D71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4" creationId="{A1120770-D973-EEBF-7FD7-0D8895D91C8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5" creationId="{AF311F76-B27C-E4E1-1D66-91C081D6B9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6" creationId="{A01557E3-46A8-C8DD-A167-FCF1C3543C2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7" creationId="{384C9B9C-FD13-DD61-2F8C-E1428B5957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8" creationId="{7FD6FC4E-9741-CCAD-1AFD-81096BFD37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9" creationId="{D0B1F0B7-0EF3-9F6E-1EF7-5D9F93A07F5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0" creationId="{79B3BBCB-0720-9F93-7B44-BFF4A9D5622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1" creationId="{AA15E5D8-02EB-1CBD-ACD5-B4F53915F7F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2" creationId="{FB5262B4-447A-3CFE-16DB-7C3F94CBD29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3" creationId="{8BAE5128-7C70-C8DB-C31E-96DB498CE8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4" creationId="{48FFCD67-9125-AFA4-878E-452EBC78FC4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5" creationId="{850CC7F9-73D6-03FE-7A3E-635CDFE4D1F3}"/>
          </ac:spMkLst>
        </pc:s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3" creationId="{2EE93B74-8CB5-4802-DE77-F28EE8288A3D}"/>
          </ac:grpSpMkLst>
        </pc:gr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139" creationId="{338B4592-8651-2F35-A6B2-AA0DBED6CB17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6" creationId="{5A5737B3-002C-A4EC-8709-8CF8B9136D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7" creationId="{B0F75A82-4393-0A3C-4994-E571C3380C9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8" creationId="{B2CC4A7E-F10C-8A73-DBD4-779D1D4D2EF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9" creationId="{B39EFA21-1471-5466-549D-E8111750B2F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0" creationId="{881B003B-021F-3405-3C5D-099DB67C68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1" creationId="{93203B64-F5AB-5DFE-562F-3002AABF3BE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2" creationId="{C6FB2C49-950B-2B6F-DD2A-5DC5EB9872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3" creationId="{F8F5A0AB-93A1-89CF-7FCA-0EE09F891B4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4" creationId="{C6FD220B-33C9-5B76-6CA3-34E3DA8007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5" creationId="{85512094-35DF-B15F-678A-DC65163EECC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6" creationId="{2CD28AD3-FAA5-88D0-65F4-7643596CDD4D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7" creationId="{AB40678C-F06D-04B9-8753-EF1AE780A3A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8" creationId="{D1223C19-C621-323A-7232-56095417B1A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9" creationId="{63818F0B-1382-47F4-D9A6-93A35836E65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0" creationId="{1B98A98D-2E5F-9BC1-D3BE-06CDB2C015A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1" creationId="{0197A91B-D46A-06E2-92AE-91CCE5312A6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2" creationId="{45E3FF4F-7E11-860A-7181-82DAFAE0994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3" creationId="{0ADEA44B-3248-42DD-F27A-ADDA9AE16F8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4" creationId="{1CC92921-DBDE-1B06-4778-688D8EE914D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5" creationId="{EC40959C-41F3-FA19-B8CC-B46A0470C4A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6" creationId="{7454BD69-4C7C-C0A5-26FB-E89D59413E7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7" creationId="{8CA75C8E-8CB4-8009-5396-34388C80E81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8" creationId="{D44A7E7D-4E2E-9D03-4381-004CC4D868A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9" creationId="{7C848170-07D6-6794-CCB1-0532D5B6976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0" creationId="{09792128-A8F7-5816-F261-4B79AB33413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1" creationId="{6E4CB56D-F7B0-8DF9-A21A-41C1D349418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2" creationId="{4001C197-8E36-5F12-D63E-2A08F5A89C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3" creationId="{708B12EE-261D-690B-E437-4F6DAB788FB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4" creationId="{F11A69CB-45F5-3DC8-C8B6-D7F8637E9F1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5" creationId="{64588F0B-809A-45A0-FCA3-6734F6C67D0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6" creationId="{306A30E3-CB63-46C4-D025-97806015351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7" creationId="{0DD120BF-9BE9-8420-D315-BBB0EC83164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8" creationId="{DCAE1DFA-7615-5689-68ED-7BC91B5DF903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8" creationId="{DAC06F33-127D-6353-871A-4D67B6A3823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9" creationId="{18DBFFC6-4482-73C6-8ABB-6DC70FB5DEE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0" creationId="{4A7F8E97-D449-ACDD-2F62-F180549AB0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1" creationId="{B2601A20-BD91-719F-2A3A-73D72376C46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2" creationId="{EE0F5CDA-A7B6-DA88-B5EF-20D81C791DD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3" creationId="{27B26E56-73A4-56C2-ED48-9036A995C51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4" creationId="{AB38EAE4-D7C4-A144-8C14-CCB8B7D66CB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5" creationId="{BEF9C68F-6F3F-B3AB-1AB0-A6EBC39329D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6" creationId="{FA3906B4-623D-D8B8-E62D-B7644BB69DB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7" creationId="{C56CE55E-E8BC-7A59-DA90-DCAC5E41D55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8" creationId="{2761C425-2CF5-C3A8-FF23-A6EA8C6924E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9" creationId="{856966B1-53E5-7810-B261-BF0B4825424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0" creationId="{E75F1893-72B0-ABA1-CB7E-0CD145B0AF8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1" creationId="{61EEA669-F6D0-0E13-DFDC-AD1BE9F51D5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2" creationId="{843DD4AD-B3DA-E890-A545-49620CF6129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3" creationId="{F0BC9A05-0EC4-0B04-9BE2-A643B0E547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4" creationId="{0324CA48-DE4A-379C-16E0-DEFAB263C0C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5" creationId="{152EA785-636C-48A0-FF03-D07E6C85978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6" creationId="{9727ED77-A535-31FE-D22B-DF24CD69F6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7" creationId="{56111AF3-9536-D2FB-B309-765907B38F2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8" creationId="{C95B33EC-FFF7-2A58-57B4-4899CA467B9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9" creationId="{3CC1C35B-44F1-F0F9-40CF-9AC7E0857CF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0" creationId="{0163F9AE-6B9D-BCFE-F78E-1018BA538BA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1" creationId="{AB1A9F25-7A24-1561-60E5-A0F8A042D512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2" creationId="{19406ACB-94D6-6D1E-2330-D5000E83000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3" creationId="{77175637-0119-9C60-7CC0-3B6BDCC1F105}"/>
          </ac:grpSpMkLst>
        </pc:grpChg>
      </pc:sldChg>
      <pc:sldChg chg="modSp add mod ord">
        <pc:chgData name="Wilmer Ortega Erazo" userId="19082e28a51afb61" providerId="LiveId" clId="{94990643-8E4E-4CF9-87DE-7C4FB3DD37DE}" dt="2023-09-14T01:01:52.274" v="104" actId="113"/>
        <pc:sldMkLst>
          <pc:docMk/>
          <pc:sldMk cId="1398646774" sldId="303"/>
        </pc:sldMkLst>
        <pc:spChg chg="mod">
          <ac:chgData name="Wilmer Ortega Erazo" userId="19082e28a51afb61" providerId="LiveId" clId="{94990643-8E4E-4CF9-87DE-7C4FB3DD37DE}" dt="2023-09-14T01:01:52.274" v="104" actId="113"/>
          <ac:spMkLst>
            <pc:docMk/>
            <pc:sldMk cId="1398646774" sldId="303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94990643-8E4E-4CF9-87DE-7C4FB3DD37DE}" dt="2023-09-14T00:59:31.887" v="71" actId="2696"/>
        <pc:sldMkLst>
          <pc:docMk/>
          <pc:sldMk cId="3411694048" sldId="303"/>
        </pc:sldMkLst>
      </pc:sldChg>
      <pc:sldChg chg="addSp modSp add mod">
        <pc:chgData name="Wilmer Ortega Erazo" userId="19082e28a51afb61" providerId="LiveId" clId="{94990643-8E4E-4CF9-87DE-7C4FB3DD37DE}" dt="2023-09-14T01:05:27.777" v="150" actId="1076"/>
        <pc:sldMkLst>
          <pc:docMk/>
          <pc:sldMk cId="3174243289" sldId="304"/>
        </pc:sldMkLst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3" creationId="{D51955F3-EB5E-A96F-5642-8F366E86F5B9}"/>
          </ac:spMkLst>
        </pc:spChg>
        <pc:spChg chg="mod">
          <ac:chgData name="Wilmer Ortega Erazo" userId="19082e28a51afb61" providerId="LiveId" clId="{94990643-8E4E-4CF9-87DE-7C4FB3DD37DE}" dt="2023-09-14T01:05:20.305" v="149" actId="20577"/>
          <ac:spMkLst>
            <pc:docMk/>
            <pc:sldMk cId="3174243289" sldId="304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6" creationId="{25F8DF31-1228-5C15-8830-797AF42836F9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7" creationId="{69040F3D-6F64-9F7D-0C8F-F7B68FA6448E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8" creationId="{96DF9DBA-6D3C-C170-2A43-F74227480BE0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9" creationId="{EBBCFC6C-5A0A-4D5C-5F36-DCC5A7FE8C47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10" creationId="{82B82693-B902-B207-4123-17049925522B}"/>
          </ac:spMkLst>
        </pc:spChg>
        <pc:graphicFrameChg chg="add mod">
          <ac:chgData name="Wilmer Ortega Erazo" userId="19082e28a51afb61" providerId="LiveId" clId="{94990643-8E4E-4CF9-87DE-7C4FB3DD37DE}" dt="2023-09-14T01:05:27.777" v="150" actId="1076"/>
          <ac:graphicFrameMkLst>
            <pc:docMk/>
            <pc:sldMk cId="3174243289" sldId="304"/>
            <ac:graphicFrameMk id="5" creationId="{73CEC3A5-E7AF-8E6A-60E4-FF81DC54B69E}"/>
          </ac:graphicFrameMkLst>
        </pc:graphicFrameChg>
      </pc:sldChg>
      <pc:sldChg chg="modSp add mod ord">
        <pc:chgData name="Wilmer Ortega Erazo" userId="19082e28a51afb61" providerId="LiveId" clId="{94990643-8E4E-4CF9-87DE-7C4FB3DD37DE}" dt="2023-09-14T01:18:38.639" v="315" actId="123"/>
        <pc:sldMkLst>
          <pc:docMk/>
          <pc:sldMk cId="2493740496" sldId="305"/>
        </pc:sldMkLst>
        <pc:spChg chg="mod">
          <ac:chgData name="Wilmer Ortega Erazo" userId="19082e28a51afb61" providerId="LiveId" clId="{94990643-8E4E-4CF9-87DE-7C4FB3DD37DE}" dt="2023-09-14T01:18:38.639" v="315" actId="123"/>
          <ac:spMkLst>
            <pc:docMk/>
            <pc:sldMk cId="2493740496" sldId="30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8:25.051" v="314" actId="12"/>
        <pc:sldMkLst>
          <pc:docMk/>
          <pc:sldMk cId="483477028" sldId="306"/>
        </pc:sldMkLst>
        <pc:spChg chg="mod">
          <ac:chgData name="Wilmer Ortega Erazo" userId="19082e28a51afb61" providerId="LiveId" clId="{94990643-8E4E-4CF9-87DE-7C4FB3DD37DE}" dt="2023-09-14T01:18:25.051" v="314" actId="12"/>
          <ac:spMkLst>
            <pc:docMk/>
            <pc:sldMk cId="483477028" sldId="30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94990643-8E4E-4CF9-87DE-7C4FB3DD37DE}" dt="2023-09-14T01:11:36.519" v="238" actId="1076"/>
        <pc:sldMkLst>
          <pc:docMk/>
          <pc:sldMk cId="3824200280" sldId="307"/>
        </pc:sldMkLst>
        <pc:spChg chg="add mod">
          <ac:chgData name="Wilmer Ortega Erazo" userId="19082e28a51afb61" providerId="LiveId" clId="{94990643-8E4E-4CF9-87DE-7C4FB3DD37DE}" dt="2023-09-14T01:10:25.482" v="223" actId="20577"/>
          <ac:spMkLst>
            <pc:docMk/>
            <pc:sldMk cId="3824200280" sldId="307"/>
            <ac:spMk id="3" creationId="{A070FEC4-D81A-C04C-F7F9-A7498AA9BD30}"/>
          </ac:spMkLst>
        </pc:spChg>
        <pc:spChg chg="del">
          <ac:chgData name="Wilmer Ortega Erazo" userId="19082e28a51afb61" providerId="LiveId" clId="{94990643-8E4E-4CF9-87DE-7C4FB3DD37DE}" dt="2023-09-14T01:09:01.214" v="189" actId="478"/>
          <ac:spMkLst>
            <pc:docMk/>
            <pc:sldMk cId="3824200280" sldId="307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11:29.043" v="237" actId="1076"/>
          <ac:spMkLst>
            <pc:docMk/>
            <pc:sldMk cId="3824200280" sldId="307"/>
            <ac:spMk id="5" creationId="{3469E0B1-CF37-FAB5-F9D6-4D33CDA29893}"/>
          </ac:spMkLst>
        </pc:spChg>
        <pc:spChg chg="add mod">
          <ac:chgData name="Wilmer Ortega Erazo" userId="19082e28a51afb61" providerId="LiveId" clId="{94990643-8E4E-4CF9-87DE-7C4FB3DD37DE}" dt="2023-09-14T01:09:14.645" v="191" actId="1076"/>
          <ac:spMkLst>
            <pc:docMk/>
            <pc:sldMk cId="3824200280" sldId="307"/>
            <ac:spMk id="6" creationId="{9807B0CD-7939-5BB9-E0D0-D5BE2192B8FA}"/>
          </ac:spMkLst>
        </pc:spChg>
        <pc:spChg chg="add mod">
          <ac:chgData name="Wilmer Ortega Erazo" userId="19082e28a51afb61" providerId="LiveId" clId="{94990643-8E4E-4CF9-87DE-7C4FB3DD37DE}" dt="2023-09-14T01:11:36.519" v="238" actId="1076"/>
          <ac:spMkLst>
            <pc:docMk/>
            <pc:sldMk cId="3824200280" sldId="307"/>
            <ac:spMk id="7" creationId="{F8B3FD9C-70C5-8798-245B-86FD9200E0F9}"/>
          </ac:spMkLst>
        </pc:spChg>
        <pc:spChg chg="add mod">
          <ac:chgData name="Wilmer Ortega Erazo" userId="19082e28a51afb61" providerId="LiveId" clId="{94990643-8E4E-4CF9-87DE-7C4FB3DD37DE}" dt="2023-09-14T01:10:35.510" v="225" actId="14100"/>
          <ac:spMkLst>
            <pc:docMk/>
            <pc:sldMk cId="3824200280" sldId="307"/>
            <ac:spMk id="8" creationId="{D338B737-D1AB-A678-0834-C44410038A1C}"/>
          </ac:spMkLst>
        </pc:spChg>
        <pc:spChg chg="add mod">
          <ac:chgData name="Wilmer Ortega Erazo" userId="19082e28a51afb61" providerId="LiveId" clId="{94990643-8E4E-4CF9-87DE-7C4FB3DD37DE}" dt="2023-09-14T01:11:24.155" v="236" actId="1076"/>
          <ac:spMkLst>
            <pc:docMk/>
            <pc:sldMk cId="3824200280" sldId="307"/>
            <ac:spMk id="9" creationId="{06C4071D-CA29-82E7-F0F5-12045B6D4212}"/>
          </ac:spMkLst>
        </pc:spChg>
        <pc:spChg chg="add mod">
          <ac:chgData name="Wilmer Ortega Erazo" userId="19082e28a51afb61" providerId="LiveId" clId="{94990643-8E4E-4CF9-87DE-7C4FB3DD37DE}" dt="2023-09-14T01:11:14.565" v="233" actId="1076"/>
          <ac:spMkLst>
            <pc:docMk/>
            <pc:sldMk cId="3824200280" sldId="307"/>
            <ac:spMk id="10" creationId="{C13E0910-208D-967D-924A-14E8FED388C5}"/>
          </ac:spMkLst>
        </pc:spChg>
        <pc:spChg chg="add mod">
          <ac:chgData name="Wilmer Ortega Erazo" userId="19082e28a51afb61" providerId="LiveId" clId="{94990643-8E4E-4CF9-87DE-7C4FB3DD37DE}" dt="2023-09-14T01:11:02.804" v="230" actId="1076"/>
          <ac:spMkLst>
            <pc:docMk/>
            <pc:sldMk cId="3824200280" sldId="307"/>
            <ac:spMk id="11" creationId="{9F665686-027A-388D-AC1C-B3C8986D5E7F}"/>
          </ac:spMkLst>
        </pc:spChg>
      </pc:sldChg>
      <pc:sldChg chg="modSp add mod ord">
        <pc:chgData name="Wilmer Ortega Erazo" userId="19082e28a51afb61" providerId="LiveId" clId="{94990643-8E4E-4CF9-87DE-7C4FB3DD37DE}" dt="2023-09-14T01:17:50.680" v="301" actId="123"/>
        <pc:sldMkLst>
          <pc:docMk/>
          <pc:sldMk cId="3390981850" sldId="308"/>
        </pc:sldMkLst>
        <pc:spChg chg="mod">
          <ac:chgData name="Wilmer Ortega Erazo" userId="19082e28a51afb61" providerId="LiveId" clId="{94990643-8E4E-4CF9-87DE-7C4FB3DD37DE}" dt="2023-09-14T01:17:50.680" v="301" actId="123"/>
          <ac:spMkLst>
            <pc:docMk/>
            <pc:sldMk cId="3390981850" sldId="30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7:45.844" v="300" actId="123"/>
        <pc:sldMkLst>
          <pc:docMk/>
          <pc:sldMk cId="3991830784" sldId="309"/>
        </pc:sldMkLst>
        <pc:spChg chg="mod">
          <ac:chgData name="Wilmer Ortega Erazo" userId="19082e28a51afb61" providerId="LiveId" clId="{94990643-8E4E-4CF9-87DE-7C4FB3DD37DE}" dt="2023-09-14T01:17:45.844" v="300" actId="123"/>
          <ac:spMkLst>
            <pc:docMk/>
            <pc:sldMk cId="3991830784" sldId="30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23:10.838" v="344" actId="255"/>
        <pc:sldMkLst>
          <pc:docMk/>
          <pc:sldMk cId="4173136445" sldId="310"/>
        </pc:sldMkLst>
        <pc:spChg chg="mod">
          <ac:chgData name="Wilmer Ortega Erazo" userId="19082e28a51afb61" providerId="LiveId" clId="{94990643-8E4E-4CF9-87DE-7C4FB3DD37DE}" dt="2023-09-14T01:23:10.838" v="344" actId="255"/>
          <ac:spMkLst>
            <pc:docMk/>
            <pc:sldMk cId="4173136445" sldId="31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27.332" v="470" actId="2711"/>
        <pc:sldMkLst>
          <pc:docMk/>
          <pc:sldMk cId="2100035186" sldId="311"/>
        </pc:sldMkLst>
        <pc:spChg chg="mod">
          <ac:chgData name="Wilmer Ortega Erazo" userId="19082e28a51afb61" providerId="LiveId" clId="{94990643-8E4E-4CF9-87DE-7C4FB3DD37DE}" dt="2023-09-14T01:57:27.332" v="470" actId="2711"/>
          <ac:spMkLst>
            <pc:docMk/>
            <pc:sldMk cId="2100035186" sldId="31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54.545" v="473" actId="255"/>
        <pc:sldMkLst>
          <pc:docMk/>
          <pc:sldMk cId="2191080266" sldId="312"/>
        </pc:sldMkLst>
        <pc:spChg chg="mod">
          <ac:chgData name="Wilmer Ortega Erazo" userId="19082e28a51afb61" providerId="LiveId" clId="{94990643-8E4E-4CF9-87DE-7C4FB3DD37DE}" dt="2023-09-14T01:57:54.545" v="473" actId="255"/>
          <ac:spMkLst>
            <pc:docMk/>
            <pc:sldMk cId="2191080266" sldId="312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20.995" v="469" actId="2711"/>
          <ac:spMkLst>
            <pc:docMk/>
            <pc:sldMk cId="219108026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01.923" v="474" actId="108"/>
        <pc:sldMkLst>
          <pc:docMk/>
          <pc:sldMk cId="3055528431" sldId="313"/>
        </pc:sldMkLst>
        <pc:spChg chg="mod">
          <ac:chgData name="Wilmer Ortega Erazo" userId="19082e28a51afb61" providerId="LiveId" clId="{94990643-8E4E-4CF9-87DE-7C4FB3DD37DE}" dt="2023-09-14T01:58:01.923" v="474" actId="108"/>
          <ac:spMkLst>
            <pc:docMk/>
            <pc:sldMk cId="3055528431" sldId="313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10.648" v="468" actId="113"/>
          <ac:spMkLst>
            <pc:docMk/>
            <pc:sldMk cId="3055528431" sldId="31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57.192" v="482" actId="207"/>
        <pc:sldMkLst>
          <pc:docMk/>
          <pc:sldMk cId="1411740308" sldId="314"/>
        </pc:sldMkLst>
        <pc:spChg chg="mod">
          <ac:chgData name="Wilmer Ortega Erazo" userId="19082e28a51afb61" providerId="LiveId" clId="{94990643-8E4E-4CF9-87DE-7C4FB3DD37DE}" dt="2023-09-14T01:58:05.676" v="475" actId="108"/>
          <ac:spMkLst>
            <pc:docMk/>
            <pc:sldMk cId="1411740308" sldId="314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8:57.192" v="482" actId="207"/>
          <ac:spMkLst>
            <pc:docMk/>
            <pc:sldMk cId="1411740308" sldId="31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2:04:32.486" v="560" actId="20577"/>
        <pc:sldMkLst>
          <pc:docMk/>
          <pc:sldMk cId="3199982045" sldId="315"/>
        </pc:sldMkLst>
        <pc:spChg chg="mod">
          <ac:chgData name="Wilmer Ortega Erazo" userId="19082e28a51afb61" providerId="LiveId" clId="{94990643-8E4E-4CF9-87DE-7C4FB3DD37DE}" dt="2023-09-14T02:01:38.110" v="516" actId="255"/>
          <ac:spMkLst>
            <pc:docMk/>
            <pc:sldMk cId="3199982045" sldId="31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2:04:32.486" v="560" actId="20577"/>
          <ac:spMkLst>
            <pc:docMk/>
            <pc:sldMk cId="3199982045" sldId="315"/>
            <ac:spMk id="4" creationId="{A29C0834-3DBC-9FB3-0E0A-F77D599198EB}"/>
          </ac:spMkLst>
        </pc:spChg>
      </pc:sldChg>
      <pc:sldChg chg="addSp delSp modSp add del mod">
        <pc:chgData name="Wilmer Ortega Erazo" userId="19082e28a51afb61" providerId="LiveId" clId="{94990643-8E4E-4CF9-87DE-7C4FB3DD37DE}" dt="2023-09-18T21:46:16.487" v="574" actId="2696"/>
        <pc:sldMkLst>
          <pc:docMk/>
          <pc:sldMk cId="3959093443" sldId="316"/>
        </pc:sldMkLst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3" creationId="{99DF546A-0D3D-347D-CB4E-C5F059A3F8F8}"/>
          </ac:spMkLst>
        </pc:spChg>
        <pc:spChg chg="del">
          <ac:chgData name="Wilmer Ortega Erazo" userId="19082e28a51afb61" providerId="LiveId" clId="{94990643-8E4E-4CF9-87DE-7C4FB3DD37DE}" dt="2023-09-14T02:05:09.312" v="562" actId="478"/>
          <ac:spMkLst>
            <pc:docMk/>
            <pc:sldMk cId="3959093443" sldId="316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7" creationId="{0C962C26-BB35-2FF8-2527-258EF2FB1728}"/>
          </ac:spMkLst>
        </pc:spChg>
        <pc:graphicFrameChg chg="add mod">
          <ac:chgData name="Wilmer Ortega Erazo" userId="19082e28a51afb61" providerId="LiveId" clId="{94990643-8E4E-4CF9-87DE-7C4FB3DD37DE}" dt="2023-09-14T02:09:19.677" v="572"/>
          <ac:graphicFrameMkLst>
            <pc:docMk/>
            <pc:sldMk cId="3959093443" sldId="316"/>
            <ac:graphicFrameMk id="5" creationId="{C1964E51-33DF-8826-6E94-F4D1D6A3B912}"/>
          </ac:graphicFrameMkLst>
        </pc:graphicFrameChg>
        <pc:graphicFrameChg chg="add mod">
          <ac:chgData name="Wilmer Ortega Erazo" userId="19082e28a51afb61" providerId="LiveId" clId="{94990643-8E4E-4CF9-87DE-7C4FB3DD37DE}" dt="2023-09-14T02:09:16.213" v="571"/>
          <ac:graphicFrameMkLst>
            <pc:docMk/>
            <pc:sldMk cId="3959093443" sldId="316"/>
            <ac:graphicFrameMk id="6" creationId="{BB358B0A-DD0E-C858-ECB5-FE8B277DA2BA}"/>
          </ac:graphicFrameMkLst>
        </pc:graphicFrameChg>
      </pc:sldChg>
      <pc:sldChg chg="addSp modSp add mod">
        <pc:chgData name="Wilmer Ortega Erazo" userId="19082e28a51afb61" providerId="LiveId" clId="{94990643-8E4E-4CF9-87DE-7C4FB3DD37DE}" dt="2023-09-19T04:27:19.646" v="4082" actId="123"/>
        <pc:sldMkLst>
          <pc:docMk/>
          <pc:sldMk cId="4080923643" sldId="317"/>
        </pc:sldMkLst>
        <pc:spChg chg="mod">
          <ac:chgData name="Wilmer Ortega Erazo" userId="19082e28a51afb61" providerId="LiveId" clId="{94990643-8E4E-4CF9-87DE-7C4FB3DD37DE}" dt="2023-09-19T04:27:19.646" v="4082" actId="123"/>
          <ac:spMkLst>
            <pc:docMk/>
            <pc:sldMk cId="4080923643" sldId="317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03:33.454" v="894" actId="1076"/>
          <ac:picMkLst>
            <pc:docMk/>
            <pc:sldMk cId="4080923643" sldId="317"/>
            <ac:picMk id="5" creationId="{9965AA6B-8A87-31BC-9E77-791F6E2408DD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24.185" v="4083" actId="123"/>
        <pc:sldMkLst>
          <pc:docMk/>
          <pc:sldMk cId="2676643198" sldId="318"/>
        </pc:sldMkLst>
        <pc:spChg chg="mod">
          <ac:chgData name="Wilmer Ortega Erazo" userId="19082e28a51afb61" providerId="LiveId" clId="{94990643-8E4E-4CF9-87DE-7C4FB3DD37DE}" dt="2023-09-19T04:27:24.185" v="4083" actId="123"/>
          <ac:spMkLst>
            <pc:docMk/>
            <pc:sldMk cId="2676643198" sldId="318"/>
            <ac:spMk id="4" creationId="{A29C0834-3DBC-9FB3-0E0A-F77D599198EB}"/>
          </ac:spMkLst>
        </pc:spChg>
        <pc:picChg chg="del mod">
          <ac:chgData name="Wilmer Ortega Erazo" userId="19082e28a51afb61" providerId="LiveId" clId="{94990643-8E4E-4CF9-87DE-7C4FB3DD37DE}" dt="2023-09-18T22:05:37.321" v="1006" actId="478"/>
          <ac:picMkLst>
            <pc:docMk/>
            <pc:sldMk cId="2676643198" sldId="318"/>
            <ac:picMk id="5" creationId="{9965AA6B-8A87-31BC-9E77-791F6E2408DD}"/>
          </ac:picMkLst>
        </pc:picChg>
        <pc:picChg chg="add mod">
          <ac:chgData name="Wilmer Ortega Erazo" userId="19082e28a51afb61" providerId="LiveId" clId="{94990643-8E4E-4CF9-87DE-7C4FB3DD37DE}" dt="2023-09-18T22:07:40.940" v="1146" actId="14100"/>
          <ac:picMkLst>
            <pc:docMk/>
            <pc:sldMk cId="2676643198" sldId="318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36.019" v="4085" actId="123"/>
        <pc:sldMkLst>
          <pc:docMk/>
          <pc:sldMk cId="311752650" sldId="319"/>
        </pc:sldMkLst>
        <pc:spChg chg="mod">
          <ac:chgData name="Wilmer Ortega Erazo" userId="19082e28a51afb61" providerId="LiveId" clId="{94990643-8E4E-4CF9-87DE-7C4FB3DD37DE}" dt="2023-09-19T04:27:36.019" v="4085" actId="123"/>
          <ac:spMkLst>
            <pc:docMk/>
            <pc:sldMk cId="311752650" sldId="31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21:02.484" v="1726" actId="14100"/>
          <ac:picMkLst>
            <pc:docMk/>
            <pc:sldMk cId="311752650" sldId="319"/>
            <ac:picMk id="5" creationId="{2BA3009F-8411-9273-4870-0706BFF062E3}"/>
          </ac:picMkLst>
        </pc:picChg>
        <pc:picChg chg="del">
          <ac:chgData name="Wilmer Ortega Erazo" userId="19082e28a51afb61" providerId="LiveId" clId="{94990643-8E4E-4CF9-87DE-7C4FB3DD37DE}" dt="2023-09-18T22:12:21.794" v="1359" actId="478"/>
          <ac:picMkLst>
            <pc:docMk/>
            <pc:sldMk cId="311752650" sldId="319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57.228" v="4086" actId="2711"/>
        <pc:sldMkLst>
          <pc:docMk/>
          <pc:sldMk cId="3222143272" sldId="320"/>
        </pc:sldMkLst>
        <pc:spChg chg="mod">
          <ac:chgData name="Wilmer Ortega Erazo" userId="19082e28a51afb61" providerId="LiveId" clId="{94990643-8E4E-4CF9-87DE-7C4FB3DD37DE}" dt="2023-09-19T04:27:57.228" v="4086" actId="2711"/>
          <ac:spMkLst>
            <pc:docMk/>
            <pc:sldMk cId="3222143272" sldId="32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16:24.446" v="1728" actId="478"/>
          <ac:picMkLst>
            <pc:docMk/>
            <pc:sldMk cId="3222143272" sldId="320"/>
            <ac:picMk id="5" creationId="{2BA3009F-8411-9273-4870-0706BFF062E3}"/>
          </ac:picMkLst>
        </pc:picChg>
        <pc:picChg chg="add mod">
          <ac:chgData name="Wilmer Ortega Erazo" userId="19082e28a51afb61" providerId="LiveId" clId="{94990643-8E4E-4CF9-87DE-7C4FB3DD37DE}" dt="2023-09-19T03:20:22.168" v="1901" actId="1076"/>
          <ac:picMkLst>
            <pc:docMk/>
            <pc:sldMk cId="3222143272" sldId="320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1.531" v="4089" actId="123"/>
        <pc:sldMkLst>
          <pc:docMk/>
          <pc:sldMk cId="100266501" sldId="321"/>
        </pc:sldMkLst>
        <pc:spChg chg="mod">
          <ac:chgData name="Wilmer Ortega Erazo" userId="19082e28a51afb61" providerId="LiveId" clId="{94990643-8E4E-4CF9-87DE-7C4FB3DD37DE}" dt="2023-09-19T04:28:11.531" v="4089" actId="123"/>
          <ac:spMkLst>
            <pc:docMk/>
            <pc:sldMk cId="100266501" sldId="321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27:34.916" v="2084" actId="1076"/>
          <ac:picMkLst>
            <pc:docMk/>
            <pc:sldMk cId="100266501" sldId="321"/>
            <ac:picMk id="5" creationId="{9BCDF1E7-A784-C99A-7740-707B30C0CDC1}"/>
          </ac:picMkLst>
        </pc:picChg>
        <pc:picChg chg="del">
          <ac:chgData name="Wilmer Ortega Erazo" userId="19082e28a51afb61" providerId="LiveId" clId="{94990643-8E4E-4CF9-87DE-7C4FB3DD37DE}" dt="2023-09-19T03:21:43.071" v="1903" actId="478"/>
          <ac:picMkLst>
            <pc:docMk/>
            <pc:sldMk cId="100266501" sldId="321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8.489" v="4090" actId="123"/>
        <pc:sldMkLst>
          <pc:docMk/>
          <pc:sldMk cId="454617296" sldId="322"/>
        </pc:sldMkLst>
        <pc:spChg chg="mod">
          <ac:chgData name="Wilmer Ortega Erazo" userId="19082e28a51afb61" providerId="LiveId" clId="{94990643-8E4E-4CF9-87DE-7C4FB3DD37DE}" dt="2023-09-19T04:28:18.489" v="4090" actId="123"/>
          <ac:spMkLst>
            <pc:docMk/>
            <pc:sldMk cId="454617296" sldId="32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29:20.002" v="2086" actId="478"/>
          <ac:picMkLst>
            <pc:docMk/>
            <pc:sldMk cId="454617296" sldId="322"/>
            <ac:picMk id="5" creationId="{9BCDF1E7-A784-C99A-7740-707B30C0CDC1}"/>
          </ac:picMkLst>
        </pc:picChg>
        <pc:picChg chg="add mod">
          <ac:chgData name="Wilmer Ortega Erazo" userId="19082e28a51afb61" providerId="LiveId" clId="{94990643-8E4E-4CF9-87DE-7C4FB3DD37DE}" dt="2023-09-19T03:42:41.876" v="2409" actId="1076"/>
          <ac:picMkLst>
            <pc:docMk/>
            <pc:sldMk cId="454617296" sldId="322"/>
            <ac:picMk id="6" creationId="{819A11E5-159E-6828-03CD-5BADFD69DF4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23.822" v="4092" actId="1076"/>
        <pc:sldMkLst>
          <pc:docMk/>
          <pc:sldMk cId="386398042" sldId="323"/>
        </pc:sldMkLst>
        <pc:spChg chg="mod">
          <ac:chgData name="Wilmer Ortega Erazo" userId="19082e28a51afb61" providerId="LiveId" clId="{94990643-8E4E-4CF9-87DE-7C4FB3DD37DE}" dt="2023-09-19T04:28:23.822" v="4092" actId="1076"/>
          <ac:spMkLst>
            <pc:docMk/>
            <pc:sldMk cId="386398042" sldId="32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43:42.861" v="2415" actId="1076"/>
          <ac:picMkLst>
            <pc:docMk/>
            <pc:sldMk cId="386398042" sldId="323"/>
            <ac:picMk id="5" creationId="{8622CB4B-5B5C-758C-E4DA-39498579D826}"/>
          </ac:picMkLst>
        </pc:picChg>
        <pc:picChg chg="del">
          <ac:chgData name="Wilmer Ortega Erazo" userId="19082e28a51afb61" providerId="LiveId" clId="{94990643-8E4E-4CF9-87DE-7C4FB3DD37DE}" dt="2023-09-19T03:43:34.412" v="2411" actId="478"/>
          <ac:picMkLst>
            <pc:docMk/>
            <pc:sldMk cId="386398042" sldId="323"/>
            <ac:picMk id="6" creationId="{819A11E5-159E-6828-03CD-5BADFD69DF42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8:40.559" v="4093" actId="123"/>
        <pc:sldMkLst>
          <pc:docMk/>
          <pc:sldMk cId="3930966444" sldId="324"/>
        </pc:sldMkLst>
        <pc:spChg chg="mod">
          <ac:chgData name="Wilmer Ortega Erazo" userId="19082e28a51afb61" providerId="LiveId" clId="{94990643-8E4E-4CF9-87DE-7C4FB3DD37DE}" dt="2023-09-19T04:25:33.628" v="4073" actId="2711"/>
          <ac:spMkLst>
            <pc:docMk/>
            <pc:sldMk cId="3930966444" sldId="324"/>
            <ac:spMk id="4" creationId="{A29C0834-3DBC-9FB3-0E0A-F77D599198EB}"/>
          </ac:spMkLst>
        </pc:spChg>
        <pc:spChg chg="add del mod">
          <ac:chgData name="Wilmer Ortega Erazo" userId="19082e28a51afb61" providerId="LiveId" clId="{94990643-8E4E-4CF9-87DE-7C4FB3DD37DE}" dt="2023-09-19T03:53:54.597" v="2470"/>
          <ac:spMkLst>
            <pc:docMk/>
            <pc:sldMk cId="3930966444" sldId="324"/>
            <ac:spMk id="7" creationId="{B6593129-4AE1-F765-D59C-40A30AC882F3}"/>
          </ac:spMkLst>
        </pc:spChg>
        <pc:spChg chg="add mod">
          <ac:chgData name="Wilmer Ortega Erazo" userId="19082e28a51afb61" providerId="LiveId" clId="{94990643-8E4E-4CF9-87DE-7C4FB3DD37DE}" dt="2023-09-19T04:28:40.559" v="4093" actId="123"/>
          <ac:spMkLst>
            <pc:docMk/>
            <pc:sldMk cId="3930966444" sldId="324"/>
            <ac:spMk id="8" creationId="{9BB1B317-CA90-E36B-CD49-4AA503EB36B9}"/>
          </ac:spMkLst>
        </pc:spChg>
        <pc:spChg chg="add mod">
          <ac:chgData name="Wilmer Ortega Erazo" userId="19082e28a51afb61" providerId="LiveId" clId="{94990643-8E4E-4CF9-87DE-7C4FB3DD37DE}" dt="2023-09-19T03:58:36.617" v="2749" actId="20577"/>
          <ac:spMkLst>
            <pc:docMk/>
            <pc:sldMk cId="3930966444" sldId="324"/>
            <ac:spMk id="11" creationId="{329B9794-0D56-1C75-7B8E-EAD67A76DEDA}"/>
          </ac:spMkLst>
        </pc:spChg>
        <pc:picChg chg="add mod">
          <ac:chgData name="Wilmer Ortega Erazo" userId="19082e28a51afb61" providerId="LiveId" clId="{94990643-8E4E-4CF9-87DE-7C4FB3DD37DE}" dt="2023-09-19T03:57:17.155" v="2621" actId="1076"/>
          <ac:picMkLst>
            <pc:docMk/>
            <pc:sldMk cId="3930966444" sldId="324"/>
            <ac:picMk id="5" creationId="{D044DBAD-126F-C961-E533-E94CDB4AD9D7}"/>
          </ac:picMkLst>
        </pc:picChg>
        <pc:picChg chg="del">
          <ac:chgData name="Wilmer Ortega Erazo" userId="19082e28a51afb61" providerId="LiveId" clId="{94990643-8E4E-4CF9-87DE-7C4FB3DD37DE}" dt="2023-09-19T03:52:24.741" v="2464" actId="478"/>
          <ac:picMkLst>
            <pc:docMk/>
            <pc:sldMk cId="3930966444" sldId="324"/>
            <ac:picMk id="6" creationId="{819A11E5-159E-6828-03CD-5BADFD69DF42}"/>
          </ac:picMkLst>
        </pc:picChg>
        <pc:picChg chg="add mod">
          <ac:chgData name="Wilmer Ortega Erazo" userId="19082e28a51afb61" providerId="LiveId" clId="{94990643-8E4E-4CF9-87DE-7C4FB3DD37DE}" dt="2023-09-19T03:57:35.800" v="2628" actId="1076"/>
          <ac:picMkLst>
            <pc:docMk/>
            <pc:sldMk cId="3930966444" sldId="324"/>
            <ac:picMk id="10" creationId="{C22CE398-D06D-389E-323B-B42B34B757A4}"/>
          </ac:picMkLst>
        </pc:picChg>
        <pc:picChg chg="add mod">
          <ac:chgData name="Wilmer Ortega Erazo" userId="19082e28a51afb61" providerId="LiveId" clId="{94990643-8E4E-4CF9-87DE-7C4FB3DD37DE}" dt="2023-09-19T03:58:48.974" v="2751" actId="1076"/>
          <ac:picMkLst>
            <pc:docMk/>
            <pc:sldMk cId="3930966444" sldId="324"/>
            <ac:picMk id="13" creationId="{85B7C29C-B3DB-6310-6DD9-AF7C7E617698}"/>
          </ac:picMkLst>
        </pc:picChg>
      </pc:sldChg>
      <pc:sldChg chg="addSp delSp modSp add mod">
        <pc:chgData name="Wilmer Ortega Erazo" userId="19082e28a51afb61" providerId="LiveId" clId="{94990643-8E4E-4CF9-87DE-7C4FB3DD37DE}" dt="2023-09-19T04:01:34.109" v="2796" actId="14100"/>
        <pc:sldMkLst>
          <pc:docMk/>
          <pc:sldMk cId="3169525786" sldId="325"/>
        </pc:sldMkLst>
        <pc:spChg chg="mod">
          <ac:chgData name="Wilmer Ortega Erazo" userId="19082e28a51afb61" providerId="LiveId" clId="{94990643-8E4E-4CF9-87DE-7C4FB3DD37DE}" dt="2023-09-19T04:00:39.909" v="2784" actId="20577"/>
          <ac:spMkLst>
            <pc:docMk/>
            <pc:sldMk cId="3169525786" sldId="325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0:29.637" v="2756" actId="478"/>
          <ac:spMkLst>
            <pc:docMk/>
            <pc:sldMk cId="3169525786" sldId="325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0:26.935" v="2754" actId="478"/>
          <ac:spMkLst>
            <pc:docMk/>
            <pc:sldMk cId="3169525786" sldId="325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0:30.989" v="2757" actId="478"/>
          <ac:picMkLst>
            <pc:docMk/>
            <pc:sldMk cId="3169525786" sldId="325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01:34.109" v="2796" actId="14100"/>
          <ac:picMkLst>
            <pc:docMk/>
            <pc:sldMk cId="3169525786" sldId="325"/>
            <ac:picMk id="6" creationId="{F16365BD-9035-F2D3-67EB-9A87DE9BDBCC}"/>
          </ac:picMkLst>
        </pc:picChg>
        <pc:picChg chg="add mod">
          <ac:chgData name="Wilmer Ortega Erazo" userId="19082e28a51afb61" providerId="LiveId" clId="{94990643-8E4E-4CF9-87DE-7C4FB3DD37DE}" dt="2023-09-19T04:01:31.294" v="2795" actId="1076"/>
          <ac:picMkLst>
            <pc:docMk/>
            <pc:sldMk cId="3169525786" sldId="325"/>
            <ac:picMk id="9" creationId="{D7114A93-5EAD-EDEF-937B-FD6156993D6D}"/>
          </ac:picMkLst>
        </pc:picChg>
        <pc:picChg chg="del">
          <ac:chgData name="Wilmer Ortega Erazo" userId="19082e28a51afb61" providerId="LiveId" clId="{94990643-8E4E-4CF9-87DE-7C4FB3DD37DE}" dt="2023-09-19T04:00:27.829" v="2755" actId="478"/>
          <ac:picMkLst>
            <pc:docMk/>
            <pc:sldMk cId="3169525786" sldId="325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0:25.541" v="2753" actId="478"/>
          <ac:picMkLst>
            <pc:docMk/>
            <pc:sldMk cId="3169525786" sldId="325"/>
            <ac:picMk id="13" creationId="{85B7C29C-B3DB-6310-6DD9-AF7C7E617698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9:28.287" v="4101" actId="20577"/>
        <pc:sldMkLst>
          <pc:docMk/>
          <pc:sldMk cId="3192899345" sldId="326"/>
        </pc:sldMkLst>
        <pc:spChg chg="mod">
          <ac:chgData name="Wilmer Ortega Erazo" userId="19082e28a51afb61" providerId="LiveId" clId="{94990643-8E4E-4CF9-87DE-7C4FB3DD37DE}" dt="2023-09-19T04:29:28.287" v="4101" actId="20577"/>
          <ac:spMkLst>
            <pc:docMk/>
            <pc:sldMk cId="3192899345" sldId="326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5:34.931" v="2829" actId="478"/>
          <ac:spMkLst>
            <pc:docMk/>
            <pc:sldMk cId="3192899345" sldId="326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5:32.565" v="2827" actId="478"/>
          <ac:spMkLst>
            <pc:docMk/>
            <pc:sldMk cId="3192899345" sldId="326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5:35.893" v="2830" actId="478"/>
          <ac:picMkLst>
            <pc:docMk/>
            <pc:sldMk cId="3192899345" sldId="326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29:20.862" v="4098" actId="1076"/>
          <ac:picMkLst>
            <pc:docMk/>
            <pc:sldMk cId="3192899345" sldId="326"/>
            <ac:picMk id="6" creationId="{67557298-F4DD-4F11-94B0-4B83051F4E38}"/>
          </ac:picMkLst>
        </pc:picChg>
        <pc:picChg chg="add mod">
          <ac:chgData name="Wilmer Ortega Erazo" userId="19082e28a51afb61" providerId="LiveId" clId="{94990643-8E4E-4CF9-87DE-7C4FB3DD37DE}" dt="2023-09-19T04:09:25.982" v="3061" actId="1076"/>
          <ac:picMkLst>
            <pc:docMk/>
            <pc:sldMk cId="3192899345" sldId="326"/>
            <ac:picMk id="9" creationId="{8939DE73-4F69-8875-6FD6-1EDCEF6D4805}"/>
          </ac:picMkLst>
        </pc:picChg>
        <pc:picChg chg="del">
          <ac:chgData name="Wilmer Ortega Erazo" userId="19082e28a51afb61" providerId="LiveId" clId="{94990643-8E4E-4CF9-87DE-7C4FB3DD37DE}" dt="2023-09-19T04:05:33.413" v="2828" actId="478"/>
          <ac:picMkLst>
            <pc:docMk/>
            <pc:sldMk cId="3192899345" sldId="326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5:31.392" v="2826" actId="478"/>
          <ac:picMkLst>
            <pc:docMk/>
            <pc:sldMk cId="3192899345" sldId="326"/>
            <ac:picMk id="13" creationId="{85B7C29C-B3DB-6310-6DD9-AF7C7E617698}"/>
          </ac:picMkLst>
        </pc:picChg>
      </pc:sldChg>
      <pc:sldChg chg="delSp modSp add mod">
        <pc:chgData name="Wilmer Ortega Erazo" userId="19082e28a51afb61" providerId="LiveId" clId="{94990643-8E4E-4CF9-87DE-7C4FB3DD37DE}" dt="2023-09-19T04:29:41.130" v="4103" actId="123"/>
        <pc:sldMkLst>
          <pc:docMk/>
          <pc:sldMk cId="489716390" sldId="327"/>
        </pc:sldMkLst>
        <pc:spChg chg="mod">
          <ac:chgData name="Wilmer Ortega Erazo" userId="19082e28a51afb61" providerId="LiveId" clId="{94990643-8E4E-4CF9-87DE-7C4FB3DD37DE}" dt="2023-09-19T04:29:41.130" v="4103" actId="123"/>
          <ac:spMkLst>
            <pc:docMk/>
            <pc:sldMk cId="489716390" sldId="327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13:35.877" v="3103" actId="478"/>
          <ac:picMkLst>
            <pc:docMk/>
            <pc:sldMk cId="489716390" sldId="327"/>
            <ac:picMk id="6" creationId="{67557298-F4DD-4F11-94B0-4B83051F4E38}"/>
          </ac:picMkLst>
        </pc:picChg>
        <pc:picChg chg="del">
          <ac:chgData name="Wilmer Ortega Erazo" userId="19082e28a51afb61" providerId="LiveId" clId="{94990643-8E4E-4CF9-87DE-7C4FB3DD37DE}" dt="2023-09-19T04:13:36.828" v="3104" actId="478"/>
          <ac:picMkLst>
            <pc:docMk/>
            <pc:sldMk cId="489716390" sldId="327"/>
            <ac:picMk id="9" creationId="{8939DE73-4F69-8875-6FD6-1EDCEF6D4805}"/>
          </ac:picMkLst>
        </pc:picChg>
      </pc:sldChg>
      <pc:sldChg chg="modSp add mod">
        <pc:chgData name="Wilmer Ortega Erazo" userId="19082e28a51afb61" providerId="LiveId" clId="{94990643-8E4E-4CF9-87DE-7C4FB3DD37DE}" dt="2023-09-19T04:36:04.789" v="4628" actId="14100"/>
        <pc:sldMkLst>
          <pc:docMk/>
          <pc:sldMk cId="4151778330" sldId="328"/>
        </pc:sldMkLst>
        <pc:spChg chg="mod">
          <ac:chgData name="Wilmer Ortega Erazo" userId="19082e28a51afb61" providerId="LiveId" clId="{94990643-8E4E-4CF9-87DE-7C4FB3DD37DE}" dt="2023-09-19T04:36:04.789" v="4628" actId="14100"/>
          <ac:spMkLst>
            <pc:docMk/>
            <pc:sldMk cId="4151778330" sldId="328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94990643-8E4E-4CF9-87DE-7C4FB3DD37DE}" dt="2023-09-19T04:44:56.920" v="4831" actId="1076"/>
        <pc:sldMkLst>
          <pc:docMk/>
          <pc:sldMk cId="950599006" sldId="329"/>
        </pc:sldMkLst>
        <pc:spChg chg="mod">
          <ac:chgData name="Wilmer Ortega Erazo" userId="19082e28a51afb61" providerId="LiveId" clId="{94990643-8E4E-4CF9-87DE-7C4FB3DD37DE}" dt="2023-09-19T04:44:19.975" v="4828" actId="20577"/>
          <ac:spMkLst>
            <pc:docMk/>
            <pc:sldMk cId="950599006" sldId="32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4:44:56.920" v="4831" actId="1076"/>
          <ac:picMkLst>
            <pc:docMk/>
            <pc:sldMk cId="950599006" sldId="329"/>
            <ac:picMk id="8" creationId="{7CA2898E-3EA9-E3F1-6628-DC44D166E28F}"/>
          </ac:picMkLst>
        </pc:picChg>
        <pc:cxnChg chg="add mod">
          <ac:chgData name="Wilmer Ortega Erazo" userId="19082e28a51afb61" providerId="LiveId" clId="{94990643-8E4E-4CF9-87DE-7C4FB3DD37DE}" dt="2023-09-19T04:42:46.748" v="4708" actId="1076"/>
          <ac:cxnSpMkLst>
            <pc:docMk/>
            <pc:sldMk cId="950599006" sldId="329"/>
            <ac:cxnSpMk id="5" creationId="{0CFB5B08-5F59-0927-D8A5-E5C619B9A19D}"/>
          </ac:cxnSpMkLst>
        </pc:cxnChg>
      </pc:sldChg>
      <pc:sldChg chg="addSp delSp modSp add mod">
        <pc:chgData name="Wilmer Ortega Erazo" userId="19082e28a51afb61" providerId="LiveId" clId="{94990643-8E4E-4CF9-87DE-7C4FB3DD37DE}" dt="2023-09-19T04:54:51.385" v="5283" actId="1076"/>
        <pc:sldMkLst>
          <pc:docMk/>
          <pc:sldMk cId="2182126900" sldId="330"/>
        </pc:sldMkLst>
        <pc:spChg chg="mod">
          <ac:chgData name="Wilmer Ortega Erazo" userId="19082e28a51afb61" providerId="LiveId" clId="{94990643-8E4E-4CF9-87DE-7C4FB3DD37DE}" dt="2023-09-19T04:52:45.636" v="5279" actId="5793"/>
          <ac:spMkLst>
            <pc:docMk/>
            <pc:sldMk cId="2182126900" sldId="33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2:00.912" v="5180" actId="478"/>
          <ac:picMkLst>
            <pc:docMk/>
            <pc:sldMk cId="2182126900" sldId="330"/>
            <ac:picMk id="8" creationId="{7CA2898E-3EA9-E3F1-6628-DC44D166E28F}"/>
          </ac:picMkLst>
        </pc:picChg>
        <pc:picChg chg="add mod">
          <ac:chgData name="Wilmer Ortega Erazo" userId="19082e28a51afb61" providerId="LiveId" clId="{94990643-8E4E-4CF9-87DE-7C4FB3DD37DE}" dt="2023-09-19T04:54:51.385" v="5283" actId="1076"/>
          <ac:picMkLst>
            <pc:docMk/>
            <pc:sldMk cId="2182126900" sldId="330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4:47:01.651" v="4846" actId="478"/>
          <ac:cxnSpMkLst>
            <pc:docMk/>
            <pc:sldMk cId="2182126900" sldId="330"/>
            <ac:cxnSpMk id="5" creationId="{0CFB5B08-5F59-0927-D8A5-E5C619B9A19D}"/>
          </ac:cxnSpMkLst>
        </pc:cxnChg>
        <pc:cxnChg chg="add mod">
          <ac:chgData name="Wilmer Ortega Erazo" userId="19082e28a51afb61" providerId="LiveId" clId="{94990643-8E4E-4CF9-87DE-7C4FB3DD37DE}" dt="2023-09-19T04:48:21.232" v="4909" actId="13822"/>
          <ac:cxnSpMkLst>
            <pc:docMk/>
            <pc:sldMk cId="2182126900" sldId="330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15:54.024" v="5832" actId="20577"/>
        <pc:sldMkLst>
          <pc:docMk/>
          <pc:sldMk cId="1530406308" sldId="331"/>
        </pc:sldMkLst>
        <pc:spChg chg="mod">
          <ac:chgData name="Wilmer Ortega Erazo" userId="19082e28a51afb61" providerId="LiveId" clId="{94990643-8E4E-4CF9-87DE-7C4FB3DD37DE}" dt="2023-09-19T05:15:54.024" v="5832" actId="20577"/>
          <ac:spMkLst>
            <pc:docMk/>
            <pc:sldMk cId="1530406308" sldId="331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8:24.927" v="5285" actId="478"/>
          <ac:picMkLst>
            <pc:docMk/>
            <pc:sldMk cId="1530406308" sldId="331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0:31.262" v="5304" actId="478"/>
          <ac:cxnSpMkLst>
            <pc:docMk/>
            <pc:sldMk cId="1530406308" sldId="331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07:02.120" v="5625" actId="255"/>
        <pc:sldMkLst>
          <pc:docMk/>
          <pc:sldMk cId="2658430548" sldId="332"/>
        </pc:sldMkLst>
        <pc:spChg chg="mod">
          <ac:chgData name="Wilmer Ortega Erazo" userId="19082e28a51afb61" providerId="LiveId" clId="{94990643-8E4E-4CF9-87DE-7C4FB3DD37DE}" dt="2023-09-19T05:07:02.120" v="5625" actId="255"/>
          <ac:spMkLst>
            <pc:docMk/>
            <pc:sldMk cId="2658430548" sldId="33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5:04:26.928" v="5420" actId="478"/>
          <ac:picMkLst>
            <pc:docMk/>
            <pc:sldMk cId="2658430548" sldId="332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2:51.110" v="5378" actId="478"/>
          <ac:cxnSpMkLst>
            <pc:docMk/>
            <pc:sldMk cId="2658430548" sldId="332"/>
            <ac:cxnSpMk id="6" creationId="{728725CE-C062-73AA-A4F9-2DC0123FEA7C}"/>
          </ac:cxnSpMkLst>
        </pc:cxnChg>
      </pc:sldChg>
      <pc:sldChg chg="addSp delSp modSp add mod ord">
        <pc:chgData name="Wilmer Ortega Erazo" userId="19082e28a51afb61" providerId="LiveId" clId="{94990643-8E4E-4CF9-87DE-7C4FB3DD37DE}" dt="2023-09-19T05:12:56.921" v="5831" actId="1076"/>
        <pc:sldMkLst>
          <pc:docMk/>
          <pc:sldMk cId="634442229" sldId="333"/>
        </pc:sldMkLst>
        <pc:spChg chg="mod">
          <ac:chgData name="Wilmer Ortega Erazo" userId="19082e28a51afb61" providerId="LiveId" clId="{94990643-8E4E-4CF9-87DE-7C4FB3DD37DE}" dt="2023-09-19T05:11:13.682" v="5825" actId="20577"/>
          <ac:spMkLst>
            <pc:docMk/>
            <pc:sldMk cId="634442229" sldId="33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5:12:56.921" v="5831" actId="1076"/>
          <ac:picMkLst>
            <pc:docMk/>
            <pc:sldMk cId="634442229" sldId="333"/>
            <ac:picMk id="5" creationId="{43257F2B-500A-1407-C71C-01B50405940B}"/>
          </ac:picMkLst>
        </pc:picChg>
        <pc:picChg chg="del">
          <ac:chgData name="Wilmer Ortega Erazo" userId="19082e28a51afb61" providerId="LiveId" clId="{94990643-8E4E-4CF9-87DE-7C4FB3DD37DE}" dt="2023-09-19T05:07:16.146" v="5629" actId="478"/>
          <ac:picMkLst>
            <pc:docMk/>
            <pc:sldMk cId="634442229" sldId="333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9:05.249" v="5652" actId="478"/>
          <ac:cxnSpMkLst>
            <pc:docMk/>
            <pc:sldMk cId="634442229" sldId="333"/>
            <ac:cxnSpMk id="6" creationId="{728725CE-C062-73AA-A4F9-2DC0123FEA7C}"/>
          </ac:cxnSpMkLst>
        </pc:cxnChg>
      </pc:sldChg>
      <pc:sldChg chg="addSp delSp modSp add mod">
        <pc:chgData name="Wilmer Ortega Erazo" userId="19082e28a51afb61" providerId="LiveId" clId="{94990643-8E4E-4CF9-87DE-7C4FB3DD37DE}" dt="2023-09-19T05:25:16.430" v="5958" actId="20577"/>
        <pc:sldMkLst>
          <pc:docMk/>
          <pc:sldMk cId="1656004892" sldId="334"/>
        </pc:sldMkLst>
        <pc:spChg chg="add mod">
          <ac:chgData name="Wilmer Ortega Erazo" userId="19082e28a51afb61" providerId="LiveId" clId="{94990643-8E4E-4CF9-87DE-7C4FB3DD37DE}" dt="2023-09-19T05:24:34.332" v="5929" actId="27636"/>
          <ac:spMkLst>
            <pc:docMk/>
            <pc:sldMk cId="1656004892" sldId="334"/>
            <ac:spMk id="3" creationId="{37B4DB73-5D1B-85E7-7BEF-74327D13EB7F}"/>
          </ac:spMkLst>
        </pc:spChg>
        <pc:spChg chg="del mod">
          <ac:chgData name="Wilmer Ortega Erazo" userId="19082e28a51afb61" providerId="LiveId" clId="{94990643-8E4E-4CF9-87DE-7C4FB3DD37DE}" dt="2023-09-19T05:16:11.376" v="5835" actId="478"/>
          <ac:spMkLst>
            <pc:docMk/>
            <pc:sldMk cId="1656004892" sldId="334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9T05:24:18.602" v="5924" actId="1076"/>
          <ac:spMkLst>
            <pc:docMk/>
            <pc:sldMk cId="1656004892" sldId="334"/>
            <ac:spMk id="6" creationId="{67557586-9E97-CEE3-34F3-BE9BC2FA0605}"/>
          </ac:spMkLst>
        </pc:spChg>
        <pc:spChg chg="mod">
          <ac:chgData name="Wilmer Ortega Erazo" userId="19082e28a51afb61" providerId="LiveId" clId="{94990643-8E4E-4CF9-87DE-7C4FB3DD37DE}" dt="2023-09-19T05:25:16.430" v="5958" actId="20577"/>
          <ac:spMkLst>
            <pc:docMk/>
            <pc:sldMk cId="1656004892" sldId="334"/>
            <ac:spMk id="7" creationId="{80EFB5E9-E451-9268-A910-2B1F80ABDB8B}"/>
          </ac:spMkLst>
        </pc:spChg>
        <pc:grpChg chg="add mod">
          <ac:chgData name="Wilmer Ortega Erazo" userId="19082e28a51afb61" providerId="LiveId" clId="{94990643-8E4E-4CF9-87DE-7C4FB3DD37DE}" dt="2023-09-19T05:24:18.602" v="5924" actId="1076"/>
          <ac:grpSpMkLst>
            <pc:docMk/>
            <pc:sldMk cId="1656004892" sldId="334"/>
            <ac:grpSpMk id="5" creationId="{C312F2B0-B996-873E-B28A-69432277C514}"/>
          </ac:grpSpMkLst>
        </pc:grpChg>
      </pc:sldChg>
      <pc:sldChg chg="modSp add mod ord">
        <pc:chgData name="Wilmer Ortega Erazo" userId="19082e28a51afb61" providerId="LiveId" clId="{94990643-8E4E-4CF9-87DE-7C4FB3DD37DE}" dt="2023-09-19T05:18:53.809" v="5864" actId="790"/>
        <pc:sldMkLst>
          <pc:docMk/>
          <pc:sldMk cId="2332564257" sldId="335"/>
        </pc:sldMkLst>
        <pc:spChg chg="mod">
          <ac:chgData name="Wilmer Ortega Erazo" userId="19082e28a51afb61" providerId="LiveId" clId="{94990643-8E4E-4CF9-87DE-7C4FB3DD37DE}" dt="2023-09-19T05:18:53.809" v="5864" actId="790"/>
          <ac:spMkLst>
            <pc:docMk/>
            <pc:sldMk cId="2332564257" sldId="33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1:49.280" v="5906" actId="20577"/>
        <pc:sldMkLst>
          <pc:docMk/>
          <pc:sldMk cId="1030916952" sldId="336"/>
        </pc:sldMkLst>
        <pc:spChg chg="mod">
          <ac:chgData name="Wilmer Ortega Erazo" userId="19082e28a51afb61" providerId="LiveId" clId="{94990643-8E4E-4CF9-87DE-7C4FB3DD37DE}" dt="2023-09-19T05:21:49.280" v="5906" actId="20577"/>
          <ac:spMkLst>
            <pc:docMk/>
            <pc:sldMk cId="1030916952" sldId="33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33.583" v="5916" actId="11"/>
        <pc:sldMkLst>
          <pc:docMk/>
          <pc:sldMk cId="1746969026" sldId="337"/>
        </pc:sldMkLst>
        <pc:spChg chg="mod">
          <ac:chgData name="Wilmer Ortega Erazo" userId="19082e28a51afb61" providerId="LiveId" clId="{94990643-8E4E-4CF9-87DE-7C4FB3DD37DE}" dt="2023-09-19T05:23:33.583" v="5916" actId="11"/>
          <ac:spMkLst>
            <pc:docMk/>
            <pc:sldMk cId="1746969026" sldId="33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56.947" v="5920" actId="11"/>
        <pc:sldMkLst>
          <pc:docMk/>
          <pc:sldMk cId="347407109" sldId="338"/>
        </pc:sldMkLst>
        <pc:spChg chg="mod">
          <ac:chgData name="Wilmer Ortega Erazo" userId="19082e28a51afb61" providerId="LiveId" clId="{94990643-8E4E-4CF9-87DE-7C4FB3DD37DE}" dt="2023-09-19T05:23:56.947" v="5920" actId="11"/>
          <ac:spMkLst>
            <pc:docMk/>
            <pc:sldMk cId="347407109" sldId="338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7D7D9838-81D8-4DCB-B639-F90E9FB84516}"/>
    <pc:docChg chg="undo custSel addSld delSld modSld">
      <pc:chgData name="Wilmer Ortega Erazo" userId="19082e28a51afb61" providerId="LiveId" clId="{7D7D9838-81D8-4DCB-B639-F90E9FB84516}" dt="2023-10-27T01:51:11.892" v="489" actId="20577"/>
      <pc:docMkLst>
        <pc:docMk/>
      </pc:docMkLst>
      <pc:sldChg chg="addSp delSp modSp mod">
        <pc:chgData name="Wilmer Ortega Erazo" userId="19082e28a51afb61" providerId="LiveId" clId="{7D7D9838-81D8-4DCB-B639-F90E9FB84516}" dt="2023-10-27T01:43:36.810" v="264" actId="20578"/>
        <pc:sldMkLst>
          <pc:docMk/>
          <pc:sldMk cId="3431946679" sldId="265"/>
        </pc:sldMkLst>
        <pc:spChg chg="del">
          <ac:chgData name="Wilmer Ortega Erazo" userId="19082e28a51afb61" providerId="LiveId" clId="{7D7D9838-81D8-4DCB-B639-F90E9FB84516}" dt="2023-10-12T03:10:01.688" v="1" actId="478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7D7D9838-81D8-4DCB-B639-F90E9FB84516}" dt="2023-10-27T01:43:36.810" v="264" actId="20578"/>
          <ac:spMkLst>
            <pc:docMk/>
            <pc:sldMk cId="3431946679" sldId="265"/>
            <ac:spMk id="4" creationId="{A29C0834-3DBC-9FB3-0E0A-F77D599198EB}"/>
          </ac:spMkLst>
        </pc:spChg>
        <pc:spChg chg="add del mod">
          <ac:chgData name="Wilmer Ortega Erazo" userId="19082e28a51afb61" providerId="LiveId" clId="{7D7D9838-81D8-4DCB-B639-F90E9FB84516}" dt="2023-10-12T03:10:04.599" v="2" actId="478"/>
          <ac:spMkLst>
            <pc:docMk/>
            <pc:sldMk cId="3431946679" sldId="265"/>
            <ac:spMk id="5" creationId="{0F4A66AC-7ABB-86D6-BECA-876B5B9551A5}"/>
          </ac:spMkLst>
        </pc:spChg>
      </pc:sldChg>
      <pc:sldChg chg="modSp add mod">
        <pc:chgData name="Wilmer Ortega Erazo" userId="19082e28a51afb61" providerId="LiveId" clId="{7D7D9838-81D8-4DCB-B639-F90E9FB84516}" dt="2023-10-27T01:51:11.892" v="489" actId="20577"/>
        <pc:sldMkLst>
          <pc:docMk/>
          <pc:sldMk cId="363862945" sldId="266"/>
        </pc:sldMkLst>
        <pc:spChg chg="mod">
          <ac:chgData name="Wilmer Ortega Erazo" userId="19082e28a51afb61" providerId="LiveId" clId="{7D7D9838-81D8-4DCB-B639-F90E9FB84516}" dt="2023-10-27T01:51:11.892" v="489" actId="20577"/>
          <ac:spMkLst>
            <pc:docMk/>
            <pc:sldMk cId="363862945" sldId="266"/>
            <ac:spMk id="4" creationId="{A29C0834-3DBC-9FB3-0E0A-F77D599198EB}"/>
          </ac:spMkLst>
        </pc:spChg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980872398" sldId="266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2683938438" sldId="267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588888852" sldId="268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9382027" sldId="269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600606287" sldId="270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840515500" sldId="271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666362008" sldId="272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609175088" sldId="273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869359324" sldId="274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3494257062" sldId="275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107383590" sldId="276"/>
        </pc:sldMkLst>
      </pc:sldChg>
      <pc:sldChg chg="del">
        <pc:chgData name="Wilmer Ortega Erazo" userId="19082e28a51afb61" providerId="LiveId" clId="{7D7D9838-81D8-4DCB-B639-F90E9FB84516}" dt="2023-10-12T03:09:57.428" v="0" actId="2696"/>
        <pc:sldMkLst>
          <pc:docMk/>
          <pc:sldMk cId="2597469141" sldId="277"/>
        </pc:sldMkLst>
      </pc:sldChg>
    </pc:docChg>
  </pc:docChgLst>
  <pc:docChgLst>
    <pc:chgData name="Wilmer Ortega Erazo" userId="19082e28a51afb61" providerId="LiveId" clId="{9FE29123-3750-4FE9-B5C6-C3FA3D63EB2D}"/>
    <pc:docChg chg="undo custSel modSld">
      <pc:chgData name="Wilmer Ortega Erazo" userId="19082e28a51afb61" providerId="LiveId" clId="{9FE29123-3750-4FE9-B5C6-C3FA3D63EB2D}" dt="2023-12-09T02:40:26.455" v="434" actId="6549"/>
      <pc:docMkLst>
        <pc:docMk/>
      </pc:docMkLst>
      <pc:sldChg chg="modSp mod">
        <pc:chgData name="Wilmer Ortega Erazo" userId="19082e28a51afb61" providerId="LiveId" clId="{9FE29123-3750-4FE9-B5C6-C3FA3D63EB2D}" dt="2023-12-09T02:40:26.455" v="434" actId="6549"/>
        <pc:sldMkLst>
          <pc:docMk/>
          <pc:sldMk cId="3431946679" sldId="265"/>
        </pc:sldMkLst>
        <pc:spChg chg="mod">
          <ac:chgData name="Wilmer Ortega Erazo" userId="19082e28a51afb61" providerId="LiveId" clId="{9FE29123-3750-4FE9-B5C6-C3FA3D63EB2D}" dt="2023-12-09T02:40:26.455" v="434" actId="6549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mod">
        <pc:chgData name="Wilmer Ortega Erazo" userId="19082e28a51afb61" providerId="LiveId" clId="{9FE29123-3750-4FE9-B5C6-C3FA3D63EB2D}" dt="2023-12-05T16:45:27.732" v="372" actId="20577"/>
        <pc:sldMkLst>
          <pc:docMk/>
          <pc:sldMk cId="363862945" sldId="266"/>
        </pc:sldMkLst>
        <pc:spChg chg="add mod">
          <ac:chgData name="Wilmer Ortega Erazo" userId="19082e28a51afb61" providerId="LiveId" clId="{9FE29123-3750-4FE9-B5C6-C3FA3D63EB2D}" dt="2023-12-05T16:45:27.732" v="372" actId="20577"/>
          <ac:spMkLst>
            <pc:docMk/>
            <pc:sldMk cId="363862945" sldId="266"/>
            <ac:spMk id="2" creationId="{AA69DD97-C725-5EDA-BFAC-FDEDF919A13D}"/>
          </ac:spMkLst>
        </pc:spChg>
        <pc:spChg chg="add del mod">
          <ac:chgData name="Wilmer Ortega Erazo" userId="19082e28a51afb61" providerId="LiveId" clId="{9FE29123-3750-4FE9-B5C6-C3FA3D63EB2D}" dt="2023-12-05T16:43:22.563" v="352" actId="478"/>
          <ac:spMkLst>
            <pc:docMk/>
            <pc:sldMk cId="363862945" sldId="266"/>
            <ac:spMk id="3" creationId="{EC992B60-2DEE-3ECC-BFEC-9BD6B9DB2B9E}"/>
          </ac:spMkLst>
        </pc:spChg>
        <pc:spChg chg="del">
          <ac:chgData name="Wilmer Ortega Erazo" userId="19082e28a51afb61" providerId="LiveId" clId="{9FE29123-3750-4FE9-B5C6-C3FA3D63EB2D}" dt="2023-12-05T00:43:28.301" v="80" actId="478"/>
          <ac:spMkLst>
            <pc:docMk/>
            <pc:sldMk cId="363862945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9FE29123-3750-4FE9-B5C6-C3FA3D63EB2D}" dt="2023-12-05T16:43:24.330" v="353" actId="478"/>
          <ac:spMkLst>
            <pc:docMk/>
            <pc:sldMk cId="363862945" sldId="266"/>
            <ac:spMk id="4" creationId="{A9B18464-BCF8-4335-5BAD-CF65542A9F53}"/>
          </ac:spMkLst>
        </pc:spChg>
        <pc:spChg chg="add del mod">
          <ac:chgData name="Wilmer Ortega Erazo" userId="19082e28a51afb61" providerId="LiveId" clId="{9FE29123-3750-4FE9-B5C6-C3FA3D63EB2D}" dt="2023-12-05T16:43:26.573" v="354" actId="478"/>
          <ac:spMkLst>
            <pc:docMk/>
            <pc:sldMk cId="363862945" sldId="266"/>
            <ac:spMk id="5" creationId="{A305B601-1059-B689-D252-DF2E1E8FEC9E}"/>
          </ac:spMkLst>
        </pc:spChg>
      </pc:sldChg>
    </pc:docChg>
  </pc:docChgLst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3-09-12T01:47:27.099" v="702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">
        <pc:chgData name="Wilmer Ortega Erazo" userId="19082e28a51afb61" providerId="LiveId" clId="{30D428CD-1BB2-4A03-8594-A68FE992CDE1}" dt="2023-08-30T03:38:36.835" v="425" actId="1076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224D3605-5FE8-452F-9C59-F863EC4958E9}"/>
    <pc:docChg chg="undo redo custSel addSld delSld modSld">
      <pc:chgData name="Wilmer Ortega Erazo" userId="19082e28a51afb61" providerId="LiveId" clId="{224D3605-5FE8-452F-9C59-F863EC4958E9}" dt="2023-10-06T21:38:14.934" v="3272" actId="20577"/>
      <pc:docMkLst>
        <pc:docMk/>
      </pc:docMkLst>
      <pc:sldChg chg="del">
        <pc:chgData name="Wilmer Ortega Erazo" userId="19082e28a51afb61" providerId="LiveId" clId="{224D3605-5FE8-452F-9C59-F863EC4958E9}" dt="2023-10-04T23:11:45.999" v="1" actId="2696"/>
        <pc:sldMkLst>
          <pc:docMk/>
          <pc:sldMk cId="1286385962" sldId="257"/>
        </pc:sldMkLst>
      </pc:sldChg>
      <pc:sldChg chg="modSp mod">
        <pc:chgData name="Wilmer Ortega Erazo" userId="19082e28a51afb61" providerId="LiveId" clId="{224D3605-5FE8-452F-9C59-F863EC4958E9}" dt="2023-10-04T23:14:07.654" v="244" actId="20577"/>
        <pc:sldMkLst>
          <pc:docMk/>
          <pc:sldMk cId="3431946679" sldId="265"/>
        </pc:sldMkLst>
        <pc:spChg chg="mod">
          <ac:chgData name="Wilmer Ortega Erazo" userId="19082e28a51afb61" providerId="LiveId" clId="{224D3605-5FE8-452F-9C59-F863EC4958E9}" dt="2023-10-04T23:11:57.149" v="14" actId="20577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4T23:14:07.654" v="244" actId="20577"/>
          <ac:spMkLst>
            <pc:docMk/>
            <pc:sldMk cId="3431946679" sldId="26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18:25.824" v="463" actId="20577"/>
        <pc:sldMkLst>
          <pc:docMk/>
          <pc:sldMk cId="980872398" sldId="266"/>
        </pc:sldMkLst>
        <pc:spChg chg="mod">
          <ac:chgData name="Wilmer Ortega Erazo" userId="19082e28a51afb61" providerId="LiveId" clId="{224D3605-5FE8-452F-9C59-F863EC4958E9}" dt="2023-10-04T23:15:47.614" v="277" actId="20577"/>
          <ac:spMkLst>
            <pc:docMk/>
            <pc:sldMk cId="980872398" sldId="266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4T23:18:25.824" v="463" actId="20577"/>
          <ac:spMkLst>
            <pc:docMk/>
            <pc:sldMk cId="980872398" sldId="26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26:24.811" v="697" actId="20577"/>
        <pc:sldMkLst>
          <pc:docMk/>
          <pc:sldMk cId="2683938438" sldId="267"/>
        </pc:sldMkLst>
        <pc:spChg chg="mod">
          <ac:chgData name="Wilmer Ortega Erazo" userId="19082e28a51afb61" providerId="LiveId" clId="{224D3605-5FE8-452F-9C59-F863EC4958E9}" dt="2023-10-04T23:26:24.811" v="697" actId="20577"/>
          <ac:spMkLst>
            <pc:docMk/>
            <pc:sldMk cId="2683938438" sldId="26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6T21:38:14.934" v="3272" actId="20577"/>
        <pc:sldMkLst>
          <pc:docMk/>
          <pc:sldMk cId="3588888852" sldId="268"/>
        </pc:sldMkLst>
        <pc:spChg chg="mod">
          <ac:chgData name="Wilmer Ortega Erazo" userId="19082e28a51afb61" providerId="LiveId" clId="{224D3605-5FE8-452F-9C59-F863EC4958E9}" dt="2023-10-06T21:38:14.934" v="3272" actId="20577"/>
          <ac:spMkLst>
            <pc:docMk/>
            <pc:sldMk cId="3588888852" sldId="26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40:05.839" v="1163" actId="20577"/>
        <pc:sldMkLst>
          <pc:docMk/>
          <pc:sldMk cId="39382027" sldId="269"/>
        </pc:sldMkLst>
        <pc:spChg chg="mod">
          <ac:chgData name="Wilmer Ortega Erazo" userId="19082e28a51afb61" providerId="LiveId" clId="{224D3605-5FE8-452F-9C59-F863EC4958E9}" dt="2023-10-04T23:40:05.839" v="1163" actId="20577"/>
          <ac:spMkLst>
            <pc:docMk/>
            <pc:sldMk cId="39382027" sldId="26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47:20.658" v="1560" actId="20577"/>
        <pc:sldMkLst>
          <pc:docMk/>
          <pc:sldMk cId="600606287" sldId="270"/>
        </pc:sldMkLst>
        <pc:spChg chg="mod">
          <ac:chgData name="Wilmer Ortega Erazo" userId="19082e28a51afb61" providerId="LiveId" clId="{224D3605-5FE8-452F-9C59-F863EC4958E9}" dt="2023-10-04T23:47:20.658" v="1560" actId="20577"/>
          <ac:spMkLst>
            <pc:docMk/>
            <pc:sldMk cId="600606287" sldId="27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7:46.354" v="2214" actId="6549"/>
        <pc:sldMkLst>
          <pc:docMk/>
          <pc:sldMk cId="3840515500" sldId="271"/>
        </pc:sldMkLst>
        <pc:spChg chg="mod">
          <ac:chgData name="Wilmer Ortega Erazo" userId="19082e28a51afb61" providerId="LiveId" clId="{224D3605-5FE8-452F-9C59-F863EC4958E9}" dt="2023-10-05T00:27:46.354" v="2214" actId="6549"/>
          <ac:spMkLst>
            <pc:docMk/>
            <pc:sldMk cId="3840515500" sldId="27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9:55.922" v="2328" actId="20577"/>
        <pc:sldMkLst>
          <pc:docMk/>
          <pc:sldMk cId="1666362008" sldId="272"/>
        </pc:sldMkLst>
        <pc:spChg chg="mod">
          <ac:chgData name="Wilmer Ortega Erazo" userId="19082e28a51afb61" providerId="LiveId" clId="{224D3605-5FE8-452F-9C59-F863EC4958E9}" dt="2023-10-05T00:29:55.922" v="2328" actId="20577"/>
          <ac:spMkLst>
            <pc:docMk/>
            <pc:sldMk cId="1666362008" sldId="27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45:03.576" v="2526" actId="20577"/>
        <pc:sldMkLst>
          <pc:docMk/>
          <pc:sldMk cId="1609175088" sldId="273"/>
        </pc:sldMkLst>
        <pc:spChg chg="mod">
          <ac:chgData name="Wilmer Ortega Erazo" userId="19082e28a51afb61" providerId="LiveId" clId="{224D3605-5FE8-452F-9C59-F863EC4958E9}" dt="2023-10-05T00:45:03.576" v="2526" actId="20577"/>
          <ac:spMkLst>
            <pc:docMk/>
            <pc:sldMk cId="1609175088" sldId="27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51:25.644" v="2790" actId="20577"/>
        <pc:sldMkLst>
          <pc:docMk/>
          <pc:sldMk cId="869359324" sldId="274"/>
        </pc:sldMkLst>
        <pc:spChg chg="mod">
          <ac:chgData name="Wilmer Ortega Erazo" userId="19082e28a51afb61" providerId="LiveId" clId="{224D3605-5FE8-452F-9C59-F863EC4958E9}" dt="2023-10-05T00:48:08.619" v="2536" actId="255"/>
          <ac:spMkLst>
            <pc:docMk/>
            <pc:sldMk cId="869359324" sldId="274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5T00:51:25.644" v="2790" actId="20577"/>
          <ac:spMkLst>
            <pc:docMk/>
            <pc:sldMk cId="869359324" sldId="27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2:52:49.008" v="3152" actId="6549"/>
        <pc:sldMkLst>
          <pc:docMk/>
          <pc:sldMk cId="3494257062" sldId="275"/>
        </pc:sldMkLst>
        <pc:spChg chg="mod">
          <ac:chgData name="Wilmer Ortega Erazo" userId="19082e28a51afb61" providerId="LiveId" clId="{224D3605-5FE8-452F-9C59-F863EC4958E9}" dt="2023-10-05T02:52:49.008" v="3152" actId="6549"/>
          <ac:spMkLst>
            <pc:docMk/>
            <pc:sldMk cId="3494257062" sldId="27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2:55:26.040" v="3267" actId="20577"/>
        <pc:sldMkLst>
          <pc:docMk/>
          <pc:sldMk cId="107383590" sldId="276"/>
        </pc:sldMkLst>
        <pc:spChg chg="mod">
          <ac:chgData name="Wilmer Ortega Erazo" userId="19082e28a51afb61" providerId="LiveId" clId="{224D3605-5FE8-452F-9C59-F863EC4958E9}" dt="2023-10-05T02:55:26.040" v="3267" actId="20577"/>
          <ac:spMkLst>
            <pc:docMk/>
            <pc:sldMk cId="107383590" sldId="27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224D3605-5FE8-452F-9C59-F863EC4958E9}" dt="2023-10-05T22:54:58.195" v="3270"/>
        <pc:sldMkLst>
          <pc:docMk/>
          <pc:sldMk cId="2597469141" sldId="277"/>
        </pc:sldMkLst>
        <pc:spChg chg="add mod">
          <ac:chgData name="Wilmer Ortega Erazo" userId="19082e28a51afb61" providerId="LiveId" clId="{224D3605-5FE8-452F-9C59-F863EC4958E9}" dt="2023-10-05T22:54:58.195" v="3270"/>
          <ac:spMkLst>
            <pc:docMk/>
            <pc:sldMk cId="2597469141" sldId="277"/>
            <ac:spMk id="3" creationId="{33AAA56A-C2B8-5AAE-E198-0565CA120A90}"/>
          </ac:spMkLst>
        </pc:spChg>
        <pc:spChg chg="del">
          <ac:chgData name="Wilmer Ortega Erazo" userId="19082e28a51afb61" providerId="LiveId" clId="{224D3605-5FE8-452F-9C59-F863EC4958E9}" dt="2023-10-05T22:54:57.521" v="3269" actId="478"/>
          <ac:spMkLst>
            <pc:docMk/>
            <pc:sldMk cId="2597469141" sldId="277"/>
            <ac:spMk id="4" creationId="{A29C0834-3DBC-9FB3-0E0A-F77D599198EB}"/>
          </ac:spMkLst>
        </pc:spChg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67583572" sldId="30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57352372" sldId="30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212173715" sldId="30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398646774" sldId="30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74243289" sldId="30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493740496" sldId="30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3477028" sldId="30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24200280" sldId="30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390981850" sldId="30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91830784" sldId="30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73136445" sldId="31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00035186" sldId="31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91080266" sldId="31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055528431" sldId="31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411740308" sldId="31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9982045" sldId="31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080923643" sldId="31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76643198" sldId="31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1752650" sldId="31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222143272" sldId="32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0266501" sldId="32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54617296" sldId="32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6398042" sldId="32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30966444" sldId="32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69525786" sldId="32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2899345" sldId="32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9716390" sldId="32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51778330" sldId="32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950599006" sldId="32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82126900" sldId="33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530406308" sldId="33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58430548" sldId="33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34442229" sldId="33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656004892" sldId="33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332564257" sldId="33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30916952" sldId="33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746969026" sldId="33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47407109" sldId="3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8/12/2023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8/12/2023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2242870" y="345057"/>
            <a:ext cx="9247515" cy="6086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DDL: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1FN: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Para que una base de datos esté en 1FN, es decir, que cumpla la primera forma normal, cada columna debe ser atómica.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2FN:</a:t>
            </a:r>
            <a:r>
              <a:rPr lang="es-CO" sz="20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Para que una base de datos este en 2FN primero debe estar en 1FN, y además todas las columnas que formen parte de una clave candidata deben aportar información sobre la clave completa.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3FN: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Una base de datos está en 3FN si está en 2FN y además todas las columnas que no sean claves dependen de la clave completa de forma NO transitiva.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TABLE, CREATE INDEX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TABLESPACE CURSODB_DAT, TABLESPACE CURSODB_IDX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UNIQUE, ON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 TABLE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CONSTRAINT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 KEY, FOREIGN KEY, REFERENCES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INDEX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INTO, </a:t>
            </a: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69DD97-C725-5EDA-BFAC-FDEDF919A13D}"/>
              </a:ext>
            </a:extLst>
          </p:cNvPr>
          <p:cNvSpPr txBox="1"/>
          <p:nvPr/>
        </p:nvSpPr>
        <p:spPr>
          <a:xfrm>
            <a:off x="2242870" y="345057"/>
            <a:ext cx="9247515" cy="639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DML: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SELECT, FROM, WHERE, AS, DISTINCT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GROUP BY, ORDER BY, HAVING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IN, AND, OR</a:t>
            </a: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NOT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DESC, ASC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MIN, MAX, COUNT, AVG, SUM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BETWEEN, LIKE, EXISTS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TO_DATE, ‘DD/MM/YYYY’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EXTRACT(</a:t>
            </a:r>
            <a:r>
              <a:rPr lang="en-US" sz="2000" b="1" i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 FROM fecha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EXTRACT(MONTH FROM </a:t>
            </a:r>
            <a:r>
              <a:rPr lang="en-US" sz="2000" b="1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EXTRACT(YEAR FROM </a:t>
            </a:r>
            <a:r>
              <a:rPr lang="en-US" sz="2000" b="1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CO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EXTRACT(HOUR FROM timestamp), EXTRACT(MINUTE FROM timestamp), EXTRACT(SECOND FROM timestamp)</a:t>
            </a:r>
            <a:endParaRPr lang="es-CO" sz="2000" b="1" i="0" dirty="0"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6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1474</TotalTime>
  <Words>235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Edwardian Script ITC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Presentación de PowerPoint</vt:lpstr>
      <vt:lpstr>Presentación de PowerPoint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2023-12-09T02:40:34Z</dcterms:modified>
</cp:coreProperties>
</file>