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3" r:id="rId6"/>
    <p:sldId id="2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C840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42E0F2F0-6143-45F8-968A-5E73AB8A5EF7}"/>
    <pc:docChg chg="modSld">
      <pc:chgData name="Wilmer Ortega Erazo" userId="19082e28a51afb61" providerId="LiveId" clId="{42E0F2F0-6143-45F8-968A-5E73AB8A5EF7}" dt="2023-09-07T23:23:45.880" v="6" actId="20577"/>
      <pc:docMkLst>
        <pc:docMk/>
      </pc:docMkLst>
      <pc:sldChg chg="modSp mod">
        <pc:chgData name="Wilmer Ortega Erazo" userId="19082e28a51afb61" providerId="LiveId" clId="{42E0F2F0-6143-45F8-968A-5E73AB8A5EF7}" dt="2023-09-07T23:23:45.880" v="6" actId="20577"/>
        <pc:sldMkLst>
          <pc:docMk/>
          <pc:sldMk cId="2053341173" sldId="258"/>
        </pc:sldMkLst>
        <pc:spChg chg="mod">
          <ac:chgData name="Wilmer Ortega Erazo" userId="19082e28a51afb61" providerId="LiveId" clId="{42E0F2F0-6143-45F8-968A-5E73AB8A5EF7}" dt="2023-09-07T23:23:45.880" v="6" actId="20577"/>
          <ac:spMkLst>
            <pc:docMk/>
            <pc:sldMk cId="2053341173" sldId="258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06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602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76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52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856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71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0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929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7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92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965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FA49E-7215-483A-8C29-9BF389573B4E}" type="datetimeFigureOut">
              <a:rPr lang="es-ES" smtClean="0"/>
              <a:t>07/09/2023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721A1-71BD-4EDF-A157-E358DE5174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74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11708" y="132770"/>
            <a:ext cx="9144000" cy="780179"/>
          </a:xfrm>
        </p:spPr>
        <p:txBody>
          <a:bodyPr>
            <a:normAutofit/>
          </a:bodyPr>
          <a:lstStyle/>
          <a:p>
            <a:r>
              <a:rPr lang="es-CO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  <a:endParaRPr lang="es-ES" sz="4800" b="1" dirty="0">
              <a:solidFill>
                <a:srgbClr val="C0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0218" y="912949"/>
            <a:ext cx="11606981" cy="5458353"/>
          </a:xfrm>
        </p:spPr>
        <p:txBody>
          <a:bodyPr>
            <a:no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“El Libanes”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ha decidido informatizar toda su gestión. La información que se desea manejar es la siguiente: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tiene un conjunto de  proveedores, de los cuales se desea almacenar su nombre, dirección y teléfono. 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Cada proveedor vende al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uno o varios artículos, y es posible que un mismo artículo sea vendido por más de un proveedor. Por cada artículo deseamos saber el nombre, precio, código del artículo (único), y el precio al que lo vende cada proveedor (no el precio de venta al público).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Por otro lado, el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está organizado en distintos departamentos, cada uno de los cuales tiene un director y una serie de empleados. Cada departamento es responsable de un área de ventas (textil, alimentación, hogar, etc.), y cada artículo sólo puede ser vendido por un único departamento. 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necesita, por cada empleado, la siguiente información: nombre, dirección, teléfono, salario y a qué departamento pertenece. Finalmente, el supermercado tiene clientes que realizan pedidos. Por cada cliente se necesita su nombre, dirección, teléfono y el saldo. Cada pedido consiste en un número de pedido, fecha del pedido, los artículos pedidos y la cantidad pedida.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pide diseñar la base de datos, mostrando su estructura mediante el modelo E-R. 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Nota: podría haber información incompleta. Es importante detectarlo y resolverlo. </a:t>
            </a:r>
            <a:b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1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11708" y="132770"/>
            <a:ext cx="9144000" cy="780179"/>
          </a:xfrm>
        </p:spPr>
        <p:txBody>
          <a:bodyPr>
            <a:normAutofit/>
          </a:bodyPr>
          <a:lstStyle/>
          <a:p>
            <a:r>
              <a:rPr lang="es-CO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  <a:endParaRPr lang="es-ES" sz="4800" b="1" dirty="0">
              <a:solidFill>
                <a:srgbClr val="C0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0217" y="1032870"/>
            <a:ext cx="11606981" cy="5322959"/>
          </a:xfrm>
        </p:spPr>
        <p:txBody>
          <a:bodyPr>
            <a:noAutofit/>
          </a:bodyPr>
          <a:lstStyle/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información que se desea manejar en el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“El Libanes”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es la siguiente: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El supermercado tiene un conjunto de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Proveedores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de los cuales se desea almacenar su nombre, dirección y teléfono. 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Cada proveedor vende al supermercado uno o varios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y es posible que un mismo artículo sea vendido por más de un proveedor. Por cada artículo deseamos saber el nombre, precio, código del artículo (único), y el precio al que lo vende cada proveedor (no el precio de venta al público).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Por otro lado, el supermercado está organizado en distintos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cada uno de los cuales tiene un director y una serie de empleados. Cada departamento es responsable de un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 de ventas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(textil, alimentación, hogar, etc.), y cada artículo sólo puede ser vendido por un único departamento. 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necesita, por cada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, la siguiente información: nombre, dirección, teléfono, salario y a qué departamento pertenece. Finalmente, el supermercado tiene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 que realizan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 Por cada cliente se necesita su nombre, dirección, teléfono y el saldo. Cada pedido consiste en un número de pedido, fecha del pedido, los artículos pedidos y la cantidad pedida.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800"/>
              </a:spcAft>
              <a:tabLst>
                <a:tab pos="2241550" algn="l"/>
              </a:tabLst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pide diseñar la base de datos, mostrando su estructura mediante el modelo E-R. 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6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254832" y="1349115"/>
            <a:ext cx="5705007" cy="5216576"/>
          </a:xfrm>
          <a:ln w="38100">
            <a:solidFill>
              <a:srgbClr val="C00000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 lnSpcReduction="10000"/>
          </a:bodyPr>
          <a:lstStyle/>
          <a:p>
            <a:pPr marL="989013" indent="-989013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rutPr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nombreP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direccionP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telefonoP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989013" indent="-989013">
              <a:buNone/>
            </a:pPr>
            <a:endParaRPr lang="es-CO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9013" indent="-989013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Articulo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nombre,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precioPubl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precioProv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989013" indent="-989013">
              <a:buNone/>
            </a:pPr>
            <a:endParaRPr lang="es-CO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9013" indent="-989013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codDept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nombDedpt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director )</a:t>
            </a:r>
            <a:b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9013" indent="-989013">
              <a:buNone/>
            </a:pPr>
            <a:r>
              <a:rPr lang="es-CO" sz="2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AreaVenta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descripAV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codDeptResp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dirty="0"/>
            </a:br>
            <a:endParaRPr lang="es-ES" dirty="0"/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>
          <a:xfrm>
            <a:off x="6172200" y="1349115"/>
            <a:ext cx="5715000" cy="5216576"/>
          </a:xfrm>
          <a:ln w="38100">
            <a:solidFill>
              <a:srgbClr val="C00000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 lnSpcReduction="10000"/>
          </a:bodyPr>
          <a:lstStyle/>
          <a:p>
            <a:pPr marL="1079500" indent="-1079500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docIdE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nombreE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direccionE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telefonoE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salarioE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cDeptE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nombreCli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direccionCli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telefonoCli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saldoCli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b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buNone/>
            </a:pPr>
            <a:r>
              <a:rPr lang="es-CO" sz="2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600" u="sng" dirty="0" err="1">
                <a:latin typeface="Arial" panose="020B0604020202020204" pitchFamily="34" charset="0"/>
                <a:cs typeface="Arial" panose="020B0604020202020204" pitchFamily="34" charset="0"/>
              </a:rPr>
              <a:t>nroPed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fechaPedido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600" dirty="0" err="1">
                <a:latin typeface="Arial" panose="020B0604020202020204" pitchFamily="34" charset="0"/>
                <a:cs typeface="Arial" panose="020B0604020202020204" pitchFamily="34" charset="0"/>
              </a:rPr>
              <a:t>vlrTotalPed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400" dirty="0" err="1"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buNone/>
            </a:pPr>
            <a:endParaRPr lang="es-ES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38200" y="110292"/>
            <a:ext cx="10515600" cy="102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5000"/>
              </a:lnSpc>
            </a:pPr>
            <a:r>
              <a:rPr lang="es-CO" sz="49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</a:p>
          <a:p>
            <a:pPr algn="ctr">
              <a:lnSpc>
                <a:spcPct val="105000"/>
              </a:lnSpc>
            </a:pPr>
            <a:r>
              <a:rPr lang="es-CO" sz="3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 Relacional “El Libanes”v1</a:t>
            </a:r>
            <a:r>
              <a:rPr lang="es-CO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34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20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0292"/>
            <a:ext cx="10515600" cy="594245"/>
          </a:xfrm>
        </p:spPr>
        <p:txBody>
          <a:bodyPr>
            <a:noAutofit/>
          </a:bodyPr>
          <a:lstStyle/>
          <a:p>
            <a:pPr algn="ctr"/>
            <a:r>
              <a:rPr lang="es-CO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10328223" y="407414"/>
            <a:ext cx="614597" cy="696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/>
          <p:cNvSpPr txBox="1"/>
          <p:nvPr/>
        </p:nvSpPr>
        <p:spPr>
          <a:xfrm>
            <a:off x="2898184" y="70453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Entidad-Relación (El Libanes)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09967" y="1518834"/>
            <a:ext cx="1782989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</a:p>
        </p:txBody>
      </p:sp>
      <p:sp>
        <p:nvSpPr>
          <p:cNvPr id="8" name="Rectángulo 7"/>
          <p:cNvSpPr/>
          <p:nvPr/>
        </p:nvSpPr>
        <p:spPr>
          <a:xfrm>
            <a:off x="5296686" y="1528349"/>
            <a:ext cx="144507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ARTICULO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0223419" y="1559494"/>
            <a:ext cx="1528484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087352" y="3752869"/>
            <a:ext cx="184429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VENTA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48658" y="6104499"/>
            <a:ext cx="184429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4803761" y="5985680"/>
            <a:ext cx="2137613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</a:p>
        </p:txBody>
      </p:sp>
      <p:sp>
        <p:nvSpPr>
          <p:cNvPr id="13" name="Rombo 12"/>
          <p:cNvSpPr/>
          <p:nvPr/>
        </p:nvSpPr>
        <p:spPr>
          <a:xfrm>
            <a:off x="2898184" y="1390015"/>
            <a:ext cx="1549830" cy="800077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4" name="Rombo 13"/>
          <p:cNvSpPr/>
          <p:nvPr/>
        </p:nvSpPr>
        <p:spPr>
          <a:xfrm>
            <a:off x="7590436" y="1430675"/>
            <a:ext cx="1848032" cy="800077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15" name="Rombo 14"/>
          <p:cNvSpPr/>
          <p:nvPr/>
        </p:nvSpPr>
        <p:spPr>
          <a:xfrm>
            <a:off x="5244310" y="2503343"/>
            <a:ext cx="1549830" cy="800077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16" name="Rombo 15"/>
          <p:cNvSpPr/>
          <p:nvPr/>
        </p:nvSpPr>
        <p:spPr>
          <a:xfrm>
            <a:off x="2401883" y="5238427"/>
            <a:ext cx="1549830" cy="57510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7" name="Rombo 16"/>
          <p:cNvSpPr/>
          <p:nvPr/>
        </p:nvSpPr>
        <p:spPr>
          <a:xfrm>
            <a:off x="2673443" y="6045840"/>
            <a:ext cx="1549830" cy="60960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8" name="Rombo 17"/>
          <p:cNvSpPr/>
          <p:nvPr/>
        </p:nvSpPr>
        <p:spPr>
          <a:xfrm>
            <a:off x="4940118" y="4799790"/>
            <a:ext cx="2138766" cy="530205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Rombo 18"/>
          <p:cNvSpPr/>
          <p:nvPr/>
        </p:nvSpPr>
        <p:spPr>
          <a:xfrm>
            <a:off x="10223419" y="2621713"/>
            <a:ext cx="1549830" cy="552155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10243696" y="3741783"/>
            <a:ext cx="1528484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</a:p>
        </p:txBody>
      </p:sp>
      <p:cxnSp>
        <p:nvCxnSpPr>
          <p:cNvPr id="22" name="Conector recto 21"/>
          <p:cNvCxnSpPr>
            <a:stCxn id="7" idx="3"/>
            <a:endCxn id="13" idx="1"/>
          </p:cNvCxnSpPr>
          <p:nvPr/>
        </p:nvCxnSpPr>
        <p:spPr>
          <a:xfrm flipV="1">
            <a:off x="2092956" y="1790054"/>
            <a:ext cx="805228" cy="1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>
            <a:endCxn id="8" idx="1"/>
          </p:cNvCxnSpPr>
          <p:nvPr/>
        </p:nvCxnSpPr>
        <p:spPr>
          <a:xfrm>
            <a:off x="4415455" y="1790054"/>
            <a:ext cx="881231" cy="9516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9438468" y="1830713"/>
            <a:ext cx="805228" cy="1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>
            <a:stCxn id="8" idx="2"/>
            <a:endCxn id="15" idx="0"/>
          </p:cNvCxnSpPr>
          <p:nvPr/>
        </p:nvCxnSpPr>
        <p:spPr>
          <a:xfrm>
            <a:off x="6019225" y="2070790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6009501" y="3303420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>
            <a:stCxn id="9" idx="2"/>
            <a:endCxn id="19" idx="0"/>
          </p:cNvCxnSpPr>
          <p:nvPr/>
        </p:nvCxnSpPr>
        <p:spPr>
          <a:xfrm>
            <a:off x="10987661" y="2101935"/>
            <a:ext cx="10673" cy="519778"/>
          </a:xfrm>
          <a:prstGeom prst="line">
            <a:avLst/>
          </a:prstGeom>
          <a:ln w="571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11007938" y="3192651"/>
            <a:ext cx="8436" cy="514605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>
            <a:stCxn id="8" idx="3"/>
            <a:endCxn id="14" idx="1"/>
          </p:cNvCxnSpPr>
          <p:nvPr/>
        </p:nvCxnSpPr>
        <p:spPr>
          <a:xfrm>
            <a:off x="6741764" y="1799570"/>
            <a:ext cx="848672" cy="311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>
            <a:off x="3922530" y="5516461"/>
            <a:ext cx="1164822" cy="9516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>
            <a:off x="5065429" y="5481199"/>
            <a:ext cx="21923" cy="504481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/>
        </p:nvCxnSpPr>
        <p:spPr>
          <a:xfrm>
            <a:off x="5987578" y="5300184"/>
            <a:ext cx="21923" cy="685496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stCxn id="11" idx="3"/>
            <a:endCxn id="17" idx="1"/>
          </p:cNvCxnSpPr>
          <p:nvPr/>
        </p:nvCxnSpPr>
        <p:spPr>
          <a:xfrm flipV="1">
            <a:off x="2092956" y="6350640"/>
            <a:ext cx="580487" cy="25080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4180357" y="6344932"/>
            <a:ext cx="623403" cy="28523"/>
          </a:xfrm>
          <a:prstGeom prst="line">
            <a:avLst/>
          </a:prstGeom>
          <a:ln w="57150" cmpd="dbl">
            <a:solidFill>
              <a:srgbClr val="00206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endCxn id="16" idx="1"/>
          </p:cNvCxnSpPr>
          <p:nvPr/>
        </p:nvCxnSpPr>
        <p:spPr>
          <a:xfrm>
            <a:off x="1288167" y="5516461"/>
            <a:ext cx="1113716" cy="95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>
            <a:off x="1288167" y="5525977"/>
            <a:ext cx="0" cy="578522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>
            <a:endCxn id="10" idx="2"/>
          </p:cNvCxnSpPr>
          <p:nvPr/>
        </p:nvCxnSpPr>
        <p:spPr>
          <a:xfrm flipV="1">
            <a:off x="6008959" y="4295310"/>
            <a:ext cx="542" cy="551395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34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0292"/>
            <a:ext cx="10515600" cy="594245"/>
          </a:xfrm>
        </p:spPr>
        <p:txBody>
          <a:bodyPr>
            <a:noAutofit/>
          </a:bodyPr>
          <a:lstStyle/>
          <a:p>
            <a:pPr algn="ctr"/>
            <a:r>
              <a:rPr lang="es-CO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10328223" y="407414"/>
            <a:ext cx="614597" cy="696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/>
          <p:cNvSpPr txBox="1"/>
          <p:nvPr/>
        </p:nvSpPr>
        <p:spPr>
          <a:xfrm>
            <a:off x="2898184" y="70453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Entidad-Relación (El Libanes)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09967" y="1518834"/>
            <a:ext cx="1782989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</a:p>
        </p:txBody>
      </p:sp>
      <p:sp>
        <p:nvSpPr>
          <p:cNvPr id="8" name="Rectángulo 7"/>
          <p:cNvSpPr/>
          <p:nvPr/>
        </p:nvSpPr>
        <p:spPr>
          <a:xfrm>
            <a:off x="5296686" y="1528349"/>
            <a:ext cx="144507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ARTICULO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0223419" y="1559494"/>
            <a:ext cx="1528484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087352" y="3752869"/>
            <a:ext cx="184429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VENTA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48658" y="6104499"/>
            <a:ext cx="1844298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4803761" y="5985680"/>
            <a:ext cx="2137613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</a:p>
        </p:txBody>
      </p:sp>
      <p:sp>
        <p:nvSpPr>
          <p:cNvPr id="13" name="Rombo 12"/>
          <p:cNvSpPr/>
          <p:nvPr/>
        </p:nvSpPr>
        <p:spPr>
          <a:xfrm>
            <a:off x="2898184" y="1390015"/>
            <a:ext cx="1549830" cy="800077"/>
          </a:xfrm>
          <a:prstGeom prst="diamond">
            <a:avLst/>
          </a:prstGeom>
          <a:solidFill>
            <a:srgbClr val="CC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provee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4" name="Rombo 13"/>
          <p:cNvSpPr/>
          <p:nvPr/>
        </p:nvSpPr>
        <p:spPr>
          <a:xfrm>
            <a:off x="7590436" y="1430675"/>
            <a:ext cx="1848032" cy="800077"/>
          </a:xfrm>
          <a:prstGeom prst="diamond">
            <a:avLst/>
          </a:prstGeom>
          <a:solidFill>
            <a:srgbClr val="CC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contiene</a:t>
            </a:r>
          </a:p>
        </p:txBody>
      </p:sp>
      <p:sp>
        <p:nvSpPr>
          <p:cNvPr id="15" name="Rombo 14"/>
          <p:cNvSpPr/>
          <p:nvPr/>
        </p:nvSpPr>
        <p:spPr>
          <a:xfrm>
            <a:off x="5244310" y="2503343"/>
            <a:ext cx="1549830" cy="800077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se vende</a:t>
            </a:r>
          </a:p>
        </p:txBody>
      </p:sp>
      <p:sp>
        <p:nvSpPr>
          <p:cNvPr id="16" name="Rombo 15"/>
          <p:cNvSpPr/>
          <p:nvPr/>
        </p:nvSpPr>
        <p:spPr>
          <a:xfrm>
            <a:off x="2401883" y="5238427"/>
            <a:ext cx="1549830" cy="57510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dirige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7" name="Rombo 16"/>
          <p:cNvSpPr/>
          <p:nvPr/>
        </p:nvSpPr>
        <p:spPr>
          <a:xfrm>
            <a:off x="2673443" y="6045840"/>
            <a:ext cx="1549830" cy="609600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labora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8" name="Rombo 17"/>
          <p:cNvSpPr/>
          <p:nvPr/>
        </p:nvSpPr>
        <p:spPr>
          <a:xfrm>
            <a:off x="4940118" y="4799790"/>
            <a:ext cx="2138766" cy="530205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pertenece</a:t>
            </a:r>
            <a:endParaRPr lang="es-ES" dirty="0"/>
          </a:p>
        </p:txBody>
      </p:sp>
      <p:sp>
        <p:nvSpPr>
          <p:cNvPr id="19" name="Rombo 18"/>
          <p:cNvSpPr/>
          <p:nvPr/>
        </p:nvSpPr>
        <p:spPr>
          <a:xfrm>
            <a:off x="10223419" y="2524774"/>
            <a:ext cx="1549830" cy="552155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realiza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10223419" y="3508427"/>
            <a:ext cx="1528484" cy="5424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</a:p>
        </p:txBody>
      </p:sp>
      <p:cxnSp>
        <p:nvCxnSpPr>
          <p:cNvPr id="22" name="Conector recto 21"/>
          <p:cNvCxnSpPr>
            <a:stCxn id="7" idx="3"/>
            <a:endCxn id="13" idx="1"/>
          </p:cNvCxnSpPr>
          <p:nvPr/>
        </p:nvCxnSpPr>
        <p:spPr>
          <a:xfrm flipV="1">
            <a:off x="2092956" y="1790054"/>
            <a:ext cx="805228" cy="1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>
            <a:endCxn id="8" idx="1"/>
          </p:cNvCxnSpPr>
          <p:nvPr/>
        </p:nvCxnSpPr>
        <p:spPr>
          <a:xfrm>
            <a:off x="4415455" y="1790054"/>
            <a:ext cx="881231" cy="9516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9438468" y="1830713"/>
            <a:ext cx="805228" cy="1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>
            <a:stCxn id="8" idx="2"/>
            <a:endCxn id="15" idx="0"/>
          </p:cNvCxnSpPr>
          <p:nvPr/>
        </p:nvCxnSpPr>
        <p:spPr>
          <a:xfrm>
            <a:off x="6019225" y="2070790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>
            <a:off x="6009501" y="3303420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>
            <a:off x="10987661" y="2101935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11012233" y="3087143"/>
            <a:ext cx="0" cy="432553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/>
          <p:cNvCxnSpPr>
            <a:stCxn id="8" idx="3"/>
            <a:endCxn id="14" idx="1"/>
          </p:cNvCxnSpPr>
          <p:nvPr/>
        </p:nvCxnSpPr>
        <p:spPr>
          <a:xfrm>
            <a:off x="6741764" y="1799570"/>
            <a:ext cx="848672" cy="311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>
            <a:off x="3922530" y="5516461"/>
            <a:ext cx="1164822" cy="9516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>
            <a:off x="5065429" y="5481199"/>
            <a:ext cx="21923" cy="504481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/>
          <p:cNvCxnSpPr/>
          <p:nvPr/>
        </p:nvCxnSpPr>
        <p:spPr>
          <a:xfrm>
            <a:off x="5987578" y="5300184"/>
            <a:ext cx="21923" cy="685496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/>
          <p:cNvCxnSpPr>
            <a:stCxn id="11" idx="3"/>
            <a:endCxn id="17" idx="1"/>
          </p:cNvCxnSpPr>
          <p:nvPr/>
        </p:nvCxnSpPr>
        <p:spPr>
          <a:xfrm flipV="1">
            <a:off x="2092956" y="6350640"/>
            <a:ext cx="580487" cy="25080"/>
          </a:xfrm>
          <a:prstGeom prst="line">
            <a:avLst/>
          </a:prstGeom>
          <a:ln w="571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/>
          <p:nvPr/>
        </p:nvCxnSpPr>
        <p:spPr>
          <a:xfrm>
            <a:off x="4180357" y="6344932"/>
            <a:ext cx="623403" cy="28523"/>
          </a:xfrm>
          <a:prstGeom prst="line">
            <a:avLst/>
          </a:prstGeom>
          <a:ln w="57150" cmpd="dbl">
            <a:solidFill>
              <a:srgbClr val="00206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endCxn id="16" idx="1"/>
          </p:cNvCxnSpPr>
          <p:nvPr/>
        </p:nvCxnSpPr>
        <p:spPr>
          <a:xfrm>
            <a:off x="1288167" y="5516461"/>
            <a:ext cx="1113716" cy="95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>
            <a:off x="1288167" y="5525977"/>
            <a:ext cx="0" cy="578522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>
            <a:endCxn id="10" idx="2"/>
          </p:cNvCxnSpPr>
          <p:nvPr/>
        </p:nvCxnSpPr>
        <p:spPr>
          <a:xfrm flipV="1">
            <a:off x="6008959" y="4295310"/>
            <a:ext cx="542" cy="551395"/>
          </a:xfrm>
          <a:prstGeom prst="line">
            <a:avLst/>
          </a:prstGeom>
          <a:ln w="57150" cmpd="dbl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62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251509" y="1349115"/>
            <a:ext cx="5705007" cy="5216576"/>
          </a:xfrm>
          <a:ln w="38100">
            <a:solidFill>
              <a:srgbClr val="C00000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 fontScale="77500" lnSpcReduction="20000"/>
          </a:bodyPr>
          <a:lstStyle/>
          <a:p>
            <a:pPr marL="989013" indent="-989013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rutPr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nombreP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direccionP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telefonoP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Articulo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nombre,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precioPubl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precioProv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AreaVenta</a:t>
            </a:r>
            <a:endParaRPr lang="es-CO" sz="2300" dirty="0">
              <a:solidFill>
                <a:srgbClr val="0C84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codDept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nombDedpt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director )</a:t>
            </a: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director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docIdE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AreaVenta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codAV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descripAV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 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codDeptResp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989013" indent="-989013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codDeptResp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codDept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Empleado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docIdE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nombreE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direccionE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telefonoE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salarioE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cDeptE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cDeptE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codDept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>
          <a:xfrm>
            <a:off x="6280688" y="1349115"/>
            <a:ext cx="5715000" cy="5216576"/>
          </a:xfrm>
          <a:ln w="38100">
            <a:solidFill>
              <a:srgbClr val="C00000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 fontScale="77500" lnSpcReduction="20000"/>
          </a:bodyPr>
          <a:lstStyle/>
          <a:p>
            <a:pPr marL="1079500" indent="-1079500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nombreCli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direccionCli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telefonoCli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saldoCli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Pedido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nroPed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fechaPedido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vlrTotalPed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dirty="0" err="1"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rutCli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ES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Contiene (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nroPed</a:t>
            </a:r>
            <a:r>
              <a:rPr lang="es-CO" sz="23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nroPed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nroPed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Pedido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b="1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Artículo</a:t>
            </a:r>
            <a:endParaRPr lang="es-ES" sz="2300" b="1" dirty="0">
              <a:solidFill>
                <a:srgbClr val="0C84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lnSpc>
                <a:spcPct val="110000"/>
              </a:lnSpc>
              <a:buNone/>
            </a:pPr>
            <a:r>
              <a:rPr lang="es-ES" sz="23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</a:t>
            </a:r>
            <a:r>
              <a:rPr lang="es-ES" sz="2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rutPr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u="sng" dirty="0" err="1"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CO" sz="2300" u="sng" dirty="0">
                <a:latin typeface="Arial" panose="020B0604020202020204" pitchFamily="34" charset="0"/>
                <a:cs typeface="Arial" panose="020B0604020202020204" pitchFamily="34" charset="0"/>
              </a:rPr>
              <a:t>fecha</a:t>
            </a:r>
            <a:r>
              <a:rPr lang="es-CO" sz="2300" dirty="0">
                <a:latin typeface="Arial" panose="020B0604020202020204" pitchFamily="34" charset="0"/>
                <a:cs typeface="Arial" panose="020B0604020202020204" pitchFamily="34" charset="0"/>
              </a:rPr>
              <a:t>, cantidad)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rutPr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rutPr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</a:t>
            </a:r>
          </a:p>
          <a:p>
            <a:pPr marL="1079500" indent="-1079500">
              <a:lnSpc>
                <a:spcPct val="110000"/>
              </a:lnSpc>
              <a:buNone/>
            </a:pP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LLAVE FORÁNEA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REFERENCIA </a:t>
            </a:r>
            <a:r>
              <a:rPr lang="es-CO" sz="2300" dirty="0" err="1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codigoArt</a:t>
            </a:r>
            <a:r>
              <a:rPr lang="es-CO" sz="2300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s-CO" sz="2300" b="1" dirty="0">
                <a:solidFill>
                  <a:srgbClr val="0C840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Artículo</a:t>
            </a:r>
            <a:endParaRPr lang="es-ES" sz="2300" b="1" dirty="0">
              <a:solidFill>
                <a:srgbClr val="0C840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0" indent="-1079500">
              <a:buNone/>
            </a:pPr>
            <a:endParaRPr lang="es-ES" sz="20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38200" y="110292"/>
            <a:ext cx="10515600" cy="102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5000"/>
              </a:lnSpc>
            </a:pPr>
            <a:r>
              <a:rPr lang="es-CO" sz="49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Supermercado el Libanes</a:t>
            </a:r>
          </a:p>
          <a:p>
            <a:pPr algn="ctr">
              <a:lnSpc>
                <a:spcPct val="105000"/>
              </a:lnSpc>
            </a:pPr>
            <a:r>
              <a:rPr lang="es-CO" sz="3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 Relacional “El Libanes”v2</a:t>
            </a:r>
            <a:r>
              <a:rPr lang="es-CO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34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350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3795</TotalTime>
  <Words>797</Words>
  <Application>Microsoft Office PowerPoint</Application>
  <PresentationFormat>Panorámica</PresentationFormat>
  <Paragraphs>71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Supermercado el Libanes</vt:lpstr>
      <vt:lpstr>Supermercado el Libanes</vt:lpstr>
      <vt:lpstr>Presentación de PowerPoint</vt:lpstr>
      <vt:lpstr>Supermercado el Libanes</vt:lpstr>
      <vt:lpstr>Supermercado el Libanes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Supermercado el Libanes</dc:title>
  <dc:creator>user</dc:creator>
  <cp:lastModifiedBy>Wilmer Ortega Erazo</cp:lastModifiedBy>
  <cp:revision>19</cp:revision>
  <cp:lastPrinted>2020-09-06T19:12:48Z</cp:lastPrinted>
  <dcterms:created xsi:type="dcterms:W3CDTF">2020-09-04T14:46:30Z</dcterms:created>
  <dcterms:modified xsi:type="dcterms:W3CDTF">2023-09-07T23:23:48Z</dcterms:modified>
</cp:coreProperties>
</file>