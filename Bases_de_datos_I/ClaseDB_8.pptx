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65" r:id="rId3"/>
    <p:sldMasterId id="2147483667" r:id="rId4"/>
    <p:sldMasterId id="2147483669" r:id="rId5"/>
  </p:sldMasterIdLst>
  <p:sldIdLst>
    <p:sldId id="256"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64" r:id="rId24"/>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2D549-EA2F-4D45-A19A-603B28C2A673}" v="17" dt="2023-11-21T03:05:35.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mer Ortega Erazo" userId="19082e28a51afb61" providerId="LiveId" clId="{04F2D549-EA2F-4D45-A19A-603B28C2A673}"/>
    <pc:docChg chg="undo custSel addSld delSld modSld">
      <pc:chgData name="Wilmer Ortega Erazo" userId="19082e28a51afb61" providerId="LiveId" clId="{04F2D549-EA2F-4D45-A19A-603B28C2A673}" dt="2023-11-21T03:30:34.622" v="493" actId="1076"/>
      <pc:docMkLst>
        <pc:docMk/>
      </pc:docMkLst>
      <pc:sldChg chg="del">
        <pc:chgData name="Wilmer Ortega Erazo" userId="19082e28a51afb61" providerId="LiveId" clId="{04F2D549-EA2F-4D45-A19A-603B28C2A673}" dt="2023-11-21T02:40:37.307" v="3" actId="2696"/>
        <pc:sldMkLst>
          <pc:docMk/>
          <pc:sldMk cId="1286385962" sldId="257"/>
        </pc:sldMkLst>
      </pc:sldChg>
      <pc:sldChg chg="add del">
        <pc:chgData name="Wilmer Ortega Erazo" userId="19082e28a51afb61" providerId="LiveId" clId="{04F2D549-EA2F-4D45-A19A-603B28C2A673}" dt="2023-11-21T02:40:35.136" v="2" actId="2696"/>
        <pc:sldMkLst>
          <pc:docMk/>
          <pc:sldMk cId="2529119344" sldId="264"/>
        </pc:sldMkLst>
      </pc:sldChg>
      <pc:sldChg chg="modSp mod">
        <pc:chgData name="Wilmer Ortega Erazo" userId="19082e28a51afb61" providerId="LiveId" clId="{04F2D549-EA2F-4D45-A19A-603B28C2A673}" dt="2023-11-21T02:43:14.360" v="80" actId="5793"/>
        <pc:sldMkLst>
          <pc:docMk/>
          <pc:sldMk cId="3431946679" sldId="265"/>
        </pc:sldMkLst>
        <pc:spChg chg="mod">
          <ac:chgData name="Wilmer Ortega Erazo" userId="19082e28a51afb61" providerId="LiveId" clId="{04F2D549-EA2F-4D45-A19A-603B28C2A673}" dt="2023-11-21T02:40:47.765" v="27" actId="20577"/>
          <ac:spMkLst>
            <pc:docMk/>
            <pc:sldMk cId="3431946679" sldId="265"/>
            <ac:spMk id="2" creationId="{91A14A99-37E7-FD86-1156-A753F20D5A3A}"/>
          </ac:spMkLst>
        </pc:spChg>
        <pc:spChg chg="mod">
          <ac:chgData name="Wilmer Ortega Erazo" userId="19082e28a51afb61" providerId="LiveId" clId="{04F2D549-EA2F-4D45-A19A-603B28C2A673}" dt="2023-11-21T02:43:14.360" v="80" actId="5793"/>
          <ac:spMkLst>
            <pc:docMk/>
            <pc:sldMk cId="3431946679" sldId="265"/>
            <ac:spMk id="4" creationId="{A29C0834-3DBC-9FB3-0E0A-F77D599198EB}"/>
          </ac:spMkLst>
        </pc:spChg>
      </pc:sldChg>
      <pc:sldChg chg="new del">
        <pc:chgData name="Wilmer Ortega Erazo" userId="19082e28a51afb61" providerId="LiveId" clId="{04F2D549-EA2F-4D45-A19A-603B28C2A673}" dt="2023-11-21T02:43:39.965" v="82" actId="680"/>
        <pc:sldMkLst>
          <pc:docMk/>
          <pc:sldMk cId="2511891133" sldId="266"/>
        </pc:sldMkLst>
      </pc:sldChg>
      <pc:sldChg chg="modSp add mod">
        <pc:chgData name="Wilmer Ortega Erazo" userId="19082e28a51afb61" providerId="LiveId" clId="{04F2D549-EA2F-4D45-A19A-603B28C2A673}" dt="2023-11-21T02:50:11.113" v="127" actId="5793"/>
        <pc:sldMkLst>
          <pc:docMk/>
          <pc:sldMk cId="2662502806" sldId="266"/>
        </pc:sldMkLst>
        <pc:spChg chg="mod">
          <ac:chgData name="Wilmer Ortega Erazo" userId="19082e28a51afb61" providerId="LiveId" clId="{04F2D549-EA2F-4D45-A19A-603B28C2A673}" dt="2023-11-21T02:50:11.113" v="127" actId="5793"/>
          <ac:spMkLst>
            <pc:docMk/>
            <pc:sldMk cId="2662502806" sldId="266"/>
            <ac:spMk id="4" creationId="{A29C0834-3DBC-9FB3-0E0A-F77D599198EB}"/>
          </ac:spMkLst>
        </pc:spChg>
      </pc:sldChg>
      <pc:sldChg chg="del">
        <pc:chgData name="Wilmer Ortega Erazo" userId="19082e28a51afb61" providerId="LiveId" clId="{04F2D549-EA2F-4D45-A19A-603B28C2A673}" dt="2023-11-21T02:40:17.012" v="0" actId="2696"/>
        <pc:sldMkLst>
          <pc:docMk/>
          <pc:sldMk cId="3413775637" sldId="266"/>
        </pc:sldMkLst>
      </pc:sldChg>
      <pc:sldChg chg="del">
        <pc:chgData name="Wilmer Ortega Erazo" userId="19082e28a51afb61" providerId="LiveId" clId="{04F2D549-EA2F-4D45-A19A-603B28C2A673}" dt="2023-11-21T02:40:17.012" v="0" actId="2696"/>
        <pc:sldMkLst>
          <pc:docMk/>
          <pc:sldMk cId="147154938" sldId="267"/>
        </pc:sldMkLst>
      </pc:sldChg>
      <pc:sldChg chg="addSp delSp modSp add mod">
        <pc:chgData name="Wilmer Ortega Erazo" userId="19082e28a51afb61" providerId="LiveId" clId="{04F2D549-EA2F-4D45-A19A-603B28C2A673}" dt="2023-11-21T02:51:33.438" v="138" actId="1076"/>
        <pc:sldMkLst>
          <pc:docMk/>
          <pc:sldMk cId="653029969" sldId="267"/>
        </pc:sldMkLst>
        <pc:spChg chg="add del mod">
          <ac:chgData name="Wilmer Ortega Erazo" userId="19082e28a51afb61" providerId="LiveId" clId="{04F2D549-EA2F-4D45-A19A-603B28C2A673}" dt="2023-11-21T02:51:00.557" v="136"/>
          <ac:spMkLst>
            <pc:docMk/>
            <pc:sldMk cId="653029969" sldId="267"/>
            <ac:spMk id="3" creationId="{5B5A30D6-E26F-2792-A9F8-3E6BE86127C2}"/>
          </ac:spMkLst>
        </pc:spChg>
        <pc:spChg chg="mod">
          <ac:chgData name="Wilmer Ortega Erazo" userId="19082e28a51afb61" providerId="LiveId" clId="{04F2D549-EA2F-4D45-A19A-603B28C2A673}" dt="2023-11-21T02:50:40.484" v="132" actId="790"/>
          <ac:spMkLst>
            <pc:docMk/>
            <pc:sldMk cId="653029969" sldId="267"/>
            <ac:spMk id="4" creationId="{A29C0834-3DBC-9FB3-0E0A-F77D599198EB}"/>
          </ac:spMkLst>
        </pc:spChg>
        <pc:spChg chg="add del mod">
          <ac:chgData name="Wilmer Ortega Erazo" userId="19082e28a51afb61" providerId="LiveId" clId="{04F2D549-EA2F-4D45-A19A-603B28C2A673}" dt="2023-11-21T02:51:00.557" v="136"/>
          <ac:spMkLst>
            <pc:docMk/>
            <pc:sldMk cId="653029969" sldId="267"/>
            <ac:spMk id="5" creationId="{0C12FB8B-E6A7-64E9-11AD-CC853BAEA02A}"/>
          </ac:spMkLst>
        </pc:spChg>
        <pc:spChg chg="add del mod">
          <ac:chgData name="Wilmer Ortega Erazo" userId="19082e28a51afb61" providerId="LiveId" clId="{04F2D549-EA2F-4D45-A19A-603B28C2A673}" dt="2023-11-21T02:51:00.557" v="136"/>
          <ac:spMkLst>
            <pc:docMk/>
            <pc:sldMk cId="653029969" sldId="267"/>
            <ac:spMk id="6" creationId="{CE2092F2-5BCE-3939-BE7A-B3309FF9E618}"/>
          </ac:spMkLst>
        </pc:spChg>
        <pc:spChg chg="add del mod">
          <ac:chgData name="Wilmer Ortega Erazo" userId="19082e28a51afb61" providerId="LiveId" clId="{04F2D549-EA2F-4D45-A19A-603B28C2A673}" dt="2023-11-21T02:51:00.557" v="136"/>
          <ac:spMkLst>
            <pc:docMk/>
            <pc:sldMk cId="653029969" sldId="267"/>
            <ac:spMk id="7" creationId="{EB5798A1-DF5B-CD35-DE48-A32EE9D55F3A}"/>
          </ac:spMkLst>
        </pc:spChg>
        <pc:spChg chg="add del mod">
          <ac:chgData name="Wilmer Ortega Erazo" userId="19082e28a51afb61" providerId="LiveId" clId="{04F2D549-EA2F-4D45-A19A-603B28C2A673}" dt="2023-11-21T02:51:00.557" v="136"/>
          <ac:spMkLst>
            <pc:docMk/>
            <pc:sldMk cId="653029969" sldId="267"/>
            <ac:spMk id="8" creationId="{2634F913-6163-73ED-83C7-332BB205847E}"/>
          </ac:spMkLst>
        </pc:spChg>
        <pc:spChg chg="add del mod">
          <ac:chgData name="Wilmer Ortega Erazo" userId="19082e28a51afb61" providerId="LiveId" clId="{04F2D549-EA2F-4D45-A19A-603B28C2A673}" dt="2023-11-21T02:51:00.557" v="136"/>
          <ac:spMkLst>
            <pc:docMk/>
            <pc:sldMk cId="653029969" sldId="267"/>
            <ac:spMk id="9" creationId="{714699AA-D59E-DD09-4F36-4CB8CC9A7113}"/>
          </ac:spMkLst>
        </pc:spChg>
        <pc:spChg chg="add del mod">
          <ac:chgData name="Wilmer Ortega Erazo" userId="19082e28a51afb61" providerId="LiveId" clId="{04F2D549-EA2F-4D45-A19A-603B28C2A673}" dt="2023-11-21T02:51:00.557" v="136"/>
          <ac:spMkLst>
            <pc:docMk/>
            <pc:sldMk cId="653029969" sldId="267"/>
            <ac:spMk id="10" creationId="{ACF9C689-C43C-9DD8-E7A2-29C256CB01AA}"/>
          </ac:spMkLst>
        </pc:spChg>
        <pc:spChg chg="add del mod">
          <ac:chgData name="Wilmer Ortega Erazo" userId="19082e28a51afb61" providerId="LiveId" clId="{04F2D549-EA2F-4D45-A19A-603B28C2A673}" dt="2023-11-21T02:51:00.557" v="136"/>
          <ac:spMkLst>
            <pc:docMk/>
            <pc:sldMk cId="653029969" sldId="267"/>
            <ac:spMk id="11" creationId="{1F355B95-AFEC-41E7-2853-3903E6AD117B}"/>
          </ac:spMkLst>
        </pc:spChg>
        <pc:spChg chg="add del mod">
          <ac:chgData name="Wilmer Ortega Erazo" userId="19082e28a51afb61" providerId="LiveId" clId="{04F2D549-EA2F-4D45-A19A-603B28C2A673}" dt="2023-11-21T02:51:00.557" v="136"/>
          <ac:spMkLst>
            <pc:docMk/>
            <pc:sldMk cId="653029969" sldId="267"/>
            <ac:spMk id="12" creationId="{529D9B44-E7F4-78A6-6985-96CC4081192F}"/>
          </ac:spMkLst>
        </pc:spChg>
        <pc:spChg chg="add del mod">
          <ac:chgData name="Wilmer Ortega Erazo" userId="19082e28a51afb61" providerId="LiveId" clId="{04F2D549-EA2F-4D45-A19A-603B28C2A673}" dt="2023-11-21T02:51:00.557" v="136"/>
          <ac:spMkLst>
            <pc:docMk/>
            <pc:sldMk cId="653029969" sldId="267"/>
            <ac:spMk id="13" creationId="{8B8755E7-7189-23FF-09B7-7098A86109F4}"/>
          </ac:spMkLst>
        </pc:spChg>
        <pc:spChg chg="add del mod">
          <ac:chgData name="Wilmer Ortega Erazo" userId="19082e28a51afb61" providerId="LiveId" clId="{04F2D549-EA2F-4D45-A19A-603B28C2A673}" dt="2023-11-21T02:51:00.557" v="136"/>
          <ac:spMkLst>
            <pc:docMk/>
            <pc:sldMk cId="653029969" sldId="267"/>
            <ac:spMk id="14" creationId="{D8C9EC6E-1068-AF09-57FE-C35D5326B5CE}"/>
          </ac:spMkLst>
        </pc:spChg>
        <pc:spChg chg="add del mod">
          <ac:chgData name="Wilmer Ortega Erazo" userId="19082e28a51afb61" providerId="LiveId" clId="{04F2D549-EA2F-4D45-A19A-603B28C2A673}" dt="2023-11-21T02:51:00.557" v="136"/>
          <ac:spMkLst>
            <pc:docMk/>
            <pc:sldMk cId="653029969" sldId="267"/>
            <ac:spMk id="15" creationId="{916892C9-C799-D668-7299-01ECBFF0AD19}"/>
          </ac:spMkLst>
        </pc:spChg>
        <pc:spChg chg="add del mod">
          <ac:chgData name="Wilmer Ortega Erazo" userId="19082e28a51afb61" providerId="LiveId" clId="{04F2D549-EA2F-4D45-A19A-603B28C2A673}" dt="2023-11-21T02:51:00.557" v="136"/>
          <ac:spMkLst>
            <pc:docMk/>
            <pc:sldMk cId="653029969" sldId="267"/>
            <ac:spMk id="16" creationId="{9AB9EA4E-C17B-9717-051A-D9D736AA7019}"/>
          </ac:spMkLst>
        </pc:spChg>
        <pc:spChg chg="add mod">
          <ac:chgData name="Wilmer Ortega Erazo" userId="19082e28a51afb61" providerId="LiveId" clId="{04F2D549-EA2F-4D45-A19A-603B28C2A673}" dt="2023-11-21T02:51:33.438" v="138" actId="1076"/>
          <ac:spMkLst>
            <pc:docMk/>
            <pc:sldMk cId="653029969" sldId="267"/>
            <ac:spMk id="17" creationId="{56061E7B-8E39-8C1B-7D85-030E2CA03CB2}"/>
          </ac:spMkLst>
        </pc:spChg>
        <pc:spChg chg="add mod">
          <ac:chgData name="Wilmer Ortega Erazo" userId="19082e28a51afb61" providerId="LiveId" clId="{04F2D549-EA2F-4D45-A19A-603B28C2A673}" dt="2023-11-21T02:51:33.438" v="138" actId="1076"/>
          <ac:spMkLst>
            <pc:docMk/>
            <pc:sldMk cId="653029969" sldId="267"/>
            <ac:spMk id="18" creationId="{0E9F6FEB-6453-0E76-7AA1-FFFF6D2C9F8E}"/>
          </ac:spMkLst>
        </pc:spChg>
        <pc:spChg chg="add mod">
          <ac:chgData name="Wilmer Ortega Erazo" userId="19082e28a51afb61" providerId="LiveId" clId="{04F2D549-EA2F-4D45-A19A-603B28C2A673}" dt="2023-11-21T02:51:33.438" v="138" actId="1076"/>
          <ac:spMkLst>
            <pc:docMk/>
            <pc:sldMk cId="653029969" sldId="267"/>
            <ac:spMk id="19" creationId="{94228E65-866D-B94F-60D8-FD3BE96587E2}"/>
          </ac:spMkLst>
        </pc:spChg>
        <pc:spChg chg="add mod">
          <ac:chgData name="Wilmer Ortega Erazo" userId="19082e28a51afb61" providerId="LiveId" clId="{04F2D549-EA2F-4D45-A19A-603B28C2A673}" dt="2023-11-21T02:51:33.438" v="138" actId="1076"/>
          <ac:spMkLst>
            <pc:docMk/>
            <pc:sldMk cId="653029969" sldId="267"/>
            <ac:spMk id="20" creationId="{C3E53BA6-7585-EE08-3C4F-792E1615E61F}"/>
          </ac:spMkLst>
        </pc:spChg>
        <pc:spChg chg="add mod">
          <ac:chgData name="Wilmer Ortega Erazo" userId="19082e28a51afb61" providerId="LiveId" clId="{04F2D549-EA2F-4D45-A19A-603B28C2A673}" dt="2023-11-21T02:51:33.438" v="138" actId="1076"/>
          <ac:spMkLst>
            <pc:docMk/>
            <pc:sldMk cId="653029969" sldId="267"/>
            <ac:spMk id="21" creationId="{357048D1-E495-A9AF-906E-10E704202A80}"/>
          </ac:spMkLst>
        </pc:spChg>
        <pc:spChg chg="add mod">
          <ac:chgData name="Wilmer Ortega Erazo" userId="19082e28a51afb61" providerId="LiveId" clId="{04F2D549-EA2F-4D45-A19A-603B28C2A673}" dt="2023-11-21T02:51:33.438" v="138" actId="1076"/>
          <ac:spMkLst>
            <pc:docMk/>
            <pc:sldMk cId="653029969" sldId="267"/>
            <ac:spMk id="22" creationId="{47261C69-5A93-D397-5D77-923E00DDB4E7}"/>
          </ac:spMkLst>
        </pc:spChg>
        <pc:spChg chg="add mod">
          <ac:chgData name="Wilmer Ortega Erazo" userId="19082e28a51afb61" providerId="LiveId" clId="{04F2D549-EA2F-4D45-A19A-603B28C2A673}" dt="2023-11-21T02:51:33.438" v="138" actId="1076"/>
          <ac:spMkLst>
            <pc:docMk/>
            <pc:sldMk cId="653029969" sldId="267"/>
            <ac:spMk id="23" creationId="{3D1FA037-A114-9F42-13B5-78C1F0B24C75}"/>
          </ac:spMkLst>
        </pc:spChg>
        <pc:spChg chg="add mod">
          <ac:chgData name="Wilmer Ortega Erazo" userId="19082e28a51afb61" providerId="LiveId" clId="{04F2D549-EA2F-4D45-A19A-603B28C2A673}" dt="2023-11-21T02:51:33.438" v="138" actId="1076"/>
          <ac:spMkLst>
            <pc:docMk/>
            <pc:sldMk cId="653029969" sldId="267"/>
            <ac:spMk id="24" creationId="{561001A2-E064-A091-A09A-FA232D14EB0B}"/>
          </ac:spMkLst>
        </pc:spChg>
        <pc:spChg chg="add mod">
          <ac:chgData name="Wilmer Ortega Erazo" userId="19082e28a51afb61" providerId="LiveId" clId="{04F2D549-EA2F-4D45-A19A-603B28C2A673}" dt="2023-11-21T02:51:33.438" v="138" actId="1076"/>
          <ac:spMkLst>
            <pc:docMk/>
            <pc:sldMk cId="653029969" sldId="267"/>
            <ac:spMk id="25" creationId="{464F4099-77F3-3137-C709-9E7D1A19B1D7}"/>
          </ac:spMkLst>
        </pc:spChg>
        <pc:spChg chg="add mod">
          <ac:chgData name="Wilmer Ortega Erazo" userId="19082e28a51afb61" providerId="LiveId" clId="{04F2D549-EA2F-4D45-A19A-603B28C2A673}" dt="2023-11-21T02:51:33.438" v="138" actId="1076"/>
          <ac:spMkLst>
            <pc:docMk/>
            <pc:sldMk cId="653029969" sldId="267"/>
            <ac:spMk id="26" creationId="{ECF5121F-7E91-4606-981D-0E420F148AB4}"/>
          </ac:spMkLst>
        </pc:spChg>
        <pc:spChg chg="add mod">
          <ac:chgData name="Wilmer Ortega Erazo" userId="19082e28a51afb61" providerId="LiveId" clId="{04F2D549-EA2F-4D45-A19A-603B28C2A673}" dt="2023-11-21T02:51:33.438" v="138" actId="1076"/>
          <ac:spMkLst>
            <pc:docMk/>
            <pc:sldMk cId="653029969" sldId="267"/>
            <ac:spMk id="27" creationId="{6FE8793F-02BD-8362-1DE3-2EDEA563E5F4}"/>
          </ac:spMkLst>
        </pc:spChg>
        <pc:spChg chg="add mod">
          <ac:chgData name="Wilmer Ortega Erazo" userId="19082e28a51afb61" providerId="LiveId" clId="{04F2D549-EA2F-4D45-A19A-603B28C2A673}" dt="2023-11-21T02:51:33.438" v="138" actId="1076"/>
          <ac:spMkLst>
            <pc:docMk/>
            <pc:sldMk cId="653029969" sldId="267"/>
            <ac:spMk id="28" creationId="{D791FF26-FAC8-8F5A-9278-EDC4D9DA1D43}"/>
          </ac:spMkLst>
        </pc:spChg>
        <pc:spChg chg="add mod">
          <ac:chgData name="Wilmer Ortega Erazo" userId="19082e28a51afb61" providerId="LiveId" clId="{04F2D549-EA2F-4D45-A19A-603B28C2A673}" dt="2023-11-21T02:51:33.438" v="138" actId="1076"/>
          <ac:spMkLst>
            <pc:docMk/>
            <pc:sldMk cId="653029969" sldId="267"/>
            <ac:spMk id="29" creationId="{E0ABD887-F65C-B9A3-F9FE-0A1AD8FAA955}"/>
          </ac:spMkLst>
        </pc:spChg>
        <pc:spChg chg="add mod">
          <ac:chgData name="Wilmer Ortega Erazo" userId="19082e28a51afb61" providerId="LiveId" clId="{04F2D549-EA2F-4D45-A19A-603B28C2A673}" dt="2023-11-21T02:51:33.438" v="138" actId="1076"/>
          <ac:spMkLst>
            <pc:docMk/>
            <pc:sldMk cId="653029969" sldId="267"/>
            <ac:spMk id="30" creationId="{10F1A9C2-C820-AC91-1585-632C62488C21}"/>
          </ac:spMkLst>
        </pc:spChg>
      </pc:sldChg>
      <pc:sldChg chg="del">
        <pc:chgData name="Wilmer Ortega Erazo" userId="19082e28a51afb61" providerId="LiveId" clId="{04F2D549-EA2F-4D45-A19A-603B28C2A673}" dt="2023-11-21T02:40:17.012" v="0" actId="2696"/>
        <pc:sldMkLst>
          <pc:docMk/>
          <pc:sldMk cId="1348188907" sldId="268"/>
        </pc:sldMkLst>
      </pc:sldChg>
      <pc:sldChg chg="delSp modSp add mod">
        <pc:chgData name="Wilmer Ortega Erazo" userId="19082e28a51afb61" providerId="LiveId" clId="{04F2D549-EA2F-4D45-A19A-603B28C2A673}" dt="2023-11-21T02:55:42.841" v="198"/>
        <pc:sldMkLst>
          <pc:docMk/>
          <pc:sldMk cId="4170686844" sldId="268"/>
        </pc:sldMkLst>
        <pc:spChg chg="mod">
          <ac:chgData name="Wilmer Ortega Erazo" userId="19082e28a51afb61" providerId="LiveId" clId="{04F2D549-EA2F-4D45-A19A-603B28C2A673}" dt="2023-11-21T02:55:42.841" v="198"/>
          <ac:spMkLst>
            <pc:docMk/>
            <pc:sldMk cId="4170686844" sldId="268"/>
            <ac:spMk id="2" creationId="{91A14A99-37E7-FD86-1156-A753F20D5A3A}"/>
          </ac:spMkLst>
        </pc:spChg>
        <pc:spChg chg="mod">
          <ac:chgData name="Wilmer Ortega Erazo" userId="19082e28a51afb61" providerId="LiveId" clId="{04F2D549-EA2F-4D45-A19A-603B28C2A673}" dt="2023-11-21T02:54:04.798" v="187"/>
          <ac:spMkLst>
            <pc:docMk/>
            <pc:sldMk cId="4170686844" sldId="268"/>
            <ac:spMk id="4" creationId="{A29C0834-3DBC-9FB3-0E0A-F77D599198EB}"/>
          </ac:spMkLst>
        </pc:spChg>
        <pc:spChg chg="del">
          <ac:chgData name="Wilmer Ortega Erazo" userId="19082e28a51afb61" providerId="LiveId" clId="{04F2D549-EA2F-4D45-A19A-603B28C2A673}" dt="2023-11-21T02:52:41.496" v="140" actId="478"/>
          <ac:spMkLst>
            <pc:docMk/>
            <pc:sldMk cId="4170686844" sldId="268"/>
            <ac:spMk id="17" creationId="{56061E7B-8E39-8C1B-7D85-030E2CA03CB2}"/>
          </ac:spMkLst>
        </pc:spChg>
        <pc:spChg chg="del">
          <ac:chgData name="Wilmer Ortega Erazo" userId="19082e28a51afb61" providerId="LiveId" clId="{04F2D549-EA2F-4D45-A19A-603B28C2A673}" dt="2023-11-21T02:52:41.496" v="140" actId="478"/>
          <ac:spMkLst>
            <pc:docMk/>
            <pc:sldMk cId="4170686844" sldId="268"/>
            <ac:spMk id="18" creationId="{0E9F6FEB-6453-0E76-7AA1-FFFF6D2C9F8E}"/>
          </ac:spMkLst>
        </pc:spChg>
        <pc:spChg chg="del">
          <ac:chgData name="Wilmer Ortega Erazo" userId="19082e28a51afb61" providerId="LiveId" clId="{04F2D549-EA2F-4D45-A19A-603B28C2A673}" dt="2023-11-21T02:52:41.496" v="140" actId="478"/>
          <ac:spMkLst>
            <pc:docMk/>
            <pc:sldMk cId="4170686844" sldId="268"/>
            <ac:spMk id="19" creationId="{94228E65-866D-B94F-60D8-FD3BE96587E2}"/>
          </ac:spMkLst>
        </pc:spChg>
        <pc:spChg chg="del">
          <ac:chgData name="Wilmer Ortega Erazo" userId="19082e28a51afb61" providerId="LiveId" clId="{04F2D549-EA2F-4D45-A19A-603B28C2A673}" dt="2023-11-21T02:52:41.496" v="140" actId="478"/>
          <ac:spMkLst>
            <pc:docMk/>
            <pc:sldMk cId="4170686844" sldId="268"/>
            <ac:spMk id="20" creationId="{C3E53BA6-7585-EE08-3C4F-792E1615E61F}"/>
          </ac:spMkLst>
        </pc:spChg>
        <pc:spChg chg="del">
          <ac:chgData name="Wilmer Ortega Erazo" userId="19082e28a51afb61" providerId="LiveId" clId="{04F2D549-EA2F-4D45-A19A-603B28C2A673}" dt="2023-11-21T02:52:41.496" v="140" actId="478"/>
          <ac:spMkLst>
            <pc:docMk/>
            <pc:sldMk cId="4170686844" sldId="268"/>
            <ac:spMk id="21" creationId="{357048D1-E495-A9AF-906E-10E704202A80}"/>
          </ac:spMkLst>
        </pc:spChg>
        <pc:spChg chg="del">
          <ac:chgData name="Wilmer Ortega Erazo" userId="19082e28a51afb61" providerId="LiveId" clId="{04F2D549-EA2F-4D45-A19A-603B28C2A673}" dt="2023-11-21T02:52:41.496" v="140" actId="478"/>
          <ac:spMkLst>
            <pc:docMk/>
            <pc:sldMk cId="4170686844" sldId="268"/>
            <ac:spMk id="22" creationId="{47261C69-5A93-D397-5D77-923E00DDB4E7}"/>
          </ac:spMkLst>
        </pc:spChg>
        <pc:spChg chg="del">
          <ac:chgData name="Wilmer Ortega Erazo" userId="19082e28a51afb61" providerId="LiveId" clId="{04F2D549-EA2F-4D45-A19A-603B28C2A673}" dt="2023-11-21T02:52:41.496" v="140" actId="478"/>
          <ac:spMkLst>
            <pc:docMk/>
            <pc:sldMk cId="4170686844" sldId="268"/>
            <ac:spMk id="23" creationId="{3D1FA037-A114-9F42-13B5-78C1F0B24C75}"/>
          </ac:spMkLst>
        </pc:spChg>
        <pc:spChg chg="del">
          <ac:chgData name="Wilmer Ortega Erazo" userId="19082e28a51afb61" providerId="LiveId" clId="{04F2D549-EA2F-4D45-A19A-603B28C2A673}" dt="2023-11-21T02:52:41.496" v="140" actId="478"/>
          <ac:spMkLst>
            <pc:docMk/>
            <pc:sldMk cId="4170686844" sldId="268"/>
            <ac:spMk id="24" creationId="{561001A2-E064-A091-A09A-FA232D14EB0B}"/>
          </ac:spMkLst>
        </pc:spChg>
        <pc:spChg chg="del">
          <ac:chgData name="Wilmer Ortega Erazo" userId="19082e28a51afb61" providerId="LiveId" clId="{04F2D549-EA2F-4D45-A19A-603B28C2A673}" dt="2023-11-21T02:52:41.496" v="140" actId="478"/>
          <ac:spMkLst>
            <pc:docMk/>
            <pc:sldMk cId="4170686844" sldId="268"/>
            <ac:spMk id="25" creationId="{464F4099-77F3-3137-C709-9E7D1A19B1D7}"/>
          </ac:spMkLst>
        </pc:spChg>
        <pc:spChg chg="del">
          <ac:chgData name="Wilmer Ortega Erazo" userId="19082e28a51afb61" providerId="LiveId" clId="{04F2D549-EA2F-4D45-A19A-603B28C2A673}" dt="2023-11-21T02:52:41.496" v="140" actId="478"/>
          <ac:spMkLst>
            <pc:docMk/>
            <pc:sldMk cId="4170686844" sldId="268"/>
            <ac:spMk id="26" creationId="{ECF5121F-7E91-4606-981D-0E420F148AB4}"/>
          </ac:spMkLst>
        </pc:spChg>
        <pc:spChg chg="del">
          <ac:chgData name="Wilmer Ortega Erazo" userId="19082e28a51afb61" providerId="LiveId" clId="{04F2D549-EA2F-4D45-A19A-603B28C2A673}" dt="2023-11-21T02:52:41.496" v="140" actId="478"/>
          <ac:spMkLst>
            <pc:docMk/>
            <pc:sldMk cId="4170686844" sldId="268"/>
            <ac:spMk id="27" creationId="{6FE8793F-02BD-8362-1DE3-2EDEA563E5F4}"/>
          </ac:spMkLst>
        </pc:spChg>
        <pc:spChg chg="del">
          <ac:chgData name="Wilmer Ortega Erazo" userId="19082e28a51afb61" providerId="LiveId" clId="{04F2D549-EA2F-4D45-A19A-603B28C2A673}" dt="2023-11-21T02:52:41.496" v="140" actId="478"/>
          <ac:spMkLst>
            <pc:docMk/>
            <pc:sldMk cId="4170686844" sldId="268"/>
            <ac:spMk id="28" creationId="{D791FF26-FAC8-8F5A-9278-EDC4D9DA1D43}"/>
          </ac:spMkLst>
        </pc:spChg>
        <pc:spChg chg="del">
          <ac:chgData name="Wilmer Ortega Erazo" userId="19082e28a51afb61" providerId="LiveId" clId="{04F2D549-EA2F-4D45-A19A-603B28C2A673}" dt="2023-11-21T02:52:41.496" v="140" actId="478"/>
          <ac:spMkLst>
            <pc:docMk/>
            <pc:sldMk cId="4170686844" sldId="268"/>
            <ac:spMk id="29" creationId="{E0ABD887-F65C-B9A3-F9FE-0A1AD8FAA955}"/>
          </ac:spMkLst>
        </pc:spChg>
        <pc:spChg chg="del">
          <ac:chgData name="Wilmer Ortega Erazo" userId="19082e28a51afb61" providerId="LiveId" clId="{04F2D549-EA2F-4D45-A19A-603B28C2A673}" dt="2023-11-21T02:52:41.496" v="140" actId="478"/>
          <ac:spMkLst>
            <pc:docMk/>
            <pc:sldMk cId="4170686844" sldId="268"/>
            <ac:spMk id="30" creationId="{10F1A9C2-C820-AC91-1585-632C62488C21}"/>
          </ac:spMkLst>
        </pc:spChg>
      </pc:sldChg>
      <pc:sldChg chg="del">
        <pc:chgData name="Wilmer Ortega Erazo" userId="19082e28a51afb61" providerId="LiveId" clId="{04F2D549-EA2F-4D45-A19A-603B28C2A673}" dt="2023-11-21T02:40:17.012" v="0" actId="2696"/>
        <pc:sldMkLst>
          <pc:docMk/>
          <pc:sldMk cId="2522645288" sldId="269"/>
        </pc:sldMkLst>
      </pc:sldChg>
      <pc:sldChg chg="modSp add mod">
        <pc:chgData name="Wilmer Ortega Erazo" userId="19082e28a51afb61" providerId="LiveId" clId="{04F2D549-EA2F-4D45-A19A-603B28C2A673}" dt="2023-11-21T02:55:31.902" v="197" actId="790"/>
        <pc:sldMkLst>
          <pc:docMk/>
          <pc:sldMk cId="3571973412" sldId="269"/>
        </pc:sldMkLst>
        <pc:spChg chg="mod">
          <ac:chgData name="Wilmer Ortega Erazo" userId="19082e28a51afb61" providerId="LiveId" clId="{04F2D549-EA2F-4D45-A19A-603B28C2A673}" dt="2023-11-21T02:55:31.902" v="197" actId="790"/>
          <ac:spMkLst>
            <pc:docMk/>
            <pc:sldMk cId="3571973412" sldId="269"/>
            <ac:spMk id="2" creationId="{91A14A99-37E7-FD86-1156-A753F20D5A3A}"/>
          </ac:spMkLst>
        </pc:spChg>
        <pc:spChg chg="mod">
          <ac:chgData name="Wilmer Ortega Erazo" userId="19082e28a51afb61" providerId="LiveId" clId="{04F2D549-EA2F-4D45-A19A-603B28C2A673}" dt="2023-11-21T02:54:28.847" v="190" actId="790"/>
          <ac:spMkLst>
            <pc:docMk/>
            <pc:sldMk cId="3571973412" sldId="269"/>
            <ac:spMk id="4" creationId="{A29C0834-3DBC-9FB3-0E0A-F77D599198EB}"/>
          </ac:spMkLst>
        </pc:spChg>
      </pc:sldChg>
      <pc:sldChg chg="modSp add mod">
        <pc:chgData name="Wilmer Ortega Erazo" userId="19082e28a51afb61" providerId="LiveId" clId="{04F2D549-EA2F-4D45-A19A-603B28C2A673}" dt="2023-11-21T02:57:23.260" v="230" actId="33524"/>
        <pc:sldMkLst>
          <pc:docMk/>
          <pc:sldMk cId="3274757654" sldId="270"/>
        </pc:sldMkLst>
        <pc:spChg chg="mod">
          <ac:chgData name="Wilmer Ortega Erazo" userId="19082e28a51afb61" providerId="LiveId" clId="{04F2D549-EA2F-4D45-A19A-603B28C2A673}" dt="2023-11-21T02:56:04.669" v="223" actId="20577"/>
          <ac:spMkLst>
            <pc:docMk/>
            <pc:sldMk cId="3274757654" sldId="270"/>
            <ac:spMk id="2" creationId="{91A14A99-37E7-FD86-1156-A753F20D5A3A}"/>
          </ac:spMkLst>
        </pc:spChg>
        <pc:spChg chg="mod">
          <ac:chgData name="Wilmer Ortega Erazo" userId="19082e28a51afb61" providerId="LiveId" clId="{04F2D549-EA2F-4D45-A19A-603B28C2A673}" dt="2023-11-21T02:57:23.260" v="230" actId="33524"/>
          <ac:spMkLst>
            <pc:docMk/>
            <pc:sldMk cId="3274757654" sldId="270"/>
            <ac:spMk id="4" creationId="{A29C0834-3DBC-9FB3-0E0A-F77D599198EB}"/>
          </ac:spMkLst>
        </pc:spChg>
      </pc:sldChg>
      <pc:sldChg chg="del">
        <pc:chgData name="Wilmer Ortega Erazo" userId="19082e28a51afb61" providerId="LiveId" clId="{04F2D549-EA2F-4D45-A19A-603B28C2A673}" dt="2023-11-21T02:40:17.012" v="0" actId="2696"/>
        <pc:sldMkLst>
          <pc:docMk/>
          <pc:sldMk cId="3473754440" sldId="270"/>
        </pc:sldMkLst>
      </pc:sldChg>
      <pc:sldChg chg="del">
        <pc:chgData name="Wilmer Ortega Erazo" userId="19082e28a51afb61" providerId="LiveId" clId="{04F2D549-EA2F-4D45-A19A-603B28C2A673}" dt="2023-11-21T02:40:17.012" v="0" actId="2696"/>
        <pc:sldMkLst>
          <pc:docMk/>
          <pc:sldMk cId="380443000" sldId="271"/>
        </pc:sldMkLst>
      </pc:sldChg>
      <pc:sldChg chg="addSp modSp add mod">
        <pc:chgData name="Wilmer Ortega Erazo" userId="19082e28a51afb61" providerId="LiveId" clId="{04F2D549-EA2F-4D45-A19A-603B28C2A673}" dt="2023-11-21T03:00:47.317" v="280" actId="14100"/>
        <pc:sldMkLst>
          <pc:docMk/>
          <pc:sldMk cId="4018384962" sldId="271"/>
        </pc:sldMkLst>
        <pc:spChg chg="mod">
          <ac:chgData name="Wilmer Ortega Erazo" userId="19082e28a51afb61" providerId="LiveId" clId="{04F2D549-EA2F-4D45-A19A-603B28C2A673}" dt="2023-11-21T02:58:01.829" v="244" actId="20577"/>
          <ac:spMkLst>
            <pc:docMk/>
            <pc:sldMk cId="4018384962" sldId="271"/>
            <ac:spMk id="2" creationId="{91A14A99-37E7-FD86-1156-A753F20D5A3A}"/>
          </ac:spMkLst>
        </pc:spChg>
        <pc:spChg chg="add mod">
          <ac:chgData name="Wilmer Ortega Erazo" userId="19082e28a51afb61" providerId="LiveId" clId="{04F2D549-EA2F-4D45-A19A-603B28C2A673}" dt="2023-11-21T02:58:38.411" v="251" actId="255"/>
          <ac:spMkLst>
            <pc:docMk/>
            <pc:sldMk cId="4018384962" sldId="271"/>
            <ac:spMk id="3" creationId="{975ADE28-8D0B-C1E2-4824-863F306809D8}"/>
          </ac:spMkLst>
        </pc:spChg>
        <pc:spChg chg="mod">
          <ac:chgData name="Wilmer Ortega Erazo" userId="19082e28a51afb61" providerId="LiveId" clId="{04F2D549-EA2F-4D45-A19A-603B28C2A673}" dt="2023-11-21T02:59:24.282" v="255" actId="255"/>
          <ac:spMkLst>
            <pc:docMk/>
            <pc:sldMk cId="4018384962" sldId="271"/>
            <ac:spMk id="4" creationId="{A29C0834-3DBC-9FB3-0E0A-F77D599198EB}"/>
          </ac:spMkLst>
        </pc:spChg>
        <pc:spChg chg="add mod">
          <ac:chgData name="Wilmer Ortega Erazo" userId="19082e28a51afb61" providerId="LiveId" clId="{04F2D549-EA2F-4D45-A19A-603B28C2A673}" dt="2023-11-21T02:59:41.309" v="259" actId="1076"/>
          <ac:spMkLst>
            <pc:docMk/>
            <pc:sldMk cId="4018384962" sldId="271"/>
            <ac:spMk id="5" creationId="{A33C250D-E9C7-FB11-850A-EFF1B52F40DE}"/>
          </ac:spMkLst>
        </pc:spChg>
        <pc:spChg chg="add mod">
          <ac:chgData name="Wilmer Ortega Erazo" userId="19082e28a51afb61" providerId="LiveId" clId="{04F2D549-EA2F-4D45-A19A-603B28C2A673}" dt="2023-11-21T03:00:47.317" v="280" actId="14100"/>
          <ac:spMkLst>
            <pc:docMk/>
            <pc:sldMk cId="4018384962" sldId="271"/>
            <ac:spMk id="6" creationId="{28DA8E21-F450-BF1C-45B2-458222B2A36C}"/>
          </ac:spMkLst>
        </pc:spChg>
        <pc:spChg chg="add mod">
          <ac:chgData name="Wilmer Ortega Erazo" userId="19082e28a51afb61" providerId="LiveId" clId="{04F2D549-EA2F-4D45-A19A-603B28C2A673}" dt="2023-11-21T03:00:18.117" v="270" actId="14100"/>
          <ac:spMkLst>
            <pc:docMk/>
            <pc:sldMk cId="4018384962" sldId="271"/>
            <ac:spMk id="7" creationId="{26807638-1171-8506-7087-E385C34D77DC}"/>
          </ac:spMkLst>
        </pc:spChg>
        <pc:spChg chg="add mod">
          <ac:chgData name="Wilmer Ortega Erazo" userId="19082e28a51afb61" providerId="LiveId" clId="{04F2D549-EA2F-4D45-A19A-603B28C2A673}" dt="2023-11-21T03:00:06.614" v="267" actId="14100"/>
          <ac:spMkLst>
            <pc:docMk/>
            <pc:sldMk cId="4018384962" sldId="271"/>
            <ac:spMk id="8" creationId="{0C8C9EE8-EDC6-6E1B-DCD6-47D79C666209}"/>
          </ac:spMkLst>
        </pc:spChg>
        <pc:spChg chg="add mod">
          <ac:chgData name="Wilmer Ortega Erazo" userId="19082e28a51afb61" providerId="LiveId" clId="{04F2D549-EA2F-4D45-A19A-603B28C2A673}" dt="2023-11-21T03:00:29.390" v="274" actId="1076"/>
          <ac:spMkLst>
            <pc:docMk/>
            <pc:sldMk cId="4018384962" sldId="271"/>
            <ac:spMk id="9" creationId="{00D6EA82-8C25-4978-88B4-069522189608}"/>
          </ac:spMkLst>
        </pc:spChg>
        <pc:spChg chg="add mod">
          <ac:chgData name="Wilmer Ortega Erazo" userId="19082e28a51afb61" providerId="LiveId" clId="{04F2D549-EA2F-4D45-A19A-603B28C2A673}" dt="2023-11-21T03:00:39.198" v="278" actId="14100"/>
          <ac:spMkLst>
            <pc:docMk/>
            <pc:sldMk cId="4018384962" sldId="271"/>
            <ac:spMk id="10" creationId="{BC97EBC1-2A7B-E1C9-5783-D9BCC3BCDCDF}"/>
          </ac:spMkLst>
        </pc:spChg>
        <pc:cxnChg chg="add mod">
          <ac:chgData name="Wilmer Ortega Erazo" userId="19082e28a51afb61" providerId="LiveId" clId="{04F2D549-EA2F-4D45-A19A-603B28C2A673}" dt="2023-11-21T03:00:47.317" v="280" actId="14100"/>
          <ac:cxnSpMkLst>
            <pc:docMk/>
            <pc:sldMk cId="4018384962" sldId="271"/>
            <ac:cxnSpMk id="11" creationId="{524CD408-2533-3502-8E8C-2FC17477F205}"/>
          </ac:cxnSpMkLst>
        </pc:cxnChg>
        <pc:cxnChg chg="add mod">
          <ac:chgData name="Wilmer Ortega Erazo" userId="19082e28a51afb61" providerId="LiveId" clId="{04F2D549-EA2F-4D45-A19A-603B28C2A673}" dt="2023-11-21T03:00:21.637" v="271" actId="14100"/>
          <ac:cxnSpMkLst>
            <pc:docMk/>
            <pc:sldMk cId="4018384962" sldId="271"/>
            <ac:cxnSpMk id="12" creationId="{F0DFA06B-4D54-3B71-3C83-A977356720F6}"/>
          </ac:cxnSpMkLst>
        </pc:cxnChg>
        <pc:cxnChg chg="add mod">
          <ac:chgData name="Wilmer Ortega Erazo" userId="19082e28a51afb61" providerId="LiveId" clId="{04F2D549-EA2F-4D45-A19A-603B28C2A673}" dt="2023-11-21T03:00:42.005" v="279" actId="14100"/>
          <ac:cxnSpMkLst>
            <pc:docMk/>
            <pc:sldMk cId="4018384962" sldId="271"/>
            <ac:cxnSpMk id="13" creationId="{6F793EA2-065A-E7C3-2B37-BBE90694490B}"/>
          </ac:cxnSpMkLst>
        </pc:cxnChg>
      </pc:sldChg>
      <pc:sldChg chg="addSp delSp modSp add mod">
        <pc:chgData name="Wilmer Ortega Erazo" userId="19082e28a51afb61" providerId="LiveId" clId="{04F2D549-EA2F-4D45-A19A-603B28C2A673}" dt="2023-11-21T03:02:15.615" v="300" actId="1076"/>
        <pc:sldMkLst>
          <pc:docMk/>
          <pc:sldMk cId="647247686" sldId="272"/>
        </pc:sldMkLst>
        <pc:spChg chg="del">
          <ac:chgData name="Wilmer Ortega Erazo" userId="19082e28a51afb61" providerId="LiveId" clId="{04F2D549-EA2F-4D45-A19A-603B28C2A673}" dt="2023-11-21T03:01:46.173" v="293" actId="478"/>
          <ac:spMkLst>
            <pc:docMk/>
            <pc:sldMk cId="647247686" sldId="272"/>
            <ac:spMk id="3" creationId="{975ADE28-8D0B-C1E2-4824-863F306809D8}"/>
          </ac:spMkLst>
        </pc:spChg>
        <pc:spChg chg="mod">
          <ac:chgData name="Wilmer Ortega Erazo" userId="19082e28a51afb61" providerId="LiveId" clId="{04F2D549-EA2F-4D45-A19A-603B28C2A673}" dt="2023-11-21T03:01:39.218" v="292" actId="255"/>
          <ac:spMkLst>
            <pc:docMk/>
            <pc:sldMk cId="647247686" sldId="272"/>
            <ac:spMk id="4" creationId="{A29C0834-3DBC-9FB3-0E0A-F77D599198EB}"/>
          </ac:spMkLst>
        </pc:spChg>
        <pc:spChg chg="del">
          <ac:chgData name="Wilmer Ortega Erazo" userId="19082e28a51afb61" providerId="LiveId" clId="{04F2D549-EA2F-4D45-A19A-603B28C2A673}" dt="2023-11-21T03:01:23.705" v="283" actId="478"/>
          <ac:spMkLst>
            <pc:docMk/>
            <pc:sldMk cId="647247686" sldId="272"/>
            <ac:spMk id="5" creationId="{A33C250D-E9C7-FB11-850A-EFF1B52F40DE}"/>
          </ac:spMkLst>
        </pc:spChg>
        <pc:spChg chg="del">
          <ac:chgData name="Wilmer Ortega Erazo" userId="19082e28a51afb61" providerId="LiveId" clId="{04F2D549-EA2F-4D45-A19A-603B28C2A673}" dt="2023-11-21T03:01:26.317" v="285" actId="478"/>
          <ac:spMkLst>
            <pc:docMk/>
            <pc:sldMk cId="647247686" sldId="272"/>
            <ac:spMk id="6" creationId="{28DA8E21-F450-BF1C-45B2-458222B2A36C}"/>
          </ac:spMkLst>
        </pc:spChg>
        <pc:spChg chg="del">
          <ac:chgData name="Wilmer Ortega Erazo" userId="19082e28a51afb61" providerId="LiveId" clId="{04F2D549-EA2F-4D45-A19A-603B28C2A673}" dt="2023-11-21T03:01:27.268" v="286" actId="478"/>
          <ac:spMkLst>
            <pc:docMk/>
            <pc:sldMk cId="647247686" sldId="272"/>
            <ac:spMk id="7" creationId="{26807638-1171-8506-7087-E385C34D77DC}"/>
          </ac:spMkLst>
        </pc:spChg>
        <pc:spChg chg="del">
          <ac:chgData name="Wilmer Ortega Erazo" userId="19082e28a51afb61" providerId="LiveId" clId="{04F2D549-EA2F-4D45-A19A-603B28C2A673}" dt="2023-11-21T03:01:30.237" v="289" actId="478"/>
          <ac:spMkLst>
            <pc:docMk/>
            <pc:sldMk cId="647247686" sldId="272"/>
            <ac:spMk id="8" creationId="{0C8C9EE8-EDC6-6E1B-DCD6-47D79C666209}"/>
          </ac:spMkLst>
        </pc:spChg>
        <pc:spChg chg="del">
          <ac:chgData name="Wilmer Ortega Erazo" userId="19082e28a51afb61" providerId="LiveId" clId="{04F2D549-EA2F-4D45-A19A-603B28C2A673}" dt="2023-11-21T03:01:28.644" v="287" actId="478"/>
          <ac:spMkLst>
            <pc:docMk/>
            <pc:sldMk cId="647247686" sldId="272"/>
            <ac:spMk id="9" creationId="{00D6EA82-8C25-4978-88B4-069522189608}"/>
          </ac:spMkLst>
        </pc:spChg>
        <pc:spChg chg="del">
          <ac:chgData name="Wilmer Ortega Erazo" userId="19082e28a51afb61" providerId="LiveId" clId="{04F2D549-EA2F-4D45-A19A-603B28C2A673}" dt="2023-11-21T03:01:31.973" v="291" actId="478"/>
          <ac:spMkLst>
            <pc:docMk/>
            <pc:sldMk cId="647247686" sldId="272"/>
            <ac:spMk id="10" creationId="{BC97EBC1-2A7B-E1C9-5783-D9BCC3BCDCDF}"/>
          </ac:spMkLst>
        </pc:spChg>
        <pc:spChg chg="add mod">
          <ac:chgData name="Wilmer Ortega Erazo" userId="19082e28a51afb61" providerId="LiveId" clId="{04F2D549-EA2F-4D45-A19A-603B28C2A673}" dt="2023-11-21T03:02:00.549" v="298" actId="255"/>
          <ac:spMkLst>
            <pc:docMk/>
            <pc:sldMk cId="647247686" sldId="272"/>
            <ac:spMk id="14" creationId="{1DBEEE0F-3413-30BD-CC6B-249B310FC45A}"/>
          </ac:spMkLst>
        </pc:spChg>
        <pc:cxnChg chg="del mod">
          <ac:chgData name="Wilmer Ortega Erazo" userId="19082e28a51afb61" providerId="LiveId" clId="{04F2D549-EA2F-4D45-A19A-603B28C2A673}" dt="2023-11-21T03:01:25.373" v="284" actId="478"/>
          <ac:cxnSpMkLst>
            <pc:docMk/>
            <pc:sldMk cId="647247686" sldId="272"/>
            <ac:cxnSpMk id="11" creationId="{524CD408-2533-3502-8E8C-2FC17477F205}"/>
          </ac:cxnSpMkLst>
        </pc:cxnChg>
        <pc:cxnChg chg="del mod">
          <ac:chgData name="Wilmer Ortega Erazo" userId="19082e28a51afb61" providerId="LiveId" clId="{04F2D549-EA2F-4D45-A19A-603B28C2A673}" dt="2023-11-21T03:01:29.613" v="288" actId="478"/>
          <ac:cxnSpMkLst>
            <pc:docMk/>
            <pc:sldMk cId="647247686" sldId="272"/>
            <ac:cxnSpMk id="12" creationId="{F0DFA06B-4D54-3B71-3C83-A977356720F6}"/>
          </ac:cxnSpMkLst>
        </pc:cxnChg>
        <pc:cxnChg chg="del mod">
          <ac:chgData name="Wilmer Ortega Erazo" userId="19082e28a51afb61" providerId="LiveId" clId="{04F2D549-EA2F-4D45-A19A-603B28C2A673}" dt="2023-11-21T03:01:31.092" v="290" actId="478"/>
          <ac:cxnSpMkLst>
            <pc:docMk/>
            <pc:sldMk cId="647247686" sldId="272"/>
            <ac:cxnSpMk id="13" creationId="{6F793EA2-065A-E7C3-2B37-BBE90694490B}"/>
          </ac:cxnSpMkLst>
        </pc:cxnChg>
        <pc:cxnChg chg="add mod">
          <ac:chgData name="Wilmer Ortega Erazo" userId="19082e28a51afb61" providerId="LiveId" clId="{04F2D549-EA2F-4D45-A19A-603B28C2A673}" dt="2023-11-21T03:02:15.615" v="300" actId="1076"/>
          <ac:cxnSpMkLst>
            <pc:docMk/>
            <pc:sldMk cId="647247686" sldId="272"/>
            <ac:cxnSpMk id="15" creationId="{0EC45256-92D8-EAB4-9EFA-BEB23D645AE5}"/>
          </ac:cxnSpMkLst>
        </pc:cxnChg>
        <pc:cxnChg chg="add mod">
          <ac:chgData name="Wilmer Ortega Erazo" userId="19082e28a51afb61" providerId="LiveId" clId="{04F2D549-EA2F-4D45-A19A-603B28C2A673}" dt="2023-11-21T03:02:15.615" v="300" actId="1076"/>
          <ac:cxnSpMkLst>
            <pc:docMk/>
            <pc:sldMk cId="647247686" sldId="272"/>
            <ac:cxnSpMk id="16" creationId="{2DA46691-B23D-E957-5391-4CA3D870D220}"/>
          </ac:cxnSpMkLst>
        </pc:cxnChg>
        <pc:cxnChg chg="add mod">
          <ac:chgData name="Wilmer Ortega Erazo" userId="19082e28a51afb61" providerId="LiveId" clId="{04F2D549-EA2F-4D45-A19A-603B28C2A673}" dt="2023-11-21T03:02:15.615" v="300" actId="1076"/>
          <ac:cxnSpMkLst>
            <pc:docMk/>
            <pc:sldMk cId="647247686" sldId="272"/>
            <ac:cxnSpMk id="17" creationId="{87D30A43-8E7C-C501-CC5A-C5330E10D2A8}"/>
          </ac:cxnSpMkLst>
        </pc:cxnChg>
        <pc:cxnChg chg="add mod">
          <ac:chgData name="Wilmer Ortega Erazo" userId="19082e28a51afb61" providerId="LiveId" clId="{04F2D549-EA2F-4D45-A19A-603B28C2A673}" dt="2023-11-21T03:02:15.615" v="300" actId="1076"/>
          <ac:cxnSpMkLst>
            <pc:docMk/>
            <pc:sldMk cId="647247686" sldId="272"/>
            <ac:cxnSpMk id="18" creationId="{891F59D4-755E-18DA-8F46-867D5074195B}"/>
          </ac:cxnSpMkLst>
        </pc:cxnChg>
      </pc:sldChg>
      <pc:sldChg chg="del">
        <pc:chgData name="Wilmer Ortega Erazo" userId="19082e28a51afb61" providerId="LiveId" clId="{04F2D549-EA2F-4D45-A19A-603B28C2A673}" dt="2023-11-21T02:40:17.012" v="0" actId="2696"/>
        <pc:sldMkLst>
          <pc:docMk/>
          <pc:sldMk cId="921820898" sldId="272"/>
        </pc:sldMkLst>
      </pc:sldChg>
      <pc:sldChg chg="del">
        <pc:chgData name="Wilmer Ortega Erazo" userId="19082e28a51afb61" providerId="LiveId" clId="{04F2D549-EA2F-4D45-A19A-603B28C2A673}" dt="2023-11-21T02:40:17.012" v="0" actId="2696"/>
        <pc:sldMkLst>
          <pc:docMk/>
          <pc:sldMk cId="3290430429" sldId="273"/>
        </pc:sldMkLst>
      </pc:sldChg>
      <pc:sldChg chg="addSp delSp modSp add mod">
        <pc:chgData name="Wilmer Ortega Erazo" userId="19082e28a51afb61" providerId="LiveId" clId="{04F2D549-EA2F-4D45-A19A-603B28C2A673}" dt="2023-11-21T03:04:44.332" v="327" actId="5793"/>
        <pc:sldMkLst>
          <pc:docMk/>
          <pc:sldMk cId="4266827372" sldId="273"/>
        </pc:sldMkLst>
        <pc:spChg chg="add mod">
          <ac:chgData name="Wilmer Ortega Erazo" userId="19082e28a51afb61" providerId="LiveId" clId="{04F2D549-EA2F-4D45-A19A-603B28C2A673}" dt="2023-11-21T03:04:22.188" v="313" actId="255"/>
          <ac:spMkLst>
            <pc:docMk/>
            <pc:sldMk cId="4266827372" sldId="273"/>
            <ac:spMk id="3" creationId="{8016216F-A414-971D-99B8-19F3797A1482}"/>
          </ac:spMkLst>
        </pc:spChg>
        <pc:spChg chg="mod">
          <ac:chgData name="Wilmer Ortega Erazo" userId="19082e28a51afb61" providerId="LiveId" clId="{04F2D549-EA2F-4D45-A19A-603B28C2A673}" dt="2023-11-21T03:04:44.332" v="327" actId="5793"/>
          <ac:spMkLst>
            <pc:docMk/>
            <pc:sldMk cId="4266827372" sldId="273"/>
            <ac:spMk id="4" creationId="{A29C0834-3DBC-9FB3-0E0A-F77D599198EB}"/>
          </ac:spMkLst>
        </pc:spChg>
        <pc:spChg chg="del">
          <ac:chgData name="Wilmer Ortega Erazo" userId="19082e28a51afb61" providerId="LiveId" clId="{04F2D549-EA2F-4D45-A19A-603B28C2A673}" dt="2023-11-21T03:04:09.829" v="309" actId="478"/>
          <ac:spMkLst>
            <pc:docMk/>
            <pc:sldMk cId="4266827372" sldId="273"/>
            <ac:spMk id="14" creationId="{1DBEEE0F-3413-30BD-CC6B-249B310FC45A}"/>
          </ac:spMkLst>
        </pc:spChg>
        <pc:cxnChg chg="del">
          <ac:chgData name="Wilmer Ortega Erazo" userId="19082e28a51afb61" providerId="LiveId" clId="{04F2D549-EA2F-4D45-A19A-603B28C2A673}" dt="2023-11-21T03:03:53.957" v="302" actId="478"/>
          <ac:cxnSpMkLst>
            <pc:docMk/>
            <pc:sldMk cId="4266827372" sldId="273"/>
            <ac:cxnSpMk id="15" creationId="{0EC45256-92D8-EAB4-9EFA-BEB23D645AE5}"/>
          </ac:cxnSpMkLst>
        </pc:cxnChg>
        <pc:cxnChg chg="del">
          <ac:chgData name="Wilmer Ortega Erazo" userId="19082e28a51afb61" providerId="LiveId" clId="{04F2D549-EA2F-4D45-A19A-603B28C2A673}" dt="2023-11-21T03:03:54.772" v="303" actId="478"/>
          <ac:cxnSpMkLst>
            <pc:docMk/>
            <pc:sldMk cId="4266827372" sldId="273"/>
            <ac:cxnSpMk id="16" creationId="{2DA46691-B23D-E957-5391-4CA3D870D220}"/>
          </ac:cxnSpMkLst>
        </pc:cxnChg>
        <pc:cxnChg chg="del">
          <ac:chgData name="Wilmer Ortega Erazo" userId="19082e28a51afb61" providerId="LiveId" clId="{04F2D549-EA2F-4D45-A19A-603B28C2A673}" dt="2023-11-21T03:03:56.869" v="305" actId="478"/>
          <ac:cxnSpMkLst>
            <pc:docMk/>
            <pc:sldMk cId="4266827372" sldId="273"/>
            <ac:cxnSpMk id="17" creationId="{87D30A43-8E7C-C501-CC5A-C5330E10D2A8}"/>
          </ac:cxnSpMkLst>
        </pc:cxnChg>
        <pc:cxnChg chg="del">
          <ac:chgData name="Wilmer Ortega Erazo" userId="19082e28a51afb61" providerId="LiveId" clId="{04F2D549-EA2F-4D45-A19A-603B28C2A673}" dt="2023-11-21T03:03:55.845" v="304" actId="478"/>
          <ac:cxnSpMkLst>
            <pc:docMk/>
            <pc:sldMk cId="4266827372" sldId="273"/>
            <ac:cxnSpMk id="18" creationId="{891F59D4-755E-18DA-8F46-867D5074195B}"/>
          </ac:cxnSpMkLst>
        </pc:cxnChg>
      </pc:sldChg>
      <pc:sldChg chg="addSp delSp modSp add mod">
        <pc:chgData name="Wilmer Ortega Erazo" userId="19082e28a51afb61" providerId="LiveId" clId="{04F2D549-EA2F-4D45-A19A-603B28C2A673}" dt="2023-11-21T03:06:02.296" v="348" actId="5793"/>
        <pc:sldMkLst>
          <pc:docMk/>
          <pc:sldMk cId="1439688605" sldId="274"/>
        </pc:sldMkLst>
        <pc:spChg chg="del">
          <ac:chgData name="Wilmer Ortega Erazo" userId="19082e28a51afb61" providerId="LiveId" clId="{04F2D549-EA2F-4D45-A19A-603B28C2A673}" dt="2023-11-21T03:05:08.173" v="332" actId="478"/>
          <ac:spMkLst>
            <pc:docMk/>
            <pc:sldMk cId="1439688605" sldId="274"/>
            <ac:spMk id="3" creationId="{8016216F-A414-971D-99B8-19F3797A1482}"/>
          </ac:spMkLst>
        </pc:spChg>
        <pc:spChg chg="mod">
          <ac:chgData name="Wilmer Ortega Erazo" userId="19082e28a51afb61" providerId="LiveId" clId="{04F2D549-EA2F-4D45-A19A-603B28C2A673}" dt="2023-11-21T03:06:02.296" v="348" actId="5793"/>
          <ac:spMkLst>
            <pc:docMk/>
            <pc:sldMk cId="1439688605" sldId="274"/>
            <ac:spMk id="4" creationId="{A29C0834-3DBC-9FB3-0E0A-F77D599198EB}"/>
          </ac:spMkLst>
        </pc:spChg>
        <pc:spChg chg="add mod">
          <ac:chgData name="Wilmer Ortega Erazo" userId="19082e28a51afb61" providerId="LiveId" clId="{04F2D549-EA2F-4D45-A19A-603B28C2A673}" dt="2023-11-21T03:05:18.979" v="336" actId="255"/>
          <ac:spMkLst>
            <pc:docMk/>
            <pc:sldMk cId="1439688605" sldId="274"/>
            <ac:spMk id="5" creationId="{DC6FAAED-6467-664E-D584-3DE41AB76ACF}"/>
          </ac:spMkLst>
        </pc:spChg>
        <pc:cxnChg chg="add mod">
          <ac:chgData name="Wilmer Ortega Erazo" userId="19082e28a51afb61" providerId="LiveId" clId="{04F2D549-EA2F-4D45-A19A-603B28C2A673}" dt="2023-11-21T03:05:51.053" v="339" actId="1076"/>
          <ac:cxnSpMkLst>
            <pc:docMk/>
            <pc:sldMk cId="1439688605" sldId="274"/>
            <ac:cxnSpMk id="6" creationId="{124AD876-843A-897D-1213-79EF41D4202A}"/>
          </ac:cxnSpMkLst>
        </pc:cxnChg>
        <pc:cxnChg chg="add mod">
          <ac:chgData name="Wilmer Ortega Erazo" userId="19082e28a51afb61" providerId="LiveId" clId="{04F2D549-EA2F-4D45-A19A-603B28C2A673}" dt="2023-11-21T03:05:51.053" v="339" actId="1076"/>
          <ac:cxnSpMkLst>
            <pc:docMk/>
            <pc:sldMk cId="1439688605" sldId="274"/>
            <ac:cxnSpMk id="7" creationId="{CD564E47-3142-483D-AB16-60A4785A6803}"/>
          </ac:cxnSpMkLst>
        </pc:cxnChg>
        <pc:cxnChg chg="add mod">
          <ac:chgData name="Wilmer Ortega Erazo" userId="19082e28a51afb61" providerId="LiveId" clId="{04F2D549-EA2F-4D45-A19A-603B28C2A673}" dt="2023-11-21T03:05:51.053" v="339" actId="1076"/>
          <ac:cxnSpMkLst>
            <pc:docMk/>
            <pc:sldMk cId="1439688605" sldId="274"/>
            <ac:cxnSpMk id="8" creationId="{294C2B73-831B-A378-3389-1F3E00B1CB63}"/>
          </ac:cxnSpMkLst>
        </pc:cxnChg>
        <pc:cxnChg chg="add mod">
          <ac:chgData name="Wilmer Ortega Erazo" userId="19082e28a51afb61" providerId="LiveId" clId="{04F2D549-EA2F-4D45-A19A-603B28C2A673}" dt="2023-11-21T03:05:51.053" v="339" actId="1076"/>
          <ac:cxnSpMkLst>
            <pc:docMk/>
            <pc:sldMk cId="1439688605" sldId="274"/>
            <ac:cxnSpMk id="9" creationId="{23928ED6-A6C3-BDD0-3D84-8EADD3F02519}"/>
          </ac:cxnSpMkLst>
        </pc:cxnChg>
        <pc:cxnChg chg="add mod">
          <ac:chgData name="Wilmer Ortega Erazo" userId="19082e28a51afb61" providerId="LiveId" clId="{04F2D549-EA2F-4D45-A19A-603B28C2A673}" dt="2023-11-21T03:05:51.053" v="339" actId="1076"/>
          <ac:cxnSpMkLst>
            <pc:docMk/>
            <pc:sldMk cId="1439688605" sldId="274"/>
            <ac:cxnSpMk id="10" creationId="{07A1BEF7-83EA-A516-5A75-28FD8A210557}"/>
          </ac:cxnSpMkLst>
        </pc:cxnChg>
        <pc:cxnChg chg="add mod">
          <ac:chgData name="Wilmer Ortega Erazo" userId="19082e28a51afb61" providerId="LiveId" clId="{04F2D549-EA2F-4D45-A19A-603B28C2A673}" dt="2023-11-21T03:05:51.053" v="339" actId="1076"/>
          <ac:cxnSpMkLst>
            <pc:docMk/>
            <pc:sldMk cId="1439688605" sldId="274"/>
            <ac:cxnSpMk id="11" creationId="{6E282C62-D197-F8DF-2557-85C6C2B98DFE}"/>
          </ac:cxnSpMkLst>
        </pc:cxnChg>
        <pc:cxnChg chg="add mod">
          <ac:chgData name="Wilmer Ortega Erazo" userId="19082e28a51afb61" providerId="LiveId" clId="{04F2D549-EA2F-4D45-A19A-603B28C2A673}" dt="2023-11-21T03:05:51.053" v="339" actId="1076"/>
          <ac:cxnSpMkLst>
            <pc:docMk/>
            <pc:sldMk cId="1439688605" sldId="274"/>
            <ac:cxnSpMk id="12" creationId="{414BD584-AB61-B34A-3E94-22AD845C2FEA}"/>
          </ac:cxnSpMkLst>
        </pc:cxnChg>
        <pc:cxnChg chg="add mod">
          <ac:chgData name="Wilmer Ortega Erazo" userId="19082e28a51afb61" providerId="LiveId" clId="{04F2D549-EA2F-4D45-A19A-603B28C2A673}" dt="2023-11-21T03:05:51.053" v="339" actId="1076"/>
          <ac:cxnSpMkLst>
            <pc:docMk/>
            <pc:sldMk cId="1439688605" sldId="274"/>
            <ac:cxnSpMk id="13" creationId="{785B8B65-B139-9290-3D8D-E5022DAB28B8}"/>
          </ac:cxnSpMkLst>
        </pc:cxnChg>
        <pc:cxnChg chg="add mod">
          <ac:chgData name="Wilmer Ortega Erazo" userId="19082e28a51afb61" providerId="LiveId" clId="{04F2D549-EA2F-4D45-A19A-603B28C2A673}" dt="2023-11-21T03:05:51.053" v="339" actId="1076"/>
          <ac:cxnSpMkLst>
            <pc:docMk/>
            <pc:sldMk cId="1439688605" sldId="274"/>
            <ac:cxnSpMk id="14" creationId="{C9869657-3313-0F56-EA34-B66D94145900}"/>
          </ac:cxnSpMkLst>
        </pc:cxnChg>
        <pc:cxnChg chg="add mod">
          <ac:chgData name="Wilmer Ortega Erazo" userId="19082e28a51afb61" providerId="LiveId" clId="{04F2D549-EA2F-4D45-A19A-603B28C2A673}" dt="2023-11-21T03:05:51.053" v="339" actId="1076"/>
          <ac:cxnSpMkLst>
            <pc:docMk/>
            <pc:sldMk cId="1439688605" sldId="274"/>
            <ac:cxnSpMk id="15" creationId="{DEE1F324-3E8D-BDE8-68B4-BF3B226EDA5E}"/>
          </ac:cxnSpMkLst>
        </pc:cxnChg>
      </pc:sldChg>
      <pc:sldChg chg="del">
        <pc:chgData name="Wilmer Ortega Erazo" userId="19082e28a51afb61" providerId="LiveId" clId="{04F2D549-EA2F-4D45-A19A-603B28C2A673}" dt="2023-11-21T02:40:17.012" v="0" actId="2696"/>
        <pc:sldMkLst>
          <pc:docMk/>
          <pc:sldMk cId="3506450710" sldId="274"/>
        </pc:sldMkLst>
      </pc:sldChg>
      <pc:sldChg chg="del">
        <pc:chgData name="Wilmer Ortega Erazo" userId="19082e28a51afb61" providerId="LiveId" clId="{04F2D549-EA2F-4D45-A19A-603B28C2A673}" dt="2023-11-21T02:40:17.012" v="0" actId="2696"/>
        <pc:sldMkLst>
          <pc:docMk/>
          <pc:sldMk cId="921752367" sldId="275"/>
        </pc:sldMkLst>
      </pc:sldChg>
      <pc:sldChg chg="addSp delSp modSp add mod">
        <pc:chgData name="Wilmer Ortega Erazo" userId="19082e28a51afb61" providerId="LiveId" clId="{04F2D549-EA2F-4D45-A19A-603B28C2A673}" dt="2023-11-21T03:25:34.588" v="444" actId="123"/>
        <pc:sldMkLst>
          <pc:docMk/>
          <pc:sldMk cId="1030873901" sldId="275"/>
        </pc:sldMkLst>
        <pc:spChg chg="mod">
          <ac:chgData name="Wilmer Ortega Erazo" userId="19082e28a51afb61" providerId="LiveId" clId="{04F2D549-EA2F-4D45-A19A-603B28C2A673}" dt="2023-11-21T03:25:34.588" v="444" actId="123"/>
          <ac:spMkLst>
            <pc:docMk/>
            <pc:sldMk cId="1030873901" sldId="275"/>
            <ac:spMk id="4" creationId="{A29C0834-3DBC-9FB3-0E0A-F77D599198EB}"/>
          </ac:spMkLst>
        </pc:spChg>
        <pc:spChg chg="del mod">
          <ac:chgData name="Wilmer Ortega Erazo" userId="19082e28a51afb61" providerId="LiveId" clId="{04F2D549-EA2F-4D45-A19A-603B28C2A673}" dt="2023-11-21T03:18:30.750" v="354" actId="478"/>
          <ac:spMkLst>
            <pc:docMk/>
            <pc:sldMk cId="1030873901" sldId="275"/>
            <ac:spMk id="5" creationId="{DC6FAAED-6467-664E-D584-3DE41AB76ACF}"/>
          </ac:spMkLst>
        </pc:spChg>
        <pc:picChg chg="add mod">
          <ac:chgData name="Wilmer Ortega Erazo" userId="19082e28a51afb61" providerId="LiveId" clId="{04F2D549-EA2F-4D45-A19A-603B28C2A673}" dt="2023-11-21T03:19:51.294" v="360" actId="1076"/>
          <ac:picMkLst>
            <pc:docMk/>
            <pc:sldMk cId="1030873901" sldId="275"/>
            <ac:picMk id="16" creationId="{0A6754D1-2F6F-1465-2B13-E3868CBDD9FD}"/>
          </ac:picMkLst>
        </pc:picChg>
        <pc:cxnChg chg="del">
          <ac:chgData name="Wilmer Ortega Erazo" userId="19082e28a51afb61" providerId="LiveId" clId="{04F2D549-EA2F-4D45-A19A-603B28C2A673}" dt="2023-11-21T03:18:46.829" v="355" actId="478"/>
          <ac:cxnSpMkLst>
            <pc:docMk/>
            <pc:sldMk cId="1030873901" sldId="275"/>
            <ac:cxnSpMk id="6" creationId="{124AD876-843A-897D-1213-79EF41D4202A}"/>
          </ac:cxnSpMkLst>
        </pc:cxnChg>
        <pc:cxnChg chg="del">
          <ac:chgData name="Wilmer Ortega Erazo" userId="19082e28a51afb61" providerId="LiveId" clId="{04F2D549-EA2F-4D45-A19A-603B28C2A673}" dt="2023-11-21T03:18:46.829" v="355" actId="478"/>
          <ac:cxnSpMkLst>
            <pc:docMk/>
            <pc:sldMk cId="1030873901" sldId="275"/>
            <ac:cxnSpMk id="7" creationId="{CD564E47-3142-483D-AB16-60A4785A6803}"/>
          </ac:cxnSpMkLst>
        </pc:cxnChg>
        <pc:cxnChg chg="del">
          <ac:chgData name="Wilmer Ortega Erazo" userId="19082e28a51afb61" providerId="LiveId" clId="{04F2D549-EA2F-4D45-A19A-603B28C2A673}" dt="2023-11-21T03:18:46.829" v="355" actId="478"/>
          <ac:cxnSpMkLst>
            <pc:docMk/>
            <pc:sldMk cId="1030873901" sldId="275"/>
            <ac:cxnSpMk id="8" creationId="{294C2B73-831B-A378-3389-1F3E00B1CB63}"/>
          </ac:cxnSpMkLst>
        </pc:cxnChg>
        <pc:cxnChg chg="del">
          <ac:chgData name="Wilmer Ortega Erazo" userId="19082e28a51afb61" providerId="LiveId" clId="{04F2D549-EA2F-4D45-A19A-603B28C2A673}" dt="2023-11-21T03:18:46.829" v="355" actId="478"/>
          <ac:cxnSpMkLst>
            <pc:docMk/>
            <pc:sldMk cId="1030873901" sldId="275"/>
            <ac:cxnSpMk id="9" creationId="{23928ED6-A6C3-BDD0-3D84-8EADD3F02519}"/>
          </ac:cxnSpMkLst>
        </pc:cxnChg>
        <pc:cxnChg chg="del">
          <ac:chgData name="Wilmer Ortega Erazo" userId="19082e28a51afb61" providerId="LiveId" clId="{04F2D549-EA2F-4D45-A19A-603B28C2A673}" dt="2023-11-21T03:18:46.829" v="355" actId="478"/>
          <ac:cxnSpMkLst>
            <pc:docMk/>
            <pc:sldMk cId="1030873901" sldId="275"/>
            <ac:cxnSpMk id="10" creationId="{07A1BEF7-83EA-A516-5A75-28FD8A210557}"/>
          </ac:cxnSpMkLst>
        </pc:cxnChg>
        <pc:cxnChg chg="del">
          <ac:chgData name="Wilmer Ortega Erazo" userId="19082e28a51afb61" providerId="LiveId" clId="{04F2D549-EA2F-4D45-A19A-603B28C2A673}" dt="2023-11-21T03:18:46.829" v="355" actId="478"/>
          <ac:cxnSpMkLst>
            <pc:docMk/>
            <pc:sldMk cId="1030873901" sldId="275"/>
            <ac:cxnSpMk id="11" creationId="{6E282C62-D197-F8DF-2557-85C6C2B98DFE}"/>
          </ac:cxnSpMkLst>
        </pc:cxnChg>
        <pc:cxnChg chg="del">
          <ac:chgData name="Wilmer Ortega Erazo" userId="19082e28a51afb61" providerId="LiveId" clId="{04F2D549-EA2F-4D45-A19A-603B28C2A673}" dt="2023-11-21T03:18:46.829" v="355" actId="478"/>
          <ac:cxnSpMkLst>
            <pc:docMk/>
            <pc:sldMk cId="1030873901" sldId="275"/>
            <ac:cxnSpMk id="12" creationId="{414BD584-AB61-B34A-3E94-22AD845C2FEA}"/>
          </ac:cxnSpMkLst>
        </pc:cxnChg>
        <pc:cxnChg chg="del">
          <ac:chgData name="Wilmer Ortega Erazo" userId="19082e28a51afb61" providerId="LiveId" clId="{04F2D549-EA2F-4D45-A19A-603B28C2A673}" dt="2023-11-21T03:18:46.829" v="355" actId="478"/>
          <ac:cxnSpMkLst>
            <pc:docMk/>
            <pc:sldMk cId="1030873901" sldId="275"/>
            <ac:cxnSpMk id="13" creationId="{785B8B65-B139-9290-3D8D-E5022DAB28B8}"/>
          </ac:cxnSpMkLst>
        </pc:cxnChg>
        <pc:cxnChg chg="del">
          <ac:chgData name="Wilmer Ortega Erazo" userId="19082e28a51afb61" providerId="LiveId" clId="{04F2D549-EA2F-4D45-A19A-603B28C2A673}" dt="2023-11-21T03:18:46.829" v="355" actId="478"/>
          <ac:cxnSpMkLst>
            <pc:docMk/>
            <pc:sldMk cId="1030873901" sldId="275"/>
            <ac:cxnSpMk id="14" creationId="{C9869657-3313-0F56-EA34-B66D94145900}"/>
          </ac:cxnSpMkLst>
        </pc:cxnChg>
        <pc:cxnChg chg="del">
          <ac:chgData name="Wilmer Ortega Erazo" userId="19082e28a51afb61" providerId="LiveId" clId="{04F2D549-EA2F-4D45-A19A-603B28C2A673}" dt="2023-11-21T03:18:46.829" v="355" actId="478"/>
          <ac:cxnSpMkLst>
            <pc:docMk/>
            <pc:sldMk cId="1030873901" sldId="275"/>
            <ac:cxnSpMk id="15" creationId="{DEE1F324-3E8D-BDE8-68B4-BF3B226EDA5E}"/>
          </ac:cxnSpMkLst>
        </pc:cxnChg>
      </pc:sldChg>
      <pc:sldChg chg="del">
        <pc:chgData name="Wilmer Ortega Erazo" userId="19082e28a51afb61" providerId="LiveId" clId="{04F2D549-EA2F-4D45-A19A-603B28C2A673}" dt="2023-11-21T02:40:17.012" v="0" actId="2696"/>
        <pc:sldMkLst>
          <pc:docMk/>
          <pc:sldMk cId="1510688845" sldId="276"/>
        </pc:sldMkLst>
      </pc:sldChg>
      <pc:sldChg chg="addSp delSp modSp add mod">
        <pc:chgData name="Wilmer Ortega Erazo" userId="19082e28a51afb61" providerId="LiveId" clId="{04F2D549-EA2F-4D45-A19A-603B28C2A673}" dt="2023-11-21T03:25:30.812" v="443" actId="123"/>
        <pc:sldMkLst>
          <pc:docMk/>
          <pc:sldMk cId="2582552452" sldId="276"/>
        </pc:sldMkLst>
        <pc:spChg chg="mod">
          <ac:chgData name="Wilmer Ortega Erazo" userId="19082e28a51afb61" providerId="LiveId" clId="{04F2D549-EA2F-4D45-A19A-603B28C2A673}" dt="2023-11-21T03:25:30.812" v="443" actId="123"/>
          <ac:spMkLst>
            <pc:docMk/>
            <pc:sldMk cId="2582552452" sldId="276"/>
            <ac:spMk id="4" creationId="{A29C0834-3DBC-9FB3-0E0A-F77D599198EB}"/>
          </ac:spMkLst>
        </pc:spChg>
        <pc:picChg chg="add mod">
          <ac:chgData name="Wilmer Ortega Erazo" userId="19082e28a51afb61" providerId="LiveId" clId="{04F2D549-EA2F-4D45-A19A-603B28C2A673}" dt="2023-11-21T03:21:14.861" v="389" actId="1076"/>
          <ac:picMkLst>
            <pc:docMk/>
            <pc:sldMk cId="2582552452" sldId="276"/>
            <ac:picMk id="5" creationId="{DBDC6493-4CE4-1BA6-C6C4-047727D4908B}"/>
          </ac:picMkLst>
        </pc:picChg>
        <pc:picChg chg="del">
          <ac:chgData name="Wilmer Ortega Erazo" userId="19082e28a51afb61" providerId="LiveId" clId="{04F2D549-EA2F-4D45-A19A-603B28C2A673}" dt="2023-11-21T03:20:28.661" v="373" actId="478"/>
          <ac:picMkLst>
            <pc:docMk/>
            <pc:sldMk cId="2582552452" sldId="276"/>
            <ac:picMk id="16" creationId="{0A6754D1-2F6F-1465-2B13-E3868CBDD9FD}"/>
          </ac:picMkLst>
        </pc:picChg>
      </pc:sldChg>
      <pc:sldChg chg="new del">
        <pc:chgData name="Wilmer Ortega Erazo" userId="19082e28a51afb61" providerId="LiveId" clId="{04F2D549-EA2F-4D45-A19A-603B28C2A673}" dt="2023-11-21T03:22:57.527" v="406" actId="680"/>
        <pc:sldMkLst>
          <pc:docMk/>
          <pc:sldMk cId="340677909" sldId="277"/>
        </pc:sldMkLst>
      </pc:sldChg>
      <pc:sldChg chg="addSp delSp modSp add mod">
        <pc:chgData name="Wilmer Ortega Erazo" userId="19082e28a51afb61" providerId="LiveId" clId="{04F2D549-EA2F-4D45-A19A-603B28C2A673}" dt="2023-11-21T03:23:47.990" v="415" actId="1076"/>
        <pc:sldMkLst>
          <pc:docMk/>
          <pc:sldMk cId="1142749878" sldId="277"/>
        </pc:sldMkLst>
        <pc:spChg chg="mod">
          <ac:chgData name="Wilmer Ortega Erazo" userId="19082e28a51afb61" providerId="LiveId" clId="{04F2D549-EA2F-4D45-A19A-603B28C2A673}" dt="2023-11-21T03:23:33.114" v="413" actId="2711"/>
          <ac:spMkLst>
            <pc:docMk/>
            <pc:sldMk cId="1142749878" sldId="277"/>
            <ac:spMk id="4" creationId="{A29C0834-3DBC-9FB3-0E0A-F77D599198EB}"/>
          </ac:spMkLst>
        </pc:spChg>
        <pc:picChg chg="del">
          <ac:chgData name="Wilmer Ortega Erazo" userId="19082e28a51afb61" providerId="LiveId" clId="{04F2D549-EA2F-4D45-A19A-603B28C2A673}" dt="2023-11-21T03:23:07.413" v="409" actId="478"/>
          <ac:picMkLst>
            <pc:docMk/>
            <pc:sldMk cId="1142749878" sldId="277"/>
            <ac:picMk id="5" creationId="{DBDC6493-4CE4-1BA6-C6C4-047727D4908B}"/>
          </ac:picMkLst>
        </pc:picChg>
        <pc:picChg chg="add mod">
          <ac:chgData name="Wilmer Ortega Erazo" userId="19082e28a51afb61" providerId="LiveId" clId="{04F2D549-EA2F-4D45-A19A-603B28C2A673}" dt="2023-11-21T03:23:21.318" v="411" actId="1076"/>
          <ac:picMkLst>
            <pc:docMk/>
            <pc:sldMk cId="1142749878" sldId="277"/>
            <ac:picMk id="6" creationId="{FDE25124-517C-D405-0195-E3B02C5E8485}"/>
          </ac:picMkLst>
        </pc:picChg>
        <pc:picChg chg="add mod">
          <ac:chgData name="Wilmer Ortega Erazo" userId="19082e28a51afb61" providerId="LiveId" clId="{04F2D549-EA2F-4D45-A19A-603B28C2A673}" dt="2023-11-21T03:23:47.990" v="415" actId="1076"/>
          <ac:picMkLst>
            <pc:docMk/>
            <pc:sldMk cId="1142749878" sldId="277"/>
            <ac:picMk id="8" creationId="{FEBCAB48-C5BB-89F0-A078-D9BF02A303CE}"/>
          </ac:picMkLst>
        </pc:picChg>
      </pc:sldChg>
      <pc:sldChg chg="del">
        <pc:chgData name="Wilmer Ortega Erazo" userId="19082e28a51afb61" providerId="LiveId" clId="{04F2D549-EA2F-4D45-A19A-603B28C2A673}" dt="2023-11-21T02:40:17.012" v="0" actId="2696"/>
        <pc:sldMkLst>
          <pc:docMk/>
          <pc:sldMk cId="2813364897" sldId="277"/>
        </pc:sldMkLst>
      </pc:sldChg>
      <pc:sldChg chg="del">
        <pc:chgData name="Wilmer Ortega Erazo" userId="19082e28a51afb61" providerId="LiveId" clId="{04F2D549-EA2F-4D45-A19A-603B28C2A673}" dt="2023-11-21T02:40:17.012" v="0" actId="2696"/>
        <pc:sldMkLst>
          <pc:docMk/>
          <pc:sldMk cId="354069190" sldId="278"/>
        </pc:sldMkLst>
      </pc:sldChg>
      <pc:sldChg chg="addSp delSp modSp add mod">
        <pc:chgData name="Wilmer Ortega Erazo" userId="19082e28a51afb61" providerId="LiveId" clId="{04F2D549-EA2F-4D45-A19A-603B28C2A673}" dt="2023-11-21T03:29:11.402" v="480" actId="207"/>
        <pc:sldMkLst>
          <pc:docMk/>
          <pc:sldMk cId="1541771125" sldId="278"/>
        </pc:sldMkLst>
        <pc:spChg chg="mod">
          <ac:chgData name="Wilmer Ortega Erazo" userId="19082e28a51afb61" providerId="LiveId" clId="{04F2D549-EA2F-4D45-A19A-603B28C2A673}" dt="2023-11-21T03:29:11.402" v="480" actId="207"/>
          <ac:spMkLst>
            <pc:docMk/>
            <pc:sldMk cId="1541771125" sldId="278"/>
            <ac:spMk id="4" creationId="{A29C0834-3DBC-9FB3-0E0A-F77D599198EB}"/>
          </ac:spMkLst>
        </pc:spChg>
        <pc:picChg chg="add mod">
          <ac:chgData name="Wilmer Ortega Erazo" userId="19082e28a51afb61" providerId="LiveId" clId="{04F2D549-EA2F-4D45-A19A-603B28C2A673}" dt="2023-11-21T03:24:45.005" v="430" actId="1076"/>
          <ac:picMkLst>
            <pc:docMk/>
            <pc:sldMk cId="1541771125" sldId="278"/>
            <ac:picMk id="5" creationId="{6FDC13DE-949E-3DCC-7E3B-ADD694133D0D}"/>
          </ac:picMkLst>
        </pc:picChg>
        <pc:picChg chg="del">
          <ac:chgData name="Wilmer Ortega Erazo" userId="19082e28a51afb61" providerId="LiveId" clId="{04F2D549-EA2F-4D45-A19A-603B28C2A673}" dt="2023-11-21T03:24:05.708" v="418" actId="478"/>
          <ac:picMkLst>
            <pc:docMk/>
            <pc:sldMk cId="1541771125" sldId="278"/>
            <ac:picMk id="6" creationId="{FDE25124-517C-D405-0195-E3B02C5E8485}"/>
          </ac:picMkLst>
        </pc:picChg>
        <pc:picChg chg="del">
          <ac:chgData name="Wilmer Ortega Erazo" userId="19082e28a51afb61" providerId="LiveId" clId="{04F2D549-EA2F-4D45-A19A-603B28C2A673}" dt="2023-11-21T03:24:06.445" v="419" actId="478"/>
          <ac:picMkLst>
            <pc:docMk/>
            <pc:sldMk cId="1541771125" sldId="278"/>
            <ac:picMk id="8" creationId="{FEBCAB48-C5BB-89F0-A078-D9BF02A303CE}"/>
          </ac:picMkLst>
        </pc:picChg>
      </pc:sldChg>
      <pc:sldChg chg="addSp delSp modSp add mod">
        <pc:chgData name="Wilmer Ortega Erazo" userId="19082e28a51afb61" providerId="LiveId" clId="{04F2D549-EA2F-4D45-A19A-603B28C2A673}" dt="2023-11-21T03:27:29.742" v="457" actId="1076"/>
        <pc:sldMkLst>
          <pc:docMk/>
          <pc:sldMk cId="959366020" sldId="279"/>
        </pc:sldMkLst>
        <pc:spChg chg="mod">
          <ac:chgData name="Wilmer Ortega Erazo" userId="19082e28a51afb61" providerId="LiveId" clId="{04F2D549-EA2F-4D45-A19A-603B28C2A673}" dt="2023-11-21T03:25:50.862" v="449" actId="207"/>
          <ac:spMkLst>
            <pc:docMk/>
            <pc:sldMk cId="959366020" sldId="279"/>
            <ac:spMk id="4" creationId="{A29C0834-3DBC-9FB3-0E0A-F77D599198EB}"/>
          </ac:spMkLst>
        </pc:spChg>
        <pc:picChg chg="del">
          <ac:chgData name="Wilmer Ortega Erazo" userId="19082e28a51afb61" providerId="LiveId" clId="{04F2D549-EA2F-4D45-A19A-603B28C2A673}" dt="2023-11-21T03:25:01.133" v="432" actId="478"/>
          <ac:picMkLst>
            <pc:docMk/>
            <pc:sldMk cId="959366020" sldId="279"/>
            <ac:picMk id="5" creationId="{6FDC13DE-949E-3DCC-7E3B-ADD694133D0D}"/>
          </ac:picMkLst>
        </pc:picChg>
        <pc:picChg chg="add del mod">
          <ac:chgData name="Wilmer Ortega Erazo" userId="19082e28a51afb61" providerId="LiveId" clId="{04F2D549-EA2F-4D45-A19A-603B28C2A673}" dt="2023-11-21T03:26:19.104" v="455" actId="22"/>
          <ac:picMkLst>
            <pc:docMk/>
            <pc:sldMk cId="959366020" sldId="279"/>
            <ac:picMk id="6" creationId="{9E1E15F1-90DA-B21A-DD49-2CE70AC18569}"/>
          </ac:picMkLst>
        </pc:picChg>
        <pc:picChg chg="add mod">
          <ac:chgData name="Wilmer Ortega Erazo" userId="19082e28a51afb61" providerId="LiveId" clId="{04F2D549-EA2F-4D45-A19A-603B28C2A673}" dt="2023-11-21T03:27:29.742" v="457" actId="1076"/>
          <ac:picMkLst>
            <pc:docMk/>
            <pc:sldMk cId="959366020" sldId="279"/>
            <ac:picMk id="8" creationId="{3E464D63-0918-C628-F24C-BDE683935756}"/>
          </ac:picMkLst>
        </pc:picChg>
      </pc:sldChg>
      <pc:sldChg chg="del">
        <pc:chgData name="Wilmer Ortega Erazo" userId="19082e28a51afb61" providerId="LiveId" clId="{04F2D549-EA2F-4D45-A19A-603B28C2A673}" dt="2023-11-21T02:40:17.012" v="0" actId="2696"/>
        <pc:sldMkLst>
          <pc:docMk/>
          <pc:sldMk cId="2462792865" sldId="279"/>
        </pc:sldMkLst>
      </pc:sldChg>
      <pc:sldChg chg="del">
        <pc:chgData name="Wilmer Ortega Erazo" userId="19082e28a51afb61" providerId="LiveId" clId="{04F2D549-EA2F-4D45-A19A-603B28C2A673}" dt="2023-11-21T02:40:17.012" v="0" actId="2696"/>
        <pc:sldMkLst>
          <pc:docMk/>
          <pc:sldMk cId="1953031084" sldId="280"/>
        </pc:sldMkLst>
      </pc:sldChg>
      <pc:sldChg chg="addSp delSp modSp add mod">
        <pc:chgData name="Wilmer Ortega Erazo" userId="19082e28a51afb61" providerId="LiveId" clId="{04F2D549-EA2F-4D45-A19A-603B28C2A673}" dt="2023-11-21T03:28:39.273" v="475" actId="20577"/>
        <pc:sldMkLst>
          <pc:docMk/>
          <pc:sldMk cId="2031534670" sldId="280"/>
        </pc:sldMkLst>
        <pc:spChg chg="mod">
          <ac:chgData name="Wilmer Ortega Erazo" userId="19082e28a51afb61" providerId="LiveId" clId="{04F2D549-EA2F-4D45-A19A-603B28C2A673}" dt="2023-11-21T03:28:39.273" v="475" actId="20577"/>
          <ac:spMkLst>
            <pc:docMk/>
            <pc:sldMk cId="2031534670" sldId="280"/>
            <ac:spMk id="4" creationId="{A29C0834-3DBC-9FB3-0E0A-F77D599198EB}"/>
          </ac:spMkLst>
        </pc:spChg>
        <pc:picChg chg="add mod">
          <ac:chgData name="Wilmer Ortega Erazo" userId="19082e28a51afb61" providerId="LiveId" clId="{04F2D549-EA2F-4D45-A19A-603B28C2A673}" dt="2023-11-21T03:27:55.333" v="463" actId="1076"/>
          <ac:picMkLst>
            <pc:docMk/>
            <pc:sldMk cId="2031534670" sldId="280"/>
            <ac:picMk id="5" creationId="{4534DE94-2DC5-D348-43CB-60782E56C948}"/>
          </ac:picMkLst>
        </pc:picChg>
        <pc:picChg chg="add mod">
          <ac:chgData name="Wilmer Ortega Erazo" userId="19082e28a51afb61" providerId="LiveId" clId="{04F2D549-EA2F-4D45-A19A-603B28C2A673}" dt="2023-11-21T03:28:08.222" v="465" actId="1076"/>
          <ac:picMkLst>
            <pc:docMk/>
            <pc:sldMk cId="2031534670" sldId="280"/>
            <ac:picMk id="7" creationId="{144FD091-5E0B-D1F4-C1EE-9BAB92904BE4}"/>
          </ac:picMkLst>
        </pc:picChg>
        <pc:picChg chg="del">
          <ac:chgData name="Wilmer Ortega Erazo" userId="19082e28a51afb61" providerId="LiveId" clId="{04F2D549-EA2F-4D45-A19A-603B28C2A673}" dt="2023-11-21T03:27:42.542" v="461" actId="478"/>
          <ac:picMkLst>
            <pc:docMk/>
            <pc:sldMk cId="2031534670" sldId="280"/>
            <ac:picMk id="8" creationId="{3E464D63-0918-C628-F24C-BDE683935756}"/>
          </ac:picMkLst>
        </pc:picChg>
      </pc:sldChg>
      <pc:sldChg chg="add del">
        <pc:chgData name="Wilmer Ortega Erazo" userId="19082e28a51afb61" providerId="LiveId" clId="{04F2D549-EA2F-4D45-A19A-603B28C2A673}" dt="2023-11-21T03:26:17.521" v="453" actId="2890"/>
        <pc:sldMkLst>
          <pc:docMk/>
          <pc:sldMk cId="2338442520" sldId="280"/>
        </pc:sldMkLst>
      </pc:sldChg>
      <pc:sldChg chg="addSp delSp modSp add mod">
        <pc:chgData name="Wilmer Ortega Erazo" userId="19082e28a51afb61" providerId="LiveId" clId="{04F2D549-EA2F-4D45-A19A-603B28C2A673}" dt="2023-11-21T03:30:34.622" v="493" actId="1076"/>
        <pc:sldMkLst>
          <pc:docMk/>
          <pc:sldMk cId="2395447805" sldId="281"/>
        </pc:sldMkLst>
        <pc:spChg chg="mod">
          <ac:chgData name="Wilmer Ortega Erazo" userId="19082e28a51afb61" providerId="LiveId" clId="{04F2D549-EA2F-4D45-A19A-603B28C2A673}" dt="2023-11-21T03:30:06.811" v="489" actId="2711"/>
          <ac:spMkLst>
            <pc:docMk/>
            <pc:sldMk cId="2395447805" sldId="281"/>
            <ac:spMk id="4" creationId="{A29C0834-3DBC-9FB3-0E0A-F77D599198EB}"/>
          </ac:spMkLst>
        </pc:spChg>
        <pc:picChg chg="del">
          <ac:chgData name="Wilmer Ortega Erazo" userId="19082e28a51afb61" providerId="LiveId" clId="{04F2D549-EA2F-4D45-A19A-603B28C2A673}" dt="2023-11-21T03:29:27.700" v="482" actId="478"/>
          <ac:picMkLst>
            <pc:docMk/>
            <pc:sldMk cId="2395447805" sldId="281"/>
            <ac:picMk id="5" creationId="{4534DE94-2DC5-D348-43CB-60782E56C948}"/>
          </ac:picMkLst>
        </pc:picChg>
        <pc:picChg chg="add mod">
          <ac:chgData name="Wilmer Ortega Erazo" userId="19082e28a51afb61" providerId="LiveId" clId="{04F2D549-EA2F-4D45-A19A-603B28C2A673}" dt="2023-11-21T03:29:38.781" v="485" actId="1076"/>
          <ac:picMkLst>
            <pc:docMk/>
            <pc:sldMk cId="2395447805" sldId="281"/>
            <ac:picMk id="6" creationId="{81BAB7E7-5C37-8A65-2B7C-9F732E593D1D}"/>
          </ac:picMkLst>
        </pc:picChg>
        <pc:picChg chg="del">
          <ac:chgData name="Wilmer Ortega Erazo" userId="19082e28a51afb61" providerId="LiveId" clId="{04F2D549-EA2F-4D45-A19A-603B28C2A673}" dt="2023-11-21T03:29:28.380" v="483" actId="478"/>
          <ac:picMkLst>
            <pc:docMk/>
            <pc:sldMk cId="2395447805" sldId="281"/>
            <ac:picMk id="7" creationId="{144FD091-5E0B-D1F4-C1EE-9BAB92904BE4}"/>
          </ac:picMkLst>
        </pc:picChg>
        <pc:picChg chg="add mod">
          <ac:chgData name="Wilmer Ortega Erazo" userId="19082e28a51afb61" providerId="LiveId" clId="{04F2D549-EA2F-4D45-A19A-603B28C2A673}" dt="2023-11-21T03:29:51.910" v="487" actId="1076"/>
          <ac:picMkLst>
            <pc:docMk/>
            <pc:sldMk cId="2395447805" sldId="281"/>
            <ac:picMk id="9" creationId="{56CB3175-F932-0120-CFF0-A4FF98D60852}"/>
          </ac:picMkLst>
        </pc:picChg>
        <pc:picChg chg="add mod">
          <ac:chgData name="Wilmer Ortega Erazo" userId="19082e28a51afb61" providerId="LiveId" clId="{04F2D549-EA2F-4D45-A19A-603B28C2A673}" dt="2023-11-21T03:30:20.054" v="491" actId="1076"/>
          <ac:picMkLst>
            <pc:docMk/>
            <pc:sldMk cId="2395447805" sldId="281"/>
            <ac:picMk id="11" creationId="{9C300274-6F5D-9861-705F-063198E21D51}"/>
          </ac:picMkLst>
        </pc:picChg>
        <pc:picChg chg="add mod">
          <ac:chgData name="Wilmer Ortega Erazo" userId="19082e28a51afb61" providerId="LiveId" clId="{04F2D549-EA2F-4D45-A19A-603B28C2A673}" dt="2023-11-21T03:30:34.622" v="493" actId="1076"/>
          <ac:picMkLst>
            <pc:docMk/>
            <pc:sldMk cId="2395447805" sldId="281"/>
            <ac:picMk id="13" creationId="{1BE53FAE-EF2B-D2A6-60D9-D6136A2B66F8}"/>
          </ac:picMkLst>
        </pc:picChg>
      </pc:sldChg>
      <pc:sldChg chg="del">
        <pc:chgData name="Wilmer Ortega Erazo" userId="19082e28a51afb61" providerId="LiveId" clId="{04F2D549-EA2F-4D45-A19A-603B28C2A673}" dt="2023-11-21T02:40:17.012" v="0" actId="2696"/>
        <pc:sldMkLst>
          <pc:docMk/>
          <pc:sldMk cId="3735352646" sldId="281"/>
        </pc:sldMkLst>
      </pc:sldChg>
      <pc:sldChg chg="del">
        <pc:chgData name="Wilmer Ortega Erazo" userId="19082e28a51afb61" providerId="LiveId" clId="{04F2D549-EA2F-4D45-A19A-603B28C2A673}" dt="2023-11-21T02:40:17.012" v="0" actId="2696"/>
        <pc:sldMkLst>
          <pc:docMk/>
          <pc:sldMk cId="3433687346" sldId="282"/>
        </pc:sldMkLst>
      </pc:sldChg>
      <pc:sldChg chg="del">
        <pc:chgData name="Wilmer Ortega Erazo" userId="19082e28a51afb61" providerId="LiveId" clId="{04F2D549-EA2F-4D45-A19A-603B28C2A673}" dt="2023-11-21T02:40:17.012" v="0" actId="2696"/>
        <pc:sldMkLst>
          <pc:docMk/>
          <pc:sldMk cId="3969038115" sldId="283"/>
        </pc:sldMkLst>
      </pc:sldChg>
      <pc:sldChg chg="del">
        <pc:chgData name="Wilmer Ortega Erazo" userId="19082e28a51afb61" providerId="LiveId" clId="{04F2D549-EA2F-4D45-A19A-603B28C2A673}" dt="2023-11-21T02:40:17.012" v="0" actId="2696"/>
        <pc:sldMkLst>
          <pc:docMk/>
          <pc:sldMk cId="45686078" sldId="284"/>
        </pc:sldMkLst>
      </pc:sldChg>
      <pc:sldChg chg="del">
        <pc:chgData name="Wilmer Ortega Erazo" userId="19082e28a51afb61" providerId="LiveId" clId="{04F2D549-EA2F-4D45-A19A-603B28C2A673}" dt="2023-11-21T02:40:17.012" v="0" actId="2696"/>
        <pc:sldMkLst>
          <pc:docMk/>
          <pc:sldMk cId="2765830287" sldId="285"/>
        </pc:sldMkLst>
      </pc:sldChg>
      <pc:sldChg chg="del">
        <pc:chgData name="Wilmer Ortega Erazo" userId="19082e28a51afb61" providerId="LiveId" clId="{04F2D549-EA2F-4D45-A19A-603B28C2A673}" dt="2023-11-21T02:40:17.012" v="0" actId="2696"/>
        <pc:sldMkLst>
          <pc:docMk/>
          <pc:sldMk cId="2669387643" sldId="287"/>
        </pc:sldMkLst>
      </pc:sldChg>
      <pc:sldChg chg="del">
        <pc:chgData name="Wilmer Ortega Erazo" userId="19082e28a51afb61" providerId="LiveId" clId="{04F2D549-EA2F-4D45-A19A-603B28C2A673}" dt="2023-11-21T02:40:17.012" v="0" actId="2696"/>
        <pc:sldMkLst>
          <pc:docMk/>
          <pc:sldMk cId="14523574" sldId="289"/>
        </pc:sldMkLst>
      </pc:sldChg>
    </pc:docChg>
  </pc:docChgLst>
  <pc:docChgLst>
    <pc:chgData name="Wilmer Ortega Erazo" userId="19082e28a51afb61" providerId="LiveId" clId="{94990643-8E4E-4CF9-87DE-7C4FB3DD37DE}"/>
    <pc:docChg chg="undo redo custSel addSld delSld modSld sldOrd">
      <pc:chgData name="Wilmer Ortega Erazo" userId="19082e28a51afb61" providerId="LiveId" clId="{94990643-8E4E-4CF9-87DE-7C4FB3DD37DE}" dt="2023-09-19T05:25:16.430" v="5958" actId="20577"/>
      <pc:docMkLst>
        <pc:docMk/>
      </pc:docMkLst>
      <pc:sldChg chg="modSp mod">
        <pc:chgData name="Wilmer Ortega Erazo" userId="19082e28a51afb61" providerId="LiveId" clId="{94990643-8E4E-4CF9-87DE-7C4FB3DD37DE}" dt="2023-09-19T04:26:45.077" v="4081" actId="123"/>
        <pc:sldMkLst>
          <pc:docMk/>
          <pc:sldMk cId="1286385962" sldId="257"/>
        </pc:sldMkLst>
        <pc:spChg chg="mod">
          <ac:chgData name="Wilmer Ortega Erazo" userId="19082e28a51afb61" providerId="LiveId" clId="{94990643-8E4E-4CF9-87DE-7C4FB3DD37DE}" dt="2023-09-19T04:26:45.077" v="4081" actId="123"/>
          <ac:spMkLst>
            <pc:docMk/>
            <pc:sldMk cId="1286385962" sldId="257"/>
            <ac:spMk id="4" creationId="{A29C0834-3DBC-9FB3-0E0A-F77D599198EB}"/>
          </ac:spMkLst>
        </pc:spChg>
      </pc:sldChg>
      <pc:sldChg chg="modSp mod">
        <pc:chgData name="Wilmer Ortega Erazo" userId="19082e28a51afb61" providerId="LiveId" clId="{94990643-8E4E-4CF9-87DE-7C4FB3DD37DE}" dt="2023-09-14T01:18:56.072" v="318" actId="123"/>
        <pc:sldMkLst>
          <pc:docMk/>
          <pc:sldMk cId="3431946679" sldId="265"/>
        </pc:sldMkLst>
        <pc:spChg chg="mod">
          <ac:chgData name="Wilmer Ortega Erazo" userId="19082e28a51afb61" providerId="LiveId" clId="{94990643-8E4E-4CF9-87DE-7C4FB3DD37DE}" dt="2023-09-14T00:57:11.941" v="38" actId="6549"/>
          <ac:spMkLst>
            <pc:docMk/>
            <pc:sldMk cId="3431946679" sldId="265"/>
            <ac:spMk id="2" creationId="{91A14A99-37E7-FD86-1156-A753F20D5A3A}"/>
          </ac:spMkLst>
        </pc:spChg>
        <pc:spChg chg="mod">
          <ac:chgData name="Wilmer Ortega Erazo" userId="19082e28a51afb61" providerId="LiveId" clId="{94990643-8E4E-4CF9-87DE-7C4FB3DD37DE}" dt="2023-09-14T01:18:56.072" v="318" actId="123"/>
          <ac:spMkLst>
            <pc:docMk/>
            <pc:sldMk cId="3431946679" sldId="265"/>
            <ac:spMk id="4" creationId="{A29C0834-3DBC-9FB3-0E0A-F77D599198EB}"/>
          </ac:spMkLst>
        </pc:spChg>
      </pc:sldChg>
      <pc:sldChg chg="del">
        <pc:chgData name="Wilmer Ortega Erazo" userId="19082e28a51afb61" providerId="LiveId" clId="{94990643-8E4E-4CF9-87DE-7C4FB3DD37DE}" dt="2023-09-13T23:55:26.385" v="1" actId="2696"/>
        <pc:sldMkLst>
          <pc:docMk/>
          <pc:sldMk cId="1781570308" sldId="266"/>
        </pc:sldMkLst>
      </pc:sldChg>
      <pc:sldChg chg="del">
        <pc:chgData name="Wilmer Ortega Erazo" userId="19082e28a51afb61" providerId="LiveId" clId="{94990643-8E4E-4CF9-87DE-7C4FB3DD37DE}" dt="2023-09-13T23:55:22.467" v="0" actId="2696"/>
        <pc:sldMkLst>
          <pc:docMk/>
          <pc:sldMk cId="40043588" sldId="267"/>
        </pc:sldMkLst>
      </pc:sldChg>
      <pc:sldChg chg="del">
        <pc:chgData name="Wilmer Ortega Erazo" userId="19082e28a51afb61" providerId="LiveId" clId="{94990643-8E4E-4CF9-87DE-7C4FB3DD37DE}" dt="2023-09-13T23:55:22.467" v="0" actId="2696"/>
        <pc:sldMkLst>
          <pc:docMk/>
          <pc:sldMk cId="3547522046" sldId="268"/>
        </pc:sldMkLst>
      </pc:sldChg>
      <pc:sldChg chg="del">
        <pc:chgData name="Wilmer Ortega Erazo" userId="19082e28a51afb61" providerId="LiveId" clId="{94990643-8E4E-4CF9-87DE-7C4FB3DD37DE}" dt="2023-09-13T23:55:22.467" v="0" actId="2696"/>
        <pc:sldMkLst>
          <pc:docMk/>
          <pc:sldMk cId="839485298" sldId="269"/>
        </pc:sldMkLst>
      </pc:sldChg>
      <pc:sldChg chg="del">
        <pc:chgData name="Wilmer Ortega Erazo" userId="19082e28a51afb61" providerId="LiveId" clId="{94990643-8E4E-4CF9-87DE-7C4FB3DD37DE}" dt="2023-09-13T23:55:22.467" v="0" actId="2696"/>
        <pc:sldMkLst>
          <pc:docMk/>
          <pc:sldMk cId="1107773906" sldId="270"/>
        </pc:sldMkLst>
      </pc:sldChg>
      <pc:sldChg chg="del">
        <pc:chgData name="Wilmer Ortega Erazo" userId="19082e28a51afb61" providerId="LiveId" clId="{94990643-8E4E-4CF9-87DE-7C4FB3DD37DE}" dt="2023-09-13T23:55:22.467" v="0" actId="2696"/>
        <pc:sldMkLst>
          <pc:docMk/>
          <pc:sldMk cId="4161581513" sldId="271"/>
        </pc:sldMkLst>
      </pc:sldChg>
      <pc:sldChg chg="del">
        <pc:chgData name="Wilmer Ortega Erazo" userId="19082e28a51afb61" providerId="LiveId" clId="{94990643-8E4E-4CF9-87DE-7C4FB3DD37DE}" dt="2023-09-13T23:55:22.467" v="0" actId="2696"/>
        <pc:sldMkLst>
          <pc:docMk/>
          <pc:sldMk cId="2563264062" sldId="272"/>
        </pc:sldMkLst>
      </pc:sldChg>
      <pc:sldChg chg="del">
        <pc:chgData name="Wilmer Ortega Erazo" userId="19082e28a51afb61" providerId="LiveId" clId="{94990643-8E4E-4CF9-87DE-7C4FB3DD37DE}" dt="2023-09-13T23:55:22.467" v="0" actId="2696"/>
        <pc:sldMkLst>
          <pc:docMk/>
          <pc:sldMk cId="1346196386" sldId="273"/>
        </pc:sldMkLst>
      </pc:sldChg>
      <pc:sldChg chg="del">
        <pc:chgData name="Wilmer Ortega Erazo" userId="19082e28a51afb61" providerId="LiveId" clId="{94990643-8E4E-4CF9-87DE-7C4FB3DD37DE}" dt="2023-09-13T23:55:22.467" v="0" actId="2696"/>
        <pc:sldMkLst>
          <pc:docMk/>
          <pc:sldMk cId="2729497186" sldId="274"/>
        </pc:sldMkLst>
      </pc:sldChg>
      <pc:sldChg chg="del">
        <pc:chgData name="Wilmer Ortega Erazo" userId="19082e28a51afb61" providerId="LiveId" clId="{94990643-8E4E-4CF9-87DE-7C4FB3DD37DE}" dt="2023-09-13T23:55:22.467" v="0" actId="2696"/>
        <pc:sldMkLst>
          <pc:docMk/>
          <pc:sldMk cId="1051404774" sldId="275"/>
        </pc:sldMkLst>
      </pc:sldChg>
      <pc:sldChg chg="del">
        <pc:chgData name="Wilmer Ortega Erazo" userId="19082e28a51afb61" providerId="LiveId" clId="{94990643-8E4E-4CF9-87DE-7C4FB3DD37DE}" dt="2023-09-13T23:55:22.467" v="0" actId="2696"/>
        <pc:sldMkLst>
          <pc:docMk/>
          <pc:sldMk cId="3143063018" sldId="276"/>
        </pc:sldMkLst>
      </pc:sldChg>
      <pc:sldChg chg="del">
        <pc:chgData name="Wilmer Ortega Erazo" userId="19082e28a51afb61" providerId="LiveId" clId="{94990643-8E4E-4CF9-87DE-7C4FB3DD37DE}" dt="2023-09-13T23:55:22.467" v="0" actId="2696"/>
        <pc:sldMkLst>
          <pc:docMk/>
          <pc:sldMk cId="2808660477" sldId="277"/>
        </pc:sldMkLst>
      </pc:sldChg>
      <pc:sldChg chg="del">
        <pc:chgData name="Wilmer Ortega Erazo" userId="19082e28a51afb61" providerId="LiveId" clId="{94990643-8E4E-4CF9-87DE-7C4FB3DD37DE}" dt="2023-09-13T23:55:22.467" v="0" actId="2696"/>
        <pc:sldMkLst>
          <pc:docMk/>
          <pc:sldMk cId="801650345" sldId="278"/>
        </pc:sldMkLst>
      </pc:sldChg>
      <pc:sldChg chg="del">
        <pc:chgData name="Wilmer Ortega Erazo" userId="19082e28a51afb61" providerId="LiveId" clId="{94990643-8E4E-4CF9-87DE-7C4FB3DD37DE}" dt="2023-09-13T23:55:22.467" v="0" actId="2696"/>
        <pc:sldMkLst>
          <pc:docMk/>
          <pc:sldMk cId="2377595682" sldId="279"/>
        </pc:sldMkLst>
      </pc:sldChg>
      <pc:sldChg chg="del">
        <pc:chgData name="Wilmer Ortega Erazo" userId="19082e28a51afb61" providerId="LiveId" clId="{94990643-8E4E-4CF9-87DE-7C4FB3DD37DE}" dt="2023-09-13T23:55:22.467" v="0" actId="2696"/>
        <pc:sldMkLst>
          <pc:docMk/>
          <pc:sldMk cId="4216447524" sldId="280"/>
        </pc:sldMkLst>
      </pc:sldChg>
      <pc:sldChg chg="del">
        <pc:chgData name="Wilmer Ortega Erazo" userId="19082e28a51afb61" providerId="LiveId" clId="{94990643-8E4E-4CF9-87DE-7C4FB3DD37DE}" dt="2023-09-13T23:55:22.467" v="0" actId="2696"/>
        <pc:sldMkLst>
          <pc:docMk/>
          <pc:sldMk cId="1126264911" sldId="281"/>
        </pc:sldMkLst>
      </pc:sldChg>
      <pc:sldChg chg="del">
        <pc:chgData name="Wilmer Ortega Erazo" userId="19082e28a51afb61" providerId="LiveId" clId="{94990643-8E4E-4CF9-87DE-7C4FB3DD37DE}" dt="2023-09-13T23:55:22.467" v="0" actId="2696"/>
        <pc:sldMkLst>
          <pc:docMk/>
          <pc:sldMk cId="3151016605" sldId="282"/>
        </pc:sldMkLst>
      </pc:sldChg>
      <pc:sldChg chg="del">
        <pc:chgData name="Wilmer Ortega Erazo" userId="19082e28a51afb61" providerId="LiveId" clId="{94990643-8E4E-4CF9-87DE-7C4FB3DD37DE}" dt="2023-09-13T23:55:22.467" v="0" actId="2696"/>
        <pc:sldMkLst>
          <pc:docMk/>
          <pc:sldMk cId="3695693587" sldId="283"/>
        </pc:sldMkLst>
      </pc:sldChg>
      <pc:sldChg chg="del">
        <pc:chgData name="Wilmer Ortega Erazo" userId="19082e28a51afb61" providerId="LiveId" clId="{94990643-8E4E-4CF9-87DE-7C4FB3DD37DE}" dt="2023-09-13T23:55:22.467" v="0" actId="2696"/>
        <pc:sldMkLst>
          <pc:docMk/>
          <pc:sldMk cId="1597497913" sldId="284"/>
        </pc:sldMkLst>
      </pc:sldChg>
      <pc:sldChg chg="del">
        <pc:chgData name="Wilmer Ortega Erazo" userId="19082e28a51afb61" providerId="LiveId" clId="{94990643-8E4E-4CF9-87DE-7C4FB3DD37DE}" dt="2023-09-13T23:55:22.467" v="0" actId="2696"/>
        <pc:sldMkLst>
          <pc:docMk/>
          <pc:sldMk cId="1586808836" sldId="285"/>
        </pc:sldMkLst>
      </pc:sldChg>
      <pc:sldChg chg="del">
        <pc:chgData name="Wilmer Ortega Erazo" userId="19082e28a51afb61" providerId="LiveId" clId="{94990643-8E4E-4CF9-87DE-7C4FB3DD37DE}" dt="2023-09-13T23:55:22.467" v="0" actId="2696"/>
        <pc:sldMkLst>
          <pc:docMk/>
          <pc:sldMk cId="1954065260" sldId="286"/>
        </pc:sldMkLst>
      </pc:sldChg>
      <pc:sldChg chg="del">
        <pc:chgData name="Wilmer Ortega Erazo" userId="19082e28a51afb61" providerId="LiveId" clId="{94990643-8E4E-4CF9-87DE-7C4FB3DD37DE}" dt="2023-09-13T23:55:22.467" v="0" actId="2696"/>
        <pc:sldMkLst>
          <pc:docMk/>
          <pc:sldMk cId="3887545344" sldId="287"/>
        </pc:sldMkLst>
      </pc:sldChg>
      <pc:sldChg chg="del">
        <pc:chgData name="Wilmer Ortega Erazo" userId="19082e28a51afb61" providerId="LiveId" clId="{94990643-8E4E-4CF9-87DE-7C4FB3DD37DE}" dt="2023-09-13T23:55:22.467" v="0" actId="2696"/>
        <pc:sldMkLst>
          <pc:docMk/>
          <pc:sldMk cId="1756311536" sldId="288"/>
        </pc:sldMkLst>
      </pc:sldChg>
      <pc:sldChg chg="del">
        <pc:chgData name="Wilmer Ortega Erazo" userId="19082e28a51afb61" providerId="LiveId" clId="{94990643-8E4E-4CF9-87DE-7C4FB3DD37DE}" dt="2023-09-13T23:55:22.467" v="0" actId="2696"/>
        <pc:sldMkLst>
          <pc:docMk/>
          <pc:sldMk cId="1026742113" sldId="289"/>
        </pc:sldMkLst>
      </pc:sldChg>
      <pc:sldChg chg="del">
        <pc:chgData name="Wilmer Ortega Erazo" userId="19082e28a51afb61" providerId="LiveId" clId="{94990643-8E4E-4CF9-87DE-7C4FB3DD37DE}" dt="2023-09-13T23:55:22.467" v="0" actId="2696"/>
        <pc:sldMkLst>
          <pc:docMk/>
          <pc:sldMk cId="919220694" sldId="290"/>
        </pc:sldMkLst>
      </pc:sldChg>
      <pc:sldChg chg="del">
        <pc:chgData name="Wilmer Ortega Erazo" userId="19082e28a51afb61" providerId="LiveId" clId="{94990643-8E4E-4CF9-87DE-7C4FB3DD37DE}" dt="2023-09-13T23:55:22.467" v="0" actId="2696"/>
        <pc:sldMkLst>
          <pc:docMk/>
          <pc:sldMk cId="978730975" sldId="291"/>
        </pc:sldMkLst>
      </pc:sldChg>
      <pc:sldChg chg="del">
        <pc:chgData name="Wilmer Ortega Erazo" userId="19082e28a51afb61" providerId="LiveId" clId="{94990643-8E4E-4CF9-87DE-7C4FB3DD37DE}" dt="2023-09-13T23:55:22.467" v="0" actId="2696"/>
        <pc:sldMkLst>
          <pc:docMk/>
          <pc:sldMk cId="4012074948" sldId="292"/>
        </pc:sldMkLst>
      </pc:sldChg>
      <pc:sldChg chg="del">
        <pc:chgData name="Wilmer Ortega Erazo" userId="19082e28a51afb61" providerId="LiveId" clId="{94990643-8E4E-4CF9-87DE-7C4FB3DD37DE}" dt="2023-09-13T23:55:22.467" v="0" actId="2696"/>
        <pc:sldMkLst>
          <pc:docMk/>
          <pc:sldMk cId="900314451" sldId="293"/>
        </pc:sldMkLst>
      </pc:sldChg>
      <pc:sldChg chg="del">
        <pc:chgData name="Wilmer Ortega Erazo" userId="19082e28a51afb61" providerId="LiveId" clId="{94990643-8E4E-4CF9-87DE-7C4FB3DD37DE}" dt="2023-09-13T23:55:22.467" v="0" actId="2696"/>
        <pc:sldMkLst>
          <pc:docMk/>
          <pc:sldMk cId="70218217" sldId="294"/>
        </pc:sldMkLst>
      </pc:sldChg>
      <pc:sldChg chg="del">
        <pc:chgData name="Wilmer Ortega Erazo" userId="19082e28a51afb61" providerId="LiveId" clId="{94990643-8E4E-4CF9-87DE-7C4FB3DD37DE}" dt="2023-09-13T23:55:22.467" v="0" actId="2696"/>
        <pc:sldMkLst>
          <pc:docMk/>
          <pc:sldMk cId="1383735728" sldId="295"/>
        </pc:sldMkLst>
      </pc:sldChg>
      <pc:sldChg chg="del">
        <pc:chgData name="Wilmer Ortega Erazo" userId="19082e28a51afb61" providerId="LiveId" clId="{94990643-8E4E-4CF9-87DE-7C4FB3DD37DE}" dt="2023-09-13T23:55:22.467" v="0" actId="2696"/>
        <pc:sldMkLst>
          <pc:docMk/>
          <pc:sldMk cId="1342916085" sldId="296"/>
        </pc:sldMkLst>
      </pc:sldChg>
      <pc:sldChg chg="del">
        <pc:chgData name="Wilmer Ortega Erazo" userId="19082e28a51afb61" providerId="LiveId" clId="{94990643-8E4E-4CF9-87DE-7C4FB3DD37DE}" dt="2023-09-13T23:55:22.467" v="0" actId="2696"/>
        <pc:sldMkLst>
          <pc:docMk/>
          <pc:sldMk cId="3598863578" sldId="297"/>
        </pc:sldMkLst>
      </pc:sldChg>
      <pc:sldChg chg="del">
        <pc:chgData name="Wilmer Ortega Erazo" userId="19082e28a51afb61" providerId="LiveId" clId="{94990643-8E4E-4CF9-87DE-7C4FB3DD37DE}" dt="2023-09-13T23:55:22.467" v="0" actId="2696"/>
        <pc:sldMkLst>
          <pc:docMk/>
          <pc:sldMk cId="294367465" sldId="298"/>
        </pc:sldMkLst>
      </pc:sldChg>
      <pc:sldChg chg="del">
        <pc:chgData name="Wilmer Ortega Erazo" userId="19082e28a51afb61" providerId="LiveId" clId="{94990643-8E4E-4CF9-87DE-7C4FB3DD37DE}" dt="2023-09-13T23:55:22.467" v="0" actId="2696"/>
        <pc:sldMkLst>
          <pc:docMk/>
          <pc:sldMk cId="4092678982" sldId="299"/>
        </pc:sldMkLst>
      </pc:sldChg>
      <pc:sldChg chg="addSp delSp modSp add mod">
        <pc:chgData name="Wilmer Ortega Erazo" userId="19082e28a51afb61" providerId="LiveId" clId="{94990643-8E4E-4CF9-87DE-7C4FB3DD37DE}" dt="2023-09-14T00:58:51.383" v="64" actId="1076"/>
        <pc:sldMkLst>
          <pc:docMk/>
          <pc:sldMk cId="257352372" sldId="301"/>
        </pc:sldMkLst>
        <pc:spChg chg="del mod">
          <ac:chgData name="Wilmer Ortega Erazo" userId="19082e28a51afb61" providerId="LiveId" clId="{94990643-8E4E-4CF9-87DE-7C4FB3DD37DE}" dt="2023-09-14T00:58:37.307" v="62" actId="478"/>
          <ac:spMkLst>
            <pc:docMk/>
            <pc:sldMk cId="257352372" sldId="301"/>
            <ac:spMk id="4" creationId="{A29C0834-3DBC-9FB3-0E0A-F77D599198EB}"/>
          </ac:spMkLst>
        </pc:spChg>
        <pc:spChg chg="mod">
          <ac:chgData name="Wilmer Ortega Erazo" userId="19082e28a51afb61" providerId="LiveId" clId="{94990643-8E4E-4CF9-87DE-7C4FB3DD37DE}" dt="2023-09-14T00:58:51.383" v="64" actId="1076"/>
          <ac:spMkLst>
            <pc:docMk/>
            <pc:sldMk cId="257352372" sldId="301"/>
            <ac:spMk id="30" creationId="{821C1DD0-E74F-8FD5-3BD2-7B6A590F691F}"/>
          </ac:spMkLst>
        </pc:spChg>
        <pc:spChg chg="mod">
          <ac:chgData name="Wilmer Ortega Erazo" userId="19082e28a51afb61" providerId="LiveId" clId="{94990643-8E4E-4CF9-87DE-7C4FB3DD37DE}" dt="2023-09-14T00:58:51.383" v="64" actId="1076"/>
          <ac:spMkLst>
            <pc:docMk/>
            <pc:sldMk cId="257352372" sldId="301"/>
            <ac:spMk id="45" creationId="{0A201B94-67A2-4C2F-030E-2BEAD128C8EA}"/>
          </ac:spMkLst>
        </pc:spChg>
        <pc:spChg chg="mod">
          <ac:chgData name="Wilmer Ortega Erazo" userId="19082e28a51afb61" providerId="LiveId" clId="{94990643-8E4E-4CF9-87DE-7C4FB3DD37DE}" dt="2023-09-14T00:58:51.383" v="64" actId="1076"/>
          <ac:spMkLst>
            <pc:docMk/>
            <pc:sldMk cId="257352372" sldId="301"/>
            <ac:spMk id="46" creationId="{02C528C8-0353-72D9-6ABA-45CD1AF7C9C0}"/>
          </ac:spMkLst>
        </pc:spChg>
        <pc:spChg chg="mod">
          <ac:chgData name="Wilmer Ortega Erazo" userId="19082e28a51afb61" providerId="LiveId" clId="{94990643-8E4E-4CF9-87DE-7C4FB3DD37DE}" dt="2023-09-14T00:58:51.383" v="64" actId="1076"/>
          <ac:spMkLst>
            <pc:docMk/>
            <pc:sldMk cId="257352372" sldId="301"/>
            <ac:spMk id="47" creationId="{1A8E6155-0E34-656C-1712-A766DC93DA1A}"/>
          </ac:spMkLst>
        </pc:spChg>
        <pc:spChg chg="mod">
          <ac:chgData name="Wilmer Ortega Erazo" userId="19082e28a51afb61" providerId="LiveId" clId="{94990643-8E4E-4CF9-87DE-7C4FB3DD37DE}" dt="2023-09-14T00:58:51.383" v="64" actId="1076"/>
          <ac:spMkLst>
            <pc:docMk/>
            <pc:sldMk cId="257352372" sldId="301"/>
            <ac:spMk id="48" creationId="{4435ED9F-17D4-D1D4-6DBC-63DB715C6DB0}"/>
          </ac:spMkLst>
        </pc:spChg>
        <pc:spChg chg="mod">
          <ac:chgData name="Wilmer Ortega Erazo" userId="19082e28a51afb61" providerId="LiveId" clId="{94990643-8E4E-4CF9-87DE-7C4FB3DD37DE}" dt="2023-09-14T00:58:51.383" v="64" actId="1076"/>
          <ac:spMkLst>
            <pc:docMk/>
            <pc:sldMk cId="257352372" sldId="301"/>
            <ac:spMk id="49" creationId="{4DB17C35-BCE9-F552-002A-29BF29D19BA9}"/>
          </ac:spMkLst>
        </pc:spChg>
        <pc:spChg chg="mod">
          <ac:chgData name="Wilmer Ortega Erazo" userId="19082e28a51afb61" providerId="LiveId" clId="{94990643-8E4E-4CF9-87DE-7C4FB3DD37DE}" dt="2023-09-14T00:58:51.383" v="64" actId="1076"/>
          <ac:spMkLst>
            <pc:docMk/>
            <pc:sldMk cId="257352372" sldId="301"/>
            <ac:spMk id="50" creationId="{B2F5A447-3BEF-0AA2-4409-04520F1C714E}"/>
          </ac:spMkLst>
        </pc:spChg>
        <pc:spChg chg="mod">
          <ac:chgData name="Wilmer Ortega Erazo" userId="19082e28a51afb61" providerId="LiveId" clId="{94990643-8E4E-4CF9-87DE-7C4FB3DD37DE}" dt="2023-09-14T00:58:51.383" v="64" actId="1076"/>
          <ac:spMkLst>
            <pc:docMk/>
            <pc:sldMk cId="257352372" sldId="301"/>
            <ac:spMk id="51" creationId="{F13D36EF-3546-57E4-F08C-77974E2FDFA4}"/>
          </ac:spMkLst>
        </pc:spChg>
        <pc:spChg chg="mod">
          <ac:chgData name="Wilmer Ortega Erazo" userId="19082e28a51afb61" providerId="LiveId" clId="{94990643-8E4E-4CF9-87DE-7C4FB3DD37DE}" dt="2023-09-14T00:58:51.383" v="64" actId="1076"/>
          <ac:spMkLst>
            <pc:docMk/>
            <pc:sldMk cId="257352372" sldId="301"/>
            <ac:spMk id="52" creationId="{808DF9BB-63F9-3F93-8F1C-88606E575B8A}"/>
          </ac:spMkLst>
        </pc:spChg>
        <pc:spChg chg="mod">
          <ac:chgData name="Wilmer Ortega Erazo" userId="19082e28a51afb61" providerId="LiveId" clId="{94990643-8E4E-4CF9-87DE-7C4FB3DD37DE}" dt="2023-09-14T00:58:51.383" v="64" actId="1076"/>
          <ac:spMkLst>
            <pc:docMk/>
            <pc:sldMk cId="257352372" sldId="301"/>
            <ac:spMk id="53" creationId="{B11BC1D0-5E63-33F1-3198-0E924B42A0D8}"/>
          </ac:spMkLst>
        </pc:spChg>
        <pc:spChg chg="mod">
          <ac:chgData name="Wilmer Ortega Erazo" userId="19082e28a51afb61" providerId="LiveId" clId="{94990643-8E4E-4CF9-87DE-7C4FB3DD37DE}" dt="2023-09-14T00:58:51.383" v="64" actId="1076"/>
          <ac:spMkLst>
            <pc:docMk/>
            <pc:sldMk cId="257352372" sldId="301"/>
            <ac:spMk id="54" creationId="{C99740A7-D299-12CC-E847-8A120DCEFAAE}"/>
          </ac:spMkLst>
        </pc:spChg>
        <pc:spChg chg="mod">
          <ac:chgData name="Wilmer Ortega Erazo" userId="19082e28a51afb61" providerId="LiveId" clId="{94990643-8E4E-4CF9-87DE-7C4FB3DD37DE}" dt="2023-09-14T00:58:51.383" v="64" actId="1076"/>
          <ac:spMkLst>
            <pc:docMk/>
            <pc:sldMk cId="257352372" sldId="301"/>
            <ac:spMk id="55" creationId="{ECDB4592-6F1D-72F9-4368-920BD7E32C4B}"/>
          </ac:spMkLst>
        </pc:spChg>
        <pc:spChg chg="mod">
          <ac:chgData name="Wilmer Ortega Erazo" userId="19082e28a51afb61" providerId="LiveId" clId="{94990643-8E4E-4CF9-87DE-7C4FB3DD37DE}" dt="2023-09-14T00:58:51.383" v="64" actId="1076"/>
          <ac:spMkLst>
            <pc:docMk/>
            <pc:sldMk cId="257352372" sldId="301"/>
            <ac:spMk id="56" creationId="{9E184A68-DA9C-4DE2-D562-4A1B4E3FEFD5}"/>
          </ac:spMkLst>
        </pc:spChg>
        <pc:spChg chg="mod">
          <ac:chgData name="Wilmer Ortega Erazo" userId="19082e28a51afb61" providerId="LiveId" clId="{94990643-8E4E-4CF9-87DE-7C4FB3DD37DE}" dt="2023-09-14T00:58:51.383" v="64" actId="1076"/>
          <ac:spMkLst>
            <pc:docMk/>
            <pc:sldMk cId="257352372" sldId="301"/>
            <ac:spMk id="57" creationId="{9C1EBB80-0786-01EF-0D58-81100722FCDD}"/>
          </ac:spMkLst>
        </pc:spChg>
        <pc:spChg chg="mod">
          <ac:chgData name="Wilmer Ortega Erazo" userId="19082e28a51afb61" providerId="LiveId" clId="{94990643-8E4E-4CF9-87DE-7C4FB3DD37DE}" dt="2023-09-14T00:58:51.383" v="64" actId="1076"/>
          <ac:spMkLst>
            <pc:docMk/>
            <pc:sldMk cId="257352372" sldId="301"/>
            <ac:spMk id="58" creationId="{92A939D4-162C-9D3F-DD34-2BD912C9B569}"/>
          </ac:spMkLst>
        </pc:spChg>
        <pc:spChg chg="mod">
          <ac:chgData name="Wilmer Ortega Erazo" userId="19082e28a51afb61" providerId="LiveId" clId="{94990643-8E4E-4CF9-87DE-7C4FB3DD37DE}" dt="2023-09-14T00:58:51.383" v="64" actId="1076"/>
          <ac:spMkLst>
            <pc:docMk/>
            <pc:sldMk cId="257352372" sldId="301"/>
            <ac:spMk id="59" creationId="{9A78BA66-3C89-0EC5-8323-BDFA835AB9A4}"/>
          </ac:spMkLst>
        </pc:spChg>
        <pc:spChg chg="mod">
          <ac:chgData name="Wilmer Ortega Erazo" userId="19082e28a51afb61" providerId="LiveId" clId="{94990643-8E4E-4CF9-87DE-7C4FB3DD37DE}" dt="2023-09-14T00:58:51.383" v="64" actId="1076"/>
          <ac:spMkLst>
            <pc:docMk/>
            <pc:sldMk cId="257352372" sldId="301"/>
            <ac:spMk id="60" creationId="{9BF22A0B-1FF3-DD78-3615-869BD2C7D87F}"/>
          </ac:spMkLst>
        </pc:spChg>
        <pc:spChg chg="mod">
          <ac:chgData name="Wilmer Ortega Erazo" userId="19082e28a51afb61" providerId="LiveId" clId="{94990643-8E4E-4CF9-87DE-7C4FB3DD37DE}" dt="2023-09-14T00:58:51.383" v="64" actId="1076"/>
          <ac:spMkLst>
            <pc:docMk/>
            <pc:sldMk cId="257352372" sldId="301"/>
            <ac:spMk id="61" creationId="{650F240E-D13F-D905-8434-7DB7BD4F4D6B}"/>
          </ac:spMkLst>
        </pc:spChg>
        <pc:spChg chg="mod">
          <ac:chgData name="Wilmer Ortega Erazo" userId="19082e28a51afb61" providerId="LiveId" clId="{94990643-8E4E-4CF9-87DE-7C4FB3DD37DE}" dt="2023-09-14T00:58:51.383" v="64" actId="1076"/>
          <ac:spMkLst>
            <pc:docMk/>
            <pc:sldMk cId="257352372" sldId="301"/>
            <ac:spMk id="62" creationId="{3C7D878B-43EB-970F-49B0-6EE039AB4F3F}"/>
          </ac:spMkLst>
        </pc:spChg>
        <pc:spChg chg="mod">
          <ac:chgData name="Wilmer Ortega Erazo" userId="19082e28a51afb61" providerId="LiveId" clId="{94990643-8E4E-4CF9-87DE-7C4FB3DD37DE}" dt="2023-09-14T00:58:51.383" v="64" actId="1076"/>
          <ac:spMkLst>
            <pc:docMk/>
            <pc:sldMk cId="257352372" sldId="301"/>
            <ac:spMk id="63" creationId="{4FE9B6DB-6331-7FDB-FCDD-D27EB2A6CA0E}"/>
          </ac:spMkLst>
        </pc:spChg>
        <pc:spChg chg="mod">
          <ac:chgData name="Wilmer Ortega Erazo" userId="19082e28a51afb61" providerId="LiveId" clId="{94990643-8E4E-4CF9-87DE-7C4FB3DD37DE}" dt="2023-09-14T00:58:51.383" v="64" actId="1076"/>
          <ac:spMkLst>
            <pc:docMk/>
            <pc:sldMk cId="257352372" sldId="301"/>
            <ac:spMk id="64" creationId="{35EC97CF-F157-D89B-E6F2-C31A58ACB17D}"/>
          </ac:spMkLst>
        </pc:spChg>
        <pc:spChg chg="mod">
          <ac:chgData name="Wilmer Ortega Erazo" userId="19082e28a51afb61" providerId="LiveId" clId="{94990643-8E4E-4CF9-87DE-7C4FB3DD37DE}" dt="2023-09-14T00:58:51.383" v="64" actId="1076"/>
          <ac:spMkLst>
            <pc:docMk/>
            <pc:sldMk cId="257352372" sldId="301"/>
            <ac:spMk id="65" creationId="{1B76D029-EF23-C699-1F0F-C3B56D3422A1}"/>
          </ac:spMkLst>
        </pc:spChg>
        <pc:spChg chg="mod">
          <ac:chgData name="Wilmer Ortega Erazo" userId="19082e28a51afb61" providerId="LiveId" clId="{94990643-8E4E-4CF9-87DE-7C4FB3DD37DE}" dt="2023-09-14T00:58:51.383" v="64" actId="1076"/>
          <ac:spMkLst>
            <pc:docMk/>
            <pc:sldMk cId="257352372" sldId="301"/>
            <ac:spMk id="66" creationId="{C3FF7EF3-DA92-40B0-348E-705135F5AA86}"/>
          </ac:spMkLst>
        </pc:spChg>
        <pc:spChg chg="mod">
          <ac:chgData name="Wilmer Ortega Erazo" userId="19082e28a51afb61" providerId="LiveId" clId="{94990643-8E4E-4CF9-87DE-7C4FB3DD37DE}" dt="2023-09-14T00:58:51.383" v="64" actId="1076"/>
          <ac:spMkLst>
            <pc:docMk/>
            <pc:sldMk cId="257352372" sldId="301"/>
            <ac:spMk id="67" creationId="{7C6D6A72-18EC-D23D-6236-5A996066A04E}"/>
          </ac:spMkLst>
        </pc:spChg>
        <pc:spChg chg="mod">
          <ac:chgData name="Wilmer Ortega Erazo" userId="19082e28a51afb61" providerId="LiveId" clId="{94990643-8E4E-4CF9-87DE-7C4FB3DD37DE}" dt="2023-09-14T00:58:51.383" v="64" actId="1076"/>
          <ac:spMkLst>
            <pc:docMk/>
            <pc:sldMk cId="257352372" sldId="301"/>
            <ac:spMk id="68" creationId="{9CF08582-D6AB-AB30-4EE5-91C9E9DDE35A}"/>
          </ac:spMkLst>
        </pc:spChg>
        <pc:spChg chg="mod">
          <ac:chgData name="Wilmer Ortega Erazo" userId="19082e28a51afb61" providerId="LiveId" clId="{94990643-8E4E-4CF9-87DE-7C4FB3DD37DE}" dt="2023-09-14T00:58:51.383" v="64" actId="1076"/>
          <ac:spMkLst>
            <pc:docMk/>
            <pc:sldMk cId="257352372" sldId="301"/>
            <ac:spMk id="69" creationId="{A142077A-AE59-D349-76B9-4D226F175F9D}"/>
          </ac:spMkLst>
        </pc:spChg>
        <pc:spChg chg="mod">
          <ac:chgData name="Wilmer Ortega Erazo" userId="19082e28a51afb61" providerId="LiveId" clId="{94990643-8E4E-4CF9-87DE-7C4FB3DD37DE}" dt="2023-09-14T00:58:51.383" v="64" actId="1076"/>
          <ac:spMkLst>
            <pc:docMk/>
            <pc:sldMk cId="257352372" sldId="301"/>
            <ac:spMk id="70" creationId="{BCE4B6EB-726C-E0E3-D648-47C5E8340335}"/>
          </ac:spMkLst>
        </pc:spChg>
        <pc:spChg chg="mod">
          <ac:chgData name="Wilmer Ortega Erazo" userId="19082e28a51afb61" providerId="LiveId" clId="{94990643-8E4E-4CF9-87DE-7C4FB3DD37DE}" dt="2023-09-14T00:58:51.383" v="64" actId="1076"/>
          <ac:spMkLst>
            <pc:docMk/>
            <pc:sldMk cId="257352372" sldId="301"/>
            <ac:spMk id="71" creationId="{48CDD72F-DFA7-02D2-B598-F0AC8299813D}"/>
          </ac:spMkLst>
        </pc:spChg>
        <pc:spChg chg="mod">
          <ac:chgData name="Wilmer Ortega Erazo" userId="19082e28a51afb61" providerId="LiveId" clId="{94990643-8E4E-4CF9-87DE-7C4FB3DD37DE}" dt="2023-09-14T00:58:51.383" v="64" actId="1076"/>
          <ac:spMkLst>
            <pc:docMk/>
            <pc:sldMk cId="257352372" sldId="301"/>
            <ac:spMk id="72" creationId="{3BA1065C-F040-6D9C-1B51-F833639A22E6}"/>
          </ac:spMkLst>
        </pc:spChg>
        <pc:spChg chg="mod">
          <ac:chgData name="Wilmer Ortega Erazo" userId="19082e28a51afb61" providerId="LiveId" clId="{94990643-8E4E-4CF9-87DE-7C4FB3DD37DE}" dt="2023-09-14T00:58:51.383" v="64" actId="1076"/>
          <ac:spMkLst>
            <pc:docMk/>
            <pc:sldMk cId="257352372" sldId="301"/>
            <ac:spMk id="73" creationId="{212C320B-68FF-C82E-5A93-51BB48B4E200}"/>
          </ac:spMkLst>
        </pc:spChg>
        <pc:spChg chg="mod">
          <ac:chgData name="Wilmer Ortega Erazo" userId="19082e28a51afb61" providerId="LiveId" clId="{94990643-8E4E-4CF9-87DE-7C4FB3DD37DE}" dt="2023-09-14T00:58:51.383" v="64" actId="1076"/>
          <ac:spMkLst>
            <pc:docMk/>
            <pc:sldMk cId="257352372" sldId="301"/>
            <ac:spMk id="74" creationId="{A1176139-5790-3874-6218-8113D4A1E89A}"/>
          </ac:spMkLst>
        </pc:spChg>
        <pc:spChg chg="mod">
          <ac:chgData name="Wilmer Ortega Erazo" userId="19082e28a51afb61" providerId="LiveId" clId="{94990643-8E4E-4CF9-87DE-7C4FB3DD37DE}" dt="2023-09-14T00:58:51.383" v="64" actId="1076"/>
          <ac:spMkLst>
            <pc:docMk/>
            <pc:sldMk cId="257352372" sldId="301"/>
            <ac:spMk id="75" creationId="{7B1F2C92-CF1D-4128-C937-F97385D2B5B6}"/>
          </ac:spMkLst>
        </pc:spChg>
        <pc:spChg chg="mod">
          <ac:chgData name="Wilmer Ortega Erazo" userId="19082e28a51afb61" providerId="LiveId" clId="{94990643-8E4E-4CF9-87DE-7C4FB3DD37DE}" dt="2023-09-14T00:58:51.383" v="64" actId="1076"/>
          <ac:spMkLst>
            <pc:docMk/>
            <pc:sldMk cId="257352372" sldId="301"/>
            <ac:spMk id="76" creationId="{6F77EA40-8E64-F447-B59F-A8795675E26D}"/>
          </ac:spMkLst>
        </pc:spChg>
        <pc:spChg chg="mod">
          <ac:chgData name="Wilmer Ortega Erazo" userId="19082e28a51afb61" providerId="LiveId" clId="{94990643-8E4E-4CF9-87DE-7C4FB3DD37DE}" dt="2023-09-14T00:58:51.383" v="64" actId="1076"/>
          <ac:spMkLst>
            <pc:docMk/>
            <pc:sldMk cId="257352372" sldId="301"/>
            <ac:spMk id="77" creationId="{84743A29-B405-BF9D-7477-53FCD58C27A6}"/>
          </ac:spMkLst>
        </pc:spChg>
        <pc:spChg chg="mod">
          <ac:chgData name="Wilmer Ortega Erazo" userId="19082e28a51afb61" providerId="LiveId" clId="{94990643-8E4E-4CF9-87DE-7C4FB3DD37DE}" dt="2023-09-14T00:58:51.383" v="64" actId="1076"/>
          <ac:spMkLst>
            <pc:docMk/>
            <pc:sldMk cId="257352372" sldId="301"/>
            <ac:spMk id="78" creationId="{A34DD042-1752-720E-EC32-0FA6C1A30FD9}"/>
          </ac:spMkLst>
        </pc:spChg>
        <pc:spChg chg="mod">
          <ac:chgData name="Wilmer Ortega Erazo" userId="19082e28a51afb61" providerId="LiveId" clId="{94990643-8E4E-4CF9-87DE-7C4FB3DD37DE}" dt="2023-09-14T00:58:51.383" v="64" actId="1076"/>
          <ac:spMkLst>
            <pc:docMk/>
            <pc:sldMk cId="257352372" sldId="301"/>
            <ac:spMk id="79" creationId="{AE8A831E-0C84-200C-F3A2-7136907B83D7}"/>
          </ac:spMkLst>
        </pc:spChg>
        <pc:spChg chg="mod">
          <ac:chgData name="Wilmer Ortega Erazo" userId="19082e28a51afb61" providerId="LiveId" clId="{94990643-8E4E-4CF9-87DE-7C4FB3DD37DE}" dt="2023-09-14T00:58:51.383" v="64" actId="1076"/>
          <ac:spMkLst>
            <pc:docMk/>
            <pc:sldMk cId="257352372" sldId="301"/>
            <ac:spMk id="80" creationId="{2B2F0D63-E163-9224-A124-593C09791F15}"/>
          </ac:spMkLst>
        </pc:spChg>
        <pc:spChg chg="mod">
          <ac:chgData name="Wilmer Ortega Erazo" userId="19082e28a51afb61" providerId="LiveId" clId="{94990643-8E4E-4CF9-87DE-7C4FB3DD37DE}" dt="2023-09-14T00:58:51.383" v="64" actId="1076"/>
          <ac:spMkLst>
            <pc:docMk/>
            <pc:sldMk cId="257352372" sldId="301"/>
            <ac:spMk id="81" creationId="{39A6FEC4-93CA-0BC0-AF92-75A2411168AD}"/>
          </ac:spMkLst>
        </pc:spChg>
        <pc:spChg chg="mod">
          <ac:chgData name="Wilmer Ortega Erazo" userId="19082e28a51afb61" providerId="LiveId" clId="{94990643-8E4E-4CF9-87DE-7C4FB3DD37DE}" dt="2023-09-14T00:58:51.383" v="64" actId="1076"/>
          <ac:spMkLst>
            <pc:docMk/>
            <pc:sldMk cId="257352372" sldId="301"/>
            <ac:spMk id="82" creationId="{00F0B2D6-4AB1-B4ED-9C7D-47B1857796C3}"/>
          </ac:spMkLst>
        </pc:spChg>
        <pc:spChg chg="mod">
          <ac:chgData name="Wilmer Ortega Erazo" userId="19082e28a51afb61" providerId="LiveId" clId="{94990643-8E4E-4CF9-87DE-7C4FB3DD37DE}" dt="2023-09-14T00:58:51.383" v="64" actId="1076"/>
          <ac:spMkLst>
            <pc:docMk/>
            <pc:sldMk cId="257352372" sldId="301"/>
            <ac:spMk id="83" creationId="{0E4AAEA3-BF9D-D1D2-A31D-E9AA2BA9E783}"/>
          </ac:spMkLst>
        </pc:spChg>
        <pc:spChg chg="mod">
          <ac:chgData name="Wilmer Ortega Erazo" userId="19082e28a51afb61" providerId="LiveId" clId="{94990643-8E4E-4CF9-87DE-7C4FB3DD37DE}" dt="2023-09-14T00:58:51.383" v="64" actId="1076"/>
          <ac:spMkLst>
            <pc:docMk/>
            <pc:sldMk cId="257352372" sldId="301"/>
            <ac:spMk id="84" creationId="{7999391D-B622-D316-2D8C-E5A5BF1AB064}"/>
          </ac:spMkLst>
        </pc:spChg>
        <pc:spChg chg="mod">
          <ac:chgData name="Wilmer Ortega Erazo" userId="19082e28a51afb61" providerId="LiveId" clId="{94990643-8E4E-4CF9-87DE-7C4FB3DD37DE}" dt="2023-09-14T00:58:51.383" v="64" actId="1076"/>
          <ac:spMkLst>
            <pc:docMk/>
            <pc:sldMk cId="257352372" sldId="301"/>
            <ac:spMk id="85" creationId="{25E6302F-25AC-46DB-4500-30875D7ADE5D}"/>
          </ac:spMkLst>
        </pc:spChg>
        <pc:spChg chg="mod">
          <ac:chgData name="Wilmer Ortega Erazo" userId="19082e28a51afb61" providerId="LiveId" clId="{94990643-8E4E-4CF9-87DE-7C4FB3DD37DE}" dt="2023-09-14T00:58:51.383" v="64" actId="1076"/>
          <ac:spMkLst>
            <pc:docMk/>
            <pc:sldMk cId="257352372" sldId="301"/>
            <ac:spMk id="86" creationId="{80EF0143-D96F-A3F8-6BEF-C712662B56AE}"/>
          </ac:spMkLst>
        </pc:spChg>
        <pc:spChg chg="mod">
          <ac:chgData name="Wilmer Ortega Erazo" userId="19082e28a51afb61" providerId="LiveId" clId="{94990643-8E4E-4CF9-87DE-7C4FB3DD37DE}" dt="2023-09-14T00:58:51.383" v="64" actId="1076"/>
          <ac:spMkLst>
            <pc:docMk/>
            <pc:sldMk cId="257352372" sldId="301"/>
            <ac:spMk id="87" creationId="{3AFCE8FD-20D7-2B9B-EDBF-99A481DA3571}"/>
          </ac:spMkLst>
        </pc:spChg>
        <pc:spChg chg="mod">
          <ac:chgData name="Wilmer Ortega Erazo" userId="19082e28a51afb61" providerId="LiveId" clId="{94990643-8E4E-4CF9-87DE-7C4FB3DD37DE}" dt="2023-09-14T00:58:51.383" v="64" actId="1076"/>
          <ac:spMkLst>
            <pc:docMk/>
            <pc:sldMk cId="257352372" sldId="301"/>
            <ac:spMk id="88" creationId="{8119E9F0-EC80-031B-05A2-CA807FC77BB5}"/>
          </ac:spMkLst>
        </pc:spChg>
        <pc:spChg chg="mod">
          <ac:chgData name="Wilmer Ortega Erazo" userId="19082e28a51afb61" providerId="LiveId" clId="{94990643-8E4E-4CF9-87DE-7C4FB3DD37DE}" dt="2023-09-14T00:58:51.383" v="64" actId="1076"/>
          <ac:spMkLst>
            <pc:docMk/>
            <pc:sldMk cId="257352372" sldId="301"/>
            <ac:spMk id="89" creationId="{E59676FA-3D79-057C-37DD-562369329EF5}"/>
          </ac:spMkLst>
        </pc:spChg>
        <pc:spChg chg="mod">
          <ac:chgData name="Wilmer Ortega Erazo" userId="19082e28a51afb61" providerId="LiveId" clId="{94990643-8E4E-4CF9-87DE-7C4FB3DD37DE}" dt="2023-09-14T00:58:51.383" v="64" actId="1076"/>
          <ac:spMkLst>
            <pc:docMk/>
            <pc:sldMk cId="257352372" sldId="301"/>
            <ac:spMk id="90" creationId="{EDFA0559-8263-9AF9-722F-8BF2943858EE}"/>
          </ac:spMkLst>
        </pc:spChg>
        <pc:spChg chg="mod">
          <ac:chgData name="Wilmer Ortega Erazo" userId="19082e28a51afb61" providerId="LiveId" clId="{94990643-8E4E-4CF9-87DE-7C4FB3DD37DE}" dt="2023-09-14T00:58:51.383" v="64" actId="1076"/>
          <ac:spMkLst>
            <pc:docMk/>
            <pc:sldMk cId="257352372" sldId="301"/>
            <ac:spMk id="91" creationId="{204214E0-63AE-57EB-B47B-24D6A5DDD24C}"/>
          </ac:spMkLst>
        </pc:spChg>
        <pc:spChg chg="mod">
          <ac:chgData name="Wilmer Ortega Erazo" userId="19082e28a51afb61" providerId="LiveId" clId="{94990643-8E4E-4CF9-87DE-7C4FB3DD37DE}" dt="2023-09-14T00:58:51.383" v="64" actId="1076"/>
          <ac:spMkLst>
            <pc:docMk/>
            <pc:sldMk cId="257352372" sldId="301"/>
            <ac:spMk id="92" creationId="{CFEC79E9-C691-2F0F-9AF4-84BA131CC155}"/>
          </ac:spMkLst>
        </pc:spChg>
        <pc:spChg chg="mod">
          <ac:chgData name="Wilmer Ortega Erazo" userId="19082e28a51afb61" providerId="LiveId" clId="{94990643-8E4E-4CF9-87DE-7C4FB3DD37DE}" dt="2023-09-14T00:58:51.383" v="64" actId="1076"/>
          <ac:spMkLst>
            <pc:docMk/>
            <pc:sldMk cId="257352372" sldId="301"/>
            <ac:spMk id="93" creationId="{E05C27C4-0841-60A3-4DA9-2511A9261CDA}"/>
          </ac:spMkLst>
        </pc:spChg>
        <pc:spChg chg="mod">
          <ac:chgData name="Wilmer Ortega Erazo" userId="19082e28a51afb61" providerId="LiveId" clId="{94990643-8E4E-4CF9-87DE-7C4FB3DD37DE}" dt="2023-09-14T00:58:51.383" v="64" actId="1076"/>
          <ac:spMkLst>
            <pc:docMk/>
            <pc:sldMk cId="257352372" sldId="301"/>
            <ac:spMk id="94" creationId="{646C99F0-9F48-EB72-DD53-D068B4E5559B}"/>
          </ac:spMkLst>
        </pc:spChg>
        <pc:spChg chg="mod">
          <ac:chgData name="Wilmer Ortega Erazo" userId="19082e28a51afb61" providerId="LiveId" clId="{94990643-8E4E-4CF9-87DE-7C4FB3DD37DE}" dt="2023-09-14T00:58:51.383" v="64" actId="1076"/>
          <ac:spMkLst>
            <pc:docMk/>
            <pc:sldMk cId="257352372" sldId="301"/>
            <ac:spMk id="95" creationId="{6E1F8834-6F7F-E726-1166-688708664814}"/>
          </ac:spMkLst>
        </pc:spChg>
        <pc:spChg chg="mod">
          <ac:chgData name="Wilmer Ortega Erazo" userId="19082e28a51afb61" providerId="LiveId" clId="{94990643-8E4E-4CF9-87DE-7C4FB3DD37DE}" dt="2023-09-14T00:58:51.383" v="64" actId="1076"/>
          <ac:spMkLst>
            <pc:docMk/>
            <pc:sldMk cId="257352372" sldId="301"/>
            <ac:spMk id="96" creationId="{CC0F37C8-0983-9D6C-AFF4-D8DDCBF66A2A}"/>
          </ac:spMkLst>
        </pc:spChg>
        <pc:spChg chg="mod">
          <ac:chgData name="Wilmer Ortega Erazo" userId="19082e28a51afb61" providerId="LiveId" clId="{94990643-8E4E-4CF9-87DE-7C4FB3DD37DE}" dt="2023-09-14T00:58:51.383" v="64" actId="1076"/>
          <ac:spMkLst>
            <pc:docMk/>
            <pc:sldMk cId="257352372" sldId="301"/>
            <ac:spMk id="97" creationId="{60AF7852-7554-A649-0211-061C43080C36}"/>
          </ac:spMkLst>
        </pc:spChg>
        <pc:spChg chg="mod">
          <ac:chgData name="Wilmer Ortega Erazo" userId="19082e28a51afb61" providerId="LiveId" clId="{94990643-8E4E-4CF9-87DE-7C4FB3DD37DE}" dt="2023-09-14T00:58:51.383" v="64" actId="1076"/>
          <ac:spMkLst>
            <pc:docMk/>
            <pc:sldMk cId="257352372" sldId="301"/>
            <ac:spMk id="98" creationId="{C4C3AEB5-5125-AC68-C4D7-517734579B76}"/>
          </ac:spMkLst>
        </pc:spChg>
        <pc:spChg chg="mod">
          <ac:chgData name="Wilmer Ortega Erazo" userId="19082e28a51afb61" providerId="LiveId" clId="{94990643-8E4E-4CF9-87DE-7C4FB3DD37DE}" dt="2023-09-14T00:58:51.383" v="64" actId="1076"/>
          <ac:spMkLst>
            <pc:docMk/>
            <pc:sldMk cId="257352372" sldId="301"/>
            <ac:spMk id="99" creationId="{65508DE2-0B29-3E6C-1729-85A8A0E41A3A}"/>
          </ac:spMkLst>
        </pc:spChg>
        <pc:spChg chg="mod">
          <ac:chgData name="Wilmer Ortega Erazo" userId="19082e28a51afb61" providerId="LiveId" clId="{94990643-8E4E-4CF9-87DE-7C4FB3DD37DE}" dt="2023-09-14T00:58:51.383" v="64" actId="1076"/>
          <ac:spMkLst>
            <pc:docMk/>
            <pc:sldMk cId="257352372" sldId="301"/>
            <ac:spMk id="100" creationId="{B8EAAEB8-5807-9FFB-7968-B5A134B54F5F}"/>
          </ac:spMkLst>
        </pc:spChg>
        <pc:spChg chg="mod">
          <ac:chgData name="Wilmer Ortega Erazo" userId="19082e28a51afb61" providerId="LiveId" clId="{94990643-8E4E-4CF9-87DE-7C4FB3DD37DE}" dt="2023-09-14T00:58:51.383" v="64" actId="1076"/>
          <ac:spMkLst>
            <pc:docMk/>
            <pc:sldMk cId="257352372" sldId="301"/>
            <ac:spMk id="101" creationId="{A961F514-505B-BD07-40C2-EF2A8D497D2F}"/>
          </ac:spMkLst>
        </pc:spChg>
        <pc:spChg chg="mod">
          <ac:chgData name="Wilmer Ortega Erazo" userId="19082e28a51afb61" providerId="LiveId" clId="{94990643-8E4E-4CF9-87DE-7C4FB3DD37DE}" dt="2023-09-14T00:58:51.383" v="64" actId="1076"/>
          <ac:spMkLst>
            <pc:docMk/>
            <pc:sldMk cId="257352372" sldId="301"/>
            <ac:spMk id="102" creationId="{A3CEA4F5-5799-54BA-5D35-C4017BAB6721}"/>
          </ac:spMkLst>
        </pc:spChg>
        <pc:spChg chg="mod">
          <ac:chgData name="Wilmer Ortega Erazo" userId="19082e28a51afb61" providerId="LiveId" clId="{94990643-8E4E-4CF9-87DE-7C4FB3DD37DE}" dt="2023-09-14T00:58:51.383" v="64" actId="1076"/>
          <ac:spMkLst>
            <pc:docMk/>
            <pc:sldMk cId="257352372" sldId="301"/>
            <ac:spMk id="103" creationId="{C67636EE-EB53-FF86-A2C2-ECF3E690F41E}"/>
          </ac:spMkLst>
        </pc:spChg>
        <pc:spChg chg="mod">
          <ac:chgData name="Wilmer Ortega Erazo" userId="19082e28a51afb61" providerId="LiveId" clId="{94990643-8E4E-4CF9-87DE-7C4FB3DD37DE}" dt="2023-09-14T00:58:51.383" v="64" actId="1076"/>
          <ac:spMkLst>
            <pc:docMk/>
            <pc:sldMk cId="257352372" sldId="301"/>
            <ac:spMk id="104" creationId="{3826F147-4CB5-D374-0B6D-1C4AA83486C3}"/>
          </ac:spMkLst>
        </pc:spChg>
        <pc:spChg chg="mod">
          <ac:chgData name="Wilmer Ortega Erazo" userId="19082e28a51afb61" providerId="LiveId" clId="{94990643-8E4E-4CF9-87DE-7C4FB3DD37DE}" dt="2023-09-14T00:58:51.383" v="64" actId="1076"/>
          <ac:spMkLst>
            <pc:docMk/>
            <pc:sldMk cId="257352372" sldId="301"/>
            <ac:spMk id="105" creationId="{9A7481CA-648A-2BBC-AEC3-77160B927AAE}"/>
          </ac:spMkLst>
        </pc:spChg>
        <pc:spChg chg="mod">
          <ac:chgData name="Wilmer Ortega Erazo" userId="19082e28a51afb61" providerId="LiveId" clId="{94990643-8E4E-4CF9-87DE-7C4FB3DD37DE}" dt="2023-09-14T00:58:51.383" v="64" actId="1076"/>
          <ac:spMkLst>
            <pc:docMk/>
            <pc:sldMk cId="257352372" sldId="301"/>
            <ac:spMk id="106" creationId="{094F077F-73E8-2884-D2F9-7CBB0F20F8D8}"/>
          </ac:spMkLst>
        </pc:spChg>
        <pc:spChg chg="mod">
          <ac:chgData name="Wilmer Ortega Erazo" userId="19082e28a51afb61" providerId="LiveId" clId="{94990643-8E4E-4CF9-87DE-7C4FB3DD37DE}" dt="2023-09-14T00:58:51.383" v="64" actId="1076"/>
          <ac:spMkLst>
            <pc:docMk/>
            <pc:sldMk cId="257352372" sldId="301"/>
            <ac:spMk id="107" creationId="{C3DE86D2-4D00-692F-E7D0-83749CDE8F6A}"/>
          </ac:spMkLst>
        </pc:spChg>
        <pc:spChg chg="mod">
          <ac:chgData name="Wilmer Ortega Erazo" userId="19082e28a51afb61" providerId="LiveId" clId="{94990643-8E4E-4CF9-87DE-7C4FB3DD37DE}" dt="2023-09-14T00:58:51.383" v="64" actId="1076"/>
          <ac:spMkLst>
            <pc:docMk/>
            <pc:sldMk cId="257352372" sldId="301"/>
            <ac:spMk id="108" creationId="{C2D8B825-234B-16DB-8435-94CBE9F822C2}"/>
          </ac:spMkLst>
        </pc:spChg>
        <pc:spChg chg="mod">
          <ac:chgData name="Wilmer Ortega Erazo" userId="19082e28a51afb61" providerId="LiveId" clId="{94990643-8E4E-4CF9-87DE-7C4FB3DD37DE}" dt="2023-09-14T00:58:51.383" v="64" actId="1076"/>
          <ac:spMkLst>
            <pc:docMk/>
            <pc:sldMk cId="257352372" sldId="301"/>
            <ac:spMk id="109" creationId="{561E55DB-3F59-0571-283E-9F74893588C4}"/>
          </ac:spMkLst>
        </pc:spChg>
        <pc:spChg chg="mod">
          <ac:chgData name="Wilmer Ortega Erazo" userId="19082e28a51afb61" providerId="LiveId" clId="{94990643-8E4E-4CF9-87DE-7C4FB3DD37DE}" dt="2023-09-14T00:58:51.383" v="64" actId="1076"/>
          <ac:spMkLst>
            <pc:docMk/>
            <pc:sldMk cId="257352372" sldId="301"/>
            <ac:spMk id="110" creationId="{4A6C1774-E303-722A-EDBC-CF842CE9664B}"/>
          </ac:spMkLst>
        </pc:spChg>
        <pc:spChg chg="mod">
          <ac:chgData name="Wilmer Ortega Erazo" userId="19082e28a51afb61" providerId="LiveId" clId="{94990643-8E4E-4CF9-87DE-7C4FB3DD37DE}" dt="2023-09-14T00:58:51.383" v="64" actId="1076"/>
          <ac:spMkLst>
            <pc:docMk/>
            <pc:sldMk cId="257352372" sldId="301"/>
            <ac:spMk id="111" creationId="{774740B0-95EF-E025-7821-EF8EA2FCFC6B}"/>
          </ac:spMkLst>
        </pc:spChg>
        <pc:spChg chg="mod">
          <ac:chgData name="Wilmer Ortega Erazo" userId="19082e28a51afb61" providerId="LiveId" clId="{94990643-8E4E-4CF9-87DE-7C4FB3DD37DE}" dt="2023-09-14T00:58:51.383" v="64" actId="1076"/>
          <ac:spMkLst>
            <pc:docMk/>
            <pc:sldMk cId="257352372" sldId="301"/>
            <ac:spMk id="112" creationId="{97293C43-9C94-34BB-98C0-36E067E5C73B}"/>
          </ac:spMkLst>
        </pc:spChg>
        <pc:spChg chg="mod">
          <ac:chgData name="Wilmer Ortega Erazo" userId="19082e28a51afb61" providerId="LiveId" clId="{94990643-8E4E-4CF9-87DE-7C4FB3DD37DE}" dt="2023-09-14T00:58:51.383" v="64" actId="1076"/>
          <ac:spMkLst>
            <pc:docMk/>
            <pc:sldMk cId="257352372" sldId="301"/>
            <ac:spMk id="113" creationId="{24686E95-3630-646D-CCB8-7F8F17108B6C}"/>
          </ac:spMkLst>
        </pc:spChg>
        <pc:spChg chg="mod">
          <ac:chgData name="Wilmer Ortega Erazo" userId="19082e28a51afb61" providerId="LiveId" clId="{94990643-8E4E-4CF9-87DE-7C4FB3DD37DE}" dt="2023-09-14T00:58:51.383" v="64" actId="1076"/>
          <ac:spMkLst>
            <pc:docMk/>
            <pc:sldMk cId="257352372" sldId="301"/>
            <ac:spMk id="114" creationId="{010B73DB-2789-26E9-5EDA-2E30F883B371}"/>
          </ac:spMkLst>
        </pc:spChg>
        <pc:spChg chg="mod">
          <ac:chgData name="Wilmer Ortega Erazo" userId="19082e28a51afb61" providerId="LiveId" clId="{94990643-8E4E-4CF9-87DE-7C4FB3DD37DE}" dt="2023-09-14T00:58:51.383" v="64" actId="1076"/>
          <ac:spMkLst>
            <pc:docMk/>
            <pc:sldMk cId="257352372" sldId="301"/>
            <ac:spMk id="115" creationId="{C18F20D1-1F14-130D-0E9B-545C2E396CD6}"/>
          </ac:spMkLst>
        </pc:spChg>
        <pc:spChg chg="mod">
          <ac:chgData name="Wilmer Ortega Erazo" userId="19082e28a51afb61" providerId="LiveId" clId="{94990643-8E4E-4CF9-87DE-7C4FB3DD37DE}" dt="2023-09-14T00:58:51.383" v="64" actId="1076"/>
          <ac:spMkLst>
            <pc:docMk/>
            <pc:sldMk cId="257352372" sldId="301"/>
            <ac:spMk id="116" creationId="{85FF3C9A-5CE7-A352-DABC-87663FD00588}"/>
          </ac:spMkLst>
        </pc:spChg>
        <pc:spChg chg="mod">
          <ac:chgData name="Wilmer Ortega Erazo" userId="19082e28a51afb61" providerId="LiveId" clId="{94990643-8E4E-4CF9-87DE-7C4FB3DD37DE}" dt="2023-09-14T00:58:51.383" v="64" actId="1076"/>
          <ac:spMkLst>
            <pc:docMk/>
            <pc:sldMk cId="257352372" sldId="301"/>
            <ac:spMk id="117" creationId="{7E6913F8-A71B-633A-16D1-1AB3FF08A13D}"/>
          </ac:spMkLst>
        </pc:spChg>
        <pc:spChg chg="mod">
          <ac:chgData name="Wilmer Ortega Erazo" userId="19082e28a51afb61" providerId="LiveId" clId="{94990643-8E4E-4CF9-87DE-7C4FB3DD37DE}" dt="2023-09-14T00:58:51.383" v="64" actId="1076"/>
          <ac:spMkLst>
            <pc:docMk/>
            <pc:sldMk cId="257352372" sldId="301"/>
            <ac:spMk id="118" creationId="{C839B249-2EDD-3598-D4BA-AD15921988DF}"/>
          </ac:spMkLst>
        </pc:spChg>
        <pc:spChg chg="mod">
          <ac:chgData name="Wilmer Ortega Erazo" userId="19082e28a51afb61" providerId="LiveId" clId="{94990643-8E4E-4CF9-87DE-7C4FB3DD37DE}" dt="2023-09-14T00:58:51.383" v="64" actId="1076"/>
          <ac:spMkLst>
            <pc:docMk/>
            <pc:sldMk cId="257352372" sldId="301"/>
            <ac:spMk id="119" creationId="{1C010609-489F-802C-2704-26E3A6E12C2B}"/>
          </ac:spMkLst>
        </pc:spChg>
        <pc:spChg chg="mod">
          <ac:chgData name="Wilmer Ortega Erazo" userId="19082e28a51afb61" providerId="LiveId" clId="{94990643-8E4E-4CF9-87DE-7C4FB3DD37DE}" dt="2023-09-14T00:58:51.383" v="64" actId="1076"/>
          <ac:spMkLst>
            <pc:docMk/>
            <pc:sldMk cId="257352372" sldId="301"/>
            <ac:spMk id="120" creationId="{5649806C-06A6-E2ED-8AA3-E9E9A902663B}"/>
          </ac:spMkLst>
        </pc:spChg>
        <pc:spChg chg="mod">
          <ac:chgData name="Wilmer Ortega Erazo" userId="19082e28a51afb61" providerId="LiveId" clId="{94990643-8E4E-4CF9-87DE-7C4FB3DD37DE}" dt="2023-09-14T00:58:51.383" v="64" actId="1076"/>
          <ac:spMkLst>
            <pc:docMk/>
            <pc:sldMk cId="257352372" sldId="301"/>
            <ac:spMk id="121" creationId="{76B667D3-A394-9067-8A69-BA732E1B6F02}"/>
          </ac:spMkLst>
        </pc:spChg>
        <pc:spChg chg="mod">
          <ac:chgData name="Wilmer Ortega Erazo" userId="19082e28a51afb61" providerId="LiveId" clId="{94990643-8E4E-4CF9-87DE-7C4FB3DD37DE}" dt="2023-09-14T00:58:51.383" v="64" actId="1076"/>
          <ac:spMkLst>
            <pc:docMk/>
            <pc:sldMk cId="257352372" sldId="301"/>
            <ac:spMk id="122" creationId="{CE711F6D-7654-C26E-D9D3-AF3781D9BAFF}"/>
          </ac:spMkLst>
        </pc:spChg>
        <pc:spChg chg="mod">
          <ac:chgData name="Wilmer Ortega Erazo" userId="19082e28a51afb61" providerId="LiveId" clId="{94990643-8E4E-4CF9-87DE-7C4FB3DD37DE}" dt="2023-09-14T00:58:51.383" v="64" actId="1076"/>
          <ac:spMkLst>
            <pc:docMk/>
            <pc:sldMk cId="257352372" sldId="301"/>
            <ac:spMk id="123" creationId="{0AC32F6F-F71E-C3AB-E0DE-DAB44A606B0B}"/>
          </ac:spMkLst>
        </pc:spChg>
        <pc:spChg chg="mod">
          <ac:chgData name="Wilmer Ortega Erazo" userId="19082e28a51afb61" providerId="LiveId" clId="{94990643-8E4E-4CF9-87DE-7C4FB3DD37DE}" dt="2023-09-14T00:58:51.383" v="64" actId="1076"/>
          <ac:spMkLst>
            <pc:docMk/>
            <pc:sldMk cId="257352372" sldId="301"/>
            <ac:spMk id="124" creationId="{708E6528-B542-B805-102F-866C2BA17ECB}"/>
          </ac:spMkLst>
        </pc:spChg>
        <pc:spChg chg="mod">
          <ac:chgData name="Wilmer Ortega Erazo" userId="19082e28a51afb61" providerId="LiveId" clId="{94990643-8E4E-4CF9-87DE-7C4FB3DD37DE}" dt="2023-09-14T00:58:51.383" v="64" actId="1076"/>
          <ac:spMkLst>
            <pc:docMk/>
            <pc:sldMk cId="257352372" sldId="301"/>
            <ac:spMk id="125" creationId="{4948BC87-7DB4-247A-F877-1C78672B46D5}"/>
          </ac:spMkLst>
        </pc:spChg>
        <pc:spChg chg="mod">
          <ac:chgData name="Wilmer Ortega Erazo" userId="19082e28a51afb61" providerId="LiveId" clId="{94990643-8E4E-4CF9-87DE-7C4FB3DD37DE}" dt="2023-09-14T00:58:51.383" v="64" actId="1076"/>
          <ac:spMkLst>
            <pc:docMk/>
            <pc:sldMk cId="257352372" sldId="301"/>
            <ac:spMk id="126" creationId="{916AE519-E1CA-18A5-5029-03A3E8B11E12}"/>
          </ac:spMkLst>
        </pc:spChg>
        <pc:spChg chg="mod">
          <ac:chgData name="Wilmer Ortega Erazo" userId="19082e28a51afb61" providerId="LiveId" clId="{94990643-8E4E-4CF9-87DE-7C4FB3DD37DE}" dt="2023-09-14T00:58:51.383" v="64" actId="1076"/>
          <ac:spMkLst>
            <pc:docMk/>
            <pc:sldMk cId="257352372" sldId="301"/>
            <ac:spMk id="127" creationId="{3EA55079-C720-C5F5-4642-B91B3DDB44B5}"/>
          </ac:spMkLst>
        </pc:spChg>
        <pc:spChg chg="mod">
          <ac:chgData name="Wilmer Ortega Erazo" userId="19082e28a51afb61" providerId="LiveId" clId="{94990643-8E4E-4CF9-87DE-7C4FB3DD37DE}" dt="2023-09-14T00:58:51.383" v="64" actId="1076"/>
          <ac:spMkLst>
            <pc:docMk/>
            <pc:sldMk cId="257352372" sldId="301"/>
            <ac:spMk id="128" creationId="{A35521C8-E66F-977B-6D4E-B67C77F9C380}"/>
          </ac:spMkLst>
        </pc:spChg>
        <pc:spChg chg="mod">
          <ac:chgData name="Wilmer Ortega Erazo" userId="19082e28a51afb61" providerId="LiveId" clId="{94990643-8E4E-4CF9-87DE-7C4FB3DD37DE}" dt="2023-09-14T00:58:51.383" v="64" actId="1076"/>
          <ac:spMkLst>
            <pc:docMk/>
            <pc:sldMk cId="257352372" sldId="301"/>
            <ac:spMk id="129" creationId="{D373BBE9-5638-094F-75BA-A951CF3DA189}"/>
          </ac:spMkLst>
        </pc:spChg>
        <pc:spChg chg="mod">
          <ac:chgData name="Wilmer Ortega Erazo" userId="19082e28a51afb61" providerId="LiveId" clId="{94990643-8E4E-4CF9-87DE-7C4FB3DD37DE}" dt="2023-09-14T00:58:51.383" v="64" actId="1076"/>
          <ac:spMkLst>
            <pc:docMk/>
            <pc:sldMk cId="257352372" sldId="301"/>
            <ac:spMk id="130" creationId="{EFF7ED1F-5E80-57C5-8F29-A6ACEAC18B77}"/>
          </ac:spMkLst>
        </pc:spChg>
        <pc:spChg chg="mod">
          <ac:chgData name="Wilmer Ortega Erazo" userId="19082e28a51afb61" providerId="LiveId" clId="{94990643-8E4E-4CF9-87DE-7C4FB3DD37DE}" dt="2023-09-14T00:58:51.383" v="64" actId="1076"/>
          <ac:spMkLst>
            <pc:docMk/>
            <pc:sldMk cId="257352372" sldId="301"/>
            <ac:spMk id="131" creationId="{EFECB652-DDD6-5E34-B23B-6F0656D17794}"/>
          </ac:spMkLst>
        </pc:spChg>
        <pc:spChg chg="mod">
          <ac:chgData name="Wilmer Ortega Erazo" userId="19082e28a51afb61" providerId="LiveId" clId="{94990643-8E4E-4CF9-87DE-7C4FB3DD37DE}" dt="2023-09-14T00:58:51.383" v="64" actId="1076"/>
          <ac:spMkLst>
            <pc:docMk/>
            <pc:sldMk cId="257352372" sldId="301"/>
            <ac:spMk id="132" creationId="{02B59DF6-5CCE-8D33-7C48-66774517BA61}"/>
          </ac:spMkLst>
        </pc:spChg>
        <pc:spChg chg="mod">
          <ac:chgData name="Wilmer Ortega Erazo" userId="19082e28a51afb61" providerId="LiveId" clId="{94990643-8E4E-4CF9-87DE-7C4FB3DD37DE}" dt="2023-09-14T00:58:51.383" v="64" actId="1076"/>
          <ac:spMkLst>
            <pc:docMk/>
            <pc:sldMk cId="257352372" sldId="301"/>
            <ac:spMk id="133" creationId="{F1269DAD-6060-C5A2-AE8B-08069B444231}"/>
          </ac:spMkLst>
        </pc:spChg>
        <pc:spChg chg="mod">
          <ac:chgData name="Wilmer Ortega Erazo" userId="19082e28a51afb61" providerId="LiveId" clId="{94990643-8E4E-4CF9-87DE-7C4FB3DD37DE}" dt="2023-09-14T00:58:51.383" v="64" actId="1076"/>
          <ac:spMkLst>
            <pc:docMk/>
            <pc:sldMk cId="257352372" sldId="301"/>
            <ac:spMk id="134" creationId="{DA3EE334-1313-20A5-5B2E-9FAA3A1BD555}"/>
          </ac:spMkLst>
        </pc:spChg>
        <pc:spChg chg="mod">
          <ac:chgData name="Wilmer Ortega Erazo" userId="19082e28a51afb61" providerId="LiveId" clId="{94990643-8E4E-4CF9-87DE-7C4FB3DD37DE}" dt="2023-09-14T00:58:51.383" v="64" actId="1076"/>
          <ac:spMkLst>
            <pc:docMk/>
            <pc:sldMk cId="257352372" sldId="301"/>
            <ac:spMk id="135" creationId="{D7B9B7FB-825F-42D5-DA4B-608F3C9AA8FC}"/>
          </ac:spMkLst>
        </pc:spChg>
        <pc:spChg chg="mod">
          <ac:chgData name="Wilmer Ortega Erazo" userId="19082e28a51afb61" providerId="LiveId" clId="{94990643-8E4E-4CF9-87DE-7C4FB3DD37DE}" dt="2023-09-14T00:58:51.383" v="64" actId="1076"/>
          <ac:spMkLst>
            <pc:docMk/>
            <pc:sldMk cId="257352372" sldId="301"/>
            <ac:spMk id="136" creationId="{363CD76F-1DCB-AF38-1290-92B42EC4EB22}"/>
          </ac:spMkLst>
        </pc:spChg>
        <pc:spChg chg="mod">
          <ac:chgData name="Wilmer Ortega Erazo" userId="19082e28a51afb61" providerId="LiveId" clId="{94990643-8E4E-4CF9-87DE-7C4FB3DD37DE}" dt="2023-09-14T00:58:51.383" v="64" actId="1076"/>
          <ac:spMkLst>
            <pc:docMk/>
            <pc:sldMk cId="257352372" sldId="301"/>
            <ac:spMk id="137" creationId="{5480AFA0-1E62-2696-0298-3F36D605DF64}"/>
          </ac:spMkLst>
        </pc:spChg>
        <pc:spChg chg="add mod">
          <ac:chgData name="Wilmer Ortega Erazo" userId="19082e28a51afb61" providerId="LiveId" clId="{94990643-8E4E-4CF9-87DE-7C4FB3DD37DE}" dt="2023-09-14T00:58:51.383" v="64" actId="1076"/>
          <ac:spMkLst>
            <pc:docMk/>
            <pc:sldMk cId="257352372" sldId="301"/>
            <ac:spMk id="138" creationId="{EEE02B50-E714-4564-CA24-6DAE7EA4E8A6}"/>
          </ac:spMkLst>
        </pc:spChg>
        <pc:spChg chg="mod">
          <ac:chgData name="Wilmer Ortega Erazo" userId="19082e28a51afb61" providerId="LiveId" clId="{94990643-8E4E-4CF9-87DE-7C4FB3DD37DE}" dt="2023-09-14T00:58:51.383" v="64" actId="1076"/>
          <ac:spMkLst>
            <pc:docMk/>
            <pc:sldMk cId="257352372" sldId="301"/>
            <ac:spMk id="158" creationId="{282EDF45-F336-9B46-669E-A8E991EBD20B}"/>
          </ac:spMkLst>
        </pc:spChg>
        <pc:spChg chg="mod">
          <ac:chgData name="Wilmer Ortega Erazo" userId="19082e28a51afb61" providerId="LiveId" clId="{94990643-8E4E-4CF9-87DE-7C4FB3DD37DE}" dt="2023-09-14T00:58:51.383" v="64" actId="1076"/>
          <ac:spMkLst>
            <pc:docMk/>
            <pc:sldMk cId="257352372" sldId="301"/>
            <ac:spMk id="159" creationId="{2F6B2CDD-9789-D8DC-C640-B0021B5E5C87}"/>
          </ac:spMkLst>
        </pc:spChg>
        <pc:spChg chg="mod">
          <ac:chgData name="Wilmer Ortega Erazo" userId="19082e28a51afb61" providerId="LiveId" clId="{94990643-8E4E-4CF9-87DE-7C4FB3DD37DE}" dt="2023-09-14T00:58:51.383" v="64" actId="1076"/>
          <ac:spMkLst>
            <pc:docMk/>
            <pc:sldMk cId="257352372" sldId="301"/>
            <ac:spMk id="160" creationId="{D3337C4B-BDC6-48BB-7D60-E543A97C074D}"/>
          </ac:spMkLst>
        </pc:spChg>
        <pc:spChg chg="mod">
          <ac:chgData name="Wilmer Ortega Erazo" userId="19082e28a51afb61" providerId="LiveId" clId="{94990643-8E4E-4CF9-87DE-7C4FB3DD37DE}" dt="2023-09-14T00:58:51.383" v="64" actId="1076"/>
          <ac:spMkLst>
            <pc:docMk/>
            <pc:sldMk cId="257352372" sldId="301"/>
            <ac:spMk id="161" creationId="{4F030BDE-57F3-E335-7179-730BEF3B72E4}"/>
          </ac:spMkLst>
        </pc:spChg>
        <pc:spChg chg="mod">
          <ac:chgData name="Wilmer Ortega Erazo" userId="19082e28a51afb61" providerId="LiveId" clId="{94990643-8E4E-4CF9-87DE-7C4FB3DD37DE}" dt="2023-09-14T00:58:51.383" v="64" actId="1076"/>
          <ac:spMkLst>
            <pc:docMk/>
            <pc:sldMk cId="257352372" sldId="301"/>
            <ac:spMk id="162" creationId="{A3F15205-EE4A-2BC2-A16A-DEE693AECF1C}"/>
          </ac:spMkLst>
        </pc:spChg>
        <pc:spChg chg="mod">
          <ac:chgData name="Wilmer Ortega Erazo" userId="19082e28a51afb61" providerId="LiveId" clId="{94990643-8E4E-4CF9-87DE-7C4FB3DD37DE}" dt="2023-09-14T00:58:51.383" v="64" actId="1076"/>
          <ac:spMkLst>
            <pc:docMk/>
            <pc:sldMk cId="257352372" sldId="301"/>
            <ac:spMk id="163" creationId="{AFAE6D6A-0C08-621A-3BE8-49C5B5A797EF}"/>
          </ac:spMkLst>
        </pc:spChg>
        <pc:spChg chg="mod">
          <ac:chgData name="Wilmer Ortega Erazo" userId="19082e28a51afb61" providerId="LiveId" clId="{94990643-8E4E-4CF9-87DE-7C4FB3DD37DE}" dt="2023-09-14T00:58:51.383" v="64" actId="1076"/>
          <ac:spMkLst>
            <pc:docMk/>
            <pc:sldMk cId="257352372" sldId="301"/>
            <ac:spMk id="164" creationId="{2E1E8B84-081E-2B7C-0F54-AA0D540DE301}"/>
          </ac:spMkLst>
        </pc:spChg>
        <pc:spChg chg="mod">
          <ac:chgData name="Wilmer Ortega Erazo" userId="19082e28a51afb61" providerId="LiveId" clId="{94990643-8E4E-4CF9-87DE-7C4FB3DD37DE}" dt="2023-09-14T00:58:51.383" v="64" actId="1076"/>
          <ac:spMkLst>
            <pc:docMk/>
            <pc:sldMk cId="257352372" sldId="301"/>
            <ac:spMk id="165" creationId="{591C520E-20D1-DCAD-7AA3-CF631CC594A6}"/>
          </ac:spMkLst>
        </pc:spChg>
        <pc:spChg chg="mod">
          <ac:chgData name="Wilmer Ortega Erazo" userId="19082e28a51afb61" providerId="LiveId" clId="{94990643-8E4E-4CF9-87DE-7C4FB3DD37DE}" dt="2023-09-14T00:58:51.383" v="64" actId="1076"/>
          <ac:spMkLst>
            <pc:docMk/>
            <pc:sldMk cId="257352372" sldId="301"/>
            <ac:spMk id="166" creationId="{0CB78CE5-9C8A-49A8-1270-35C9AAE06469}"/>
          </ac:spMkLst>
        </pc:spChg>
        <pc:spChg chg="mod">
          <ac:chgData name="Wilmer Ortega Erazo" userId="19082e28a51afb61" providerId="LiveId" clId="{94990643-8E4E-4CF9-87DE-7C4FB3DD37DE}" dt="2023-09-14T00:58:51.383" v="64" actId="1076"/>
          <ac:spMkLst>
            <pc:docMk/>
            <pc:sldMk cId="257352372" sldId="301"/>
            <ac:spMk id="167" creationId="{EFC82B85-1A36-FAA6-850D-19148C24BAF7}"/>
          </ac:spMkLst>
        </pc:spChg>
        <pc:spChg chg="mod">
          <ac:chgData name="Wilmer Ortega Erazo" userId="19082e28a51afb61" providerId="LiveId" clId="{94990643-8E4E-4CF9-87DE-7C4FB3DD37DE}" dt="2023-09-14T00:58:51.383" v="64" actId="1076"/>
          <ac:spMkLst>
            <pc:docMk/>
            <pc:sldMk cId="257352372" sldId="301"/>
            <ac:spMk id="168" creationId="{8310E293-F1FF-26B3-65F4-B8EBF5C53EE3}"/>
          </ac:spMkLst>
        </pc:spChg>
        <pc:spChg chg="mod">
          <ac:chgData name="Wilmer Ortega Erazo" userId="19082e28a51afb61" providerId="LiveId" clId="{94990643-8E4E-4CF9-87DE-7C4FB3DD37DE}" dt="2023-09-14T00:58:51.383" v="64" actId="1076"/>
          <ac:spMkLst>
            <pc:docMk/>
            <pc:sldMk cId="257352372" sldId="301"/>
            <ac:spMk id="169" creationId="{E280DD52-DF00-E64B-0B98-F862EAF97A9C}"/>
          </ac:spMkLst>
        </pc:spChg>
        <pc:spChg chg="mod">
          <ac:chgData name="Wilmer Ortega Erazo" userId="19082e28a51afb61" providerId="LiveId" clId="{94990643-8E4E-4CF9-87DE-7C4FB3DD37DE}" dt="2023-09-14T00:58:51.383" v="64" actId="1076"/>
          <ac:spMkLst>
            <pc:docMk/>
            <pc:sldMk cId="257352372" sldId="301"/>
            <ac:spMk id="170" creationId="{0C1D7BBF-AED3-1A04-D842-674149BF5372}"/>
          </ac:spMkLst>
        </pc:spChg>
        <pc:spChg chg="mod">
          <ac:chgData name="Wilmer Ortega Erazo" userId="19082e28a51afb61" providerId="LiveId" clId="{94990643-8E4E-4CF9-87DE-7C4FB3DD37DE}" dt="2023-09-14T00:58:51.383" v="64" actId="1076"/>
          <ac:spMkLst>
            <pc:docMk/>
            <pc:sldMk cId="257352372" sldId="301"/>
            <ac:spMk id="171" creationId="{A2750BD6-E6A6-3541-62A9-C6416EE6EB2C}"/>
          </ac:spMkLst>
        </pc:spChg>
        <pc:spChg chg="mod">
          <ac:chgData name="Wilmer Ortega Erazo" userId="19082e28a51afb61" providerId="LiveId" clId="{94990643-8E4E-4CF9-87DE-7C4FB3DD37DE}" dt="2023-09-14T00:58:51.383" v="64" actId="1076"/>
          <ac:spMkLst>
            <pc:docMk/>
            <pc:sldMk cId="257352372" sldId="301"/>
            <ac:spMk id="172" creationId="{0B3D6643-6C5B-E373-DAA4-60662A48D34E}"/>
          </ac:spMkLst>
        </pc:spChg>
        <pc:spChg chg="mod">
          <ac:chgData name="Wilmer Ortega Erazo" userId="19082e28a51afb61" providerId="LiveId" clId="{94990643-8E4E-4CF9-87DE-7C4FB3DD37DE}" dt="2023-09-14T00:58:51.383" v="64" actId="1076"/>
          <ac:spMkLst>
            <pc:docMk/>
            <pc:sldMk cId="257352372" sldId="301"/>
            <ac:spMk id="173" creationId="{CA16818F-5C78-E351-FAF3-5FFF75E03563}"/>
          </ac:spMkLst>
        </pc:spChg>
        <pc:spChg chg="mod">
          <ac:chgData name="Wilmer Ortega Erazo" userId="19082e28a51afb61" providerId="LiveId" clId="{94990643-8E4E-4CF9-87DE-7C4FB3DD37DE}" dt="2023-09-14T00:58:51.383" v="64" actId="1076"/>
          <ac:spMkLst>
            <pc:docMk/>
            <pc:sldMk cId="257352372" sldId="301"/>
            <ac:spMk id="174" creationId="{D94DACA2-E57F-1E1F-1E46-3A359EDFBCE9}"/>
          </ac:spMkLst>
        </pc:spChg>
        <pc:spChg chg="mod">
          <ac:chgData name="Wilmer Ortega Erazo" userId="19082e28a51afb61" providerId="LiveId" clId="{94990643-8E4E-4CF9-87DE-7C4FB3DD37DE}" dt="2023-09-14T00:58:51.383" v="64" actId="1076"/>
          <ac:spMkLst>
            <pc:docMk/>
            <pc:sldMk cId="257352372" sldId="301"/>
            <ac:spMk id="175" creationId="{685DEF34-C707-75DC-34B2-C63163588E2A}"/>
          </ac:spMkLst>
        </pc:spChg>
        <pc:spChg chg="mod">
          <ac:chgData name="Wilmer Ortega Erazo" userId="19082e28a51afb61" providerId="LiveId" clId="{94990643-8E4E-4CF9-87DE-7C4FB3DD37DE}" dt="2023-09-14T00:58:51.383" v="64" actId="1076"/>
          <ac:spMkLst>
            <pc:docMk/>
            <pc:sldMk cId="257352372" sldId="301"/>
            <ac:spMk id="176" creationId="{CA379C78-2535-D3E3-C380-4737CDD2AB22}"/>
          </ac:spMkLst>
        </pc:spChg>
        <pc:spChg chg="mod">
          <ac:chgData name="Wilmer Ortega Erazo" userId="19082e28a51afb61" providerId="LiveId" clId="{94990643-8E4E-4CF9-87DE-7C4FB3DD37DE}" dt="2023-09-14T00:58:51.383" v="64" actId="1076"/>
          <ac:spMkLst>
            <pc:docMk/>
            <pc:sldMk cId="257352372" sldId="301"/>
            <ac:spMk id="177" creationId="{6203A06F-CCEF-3A9B-B050-ABCEA1118801}"/>
          </ac:spMkLst>
        </pc:spChg>
        <pc:spChg chg="mod">
          <ac:chgData name="Wilmer Ortega Erazo" userId="19082e28a51afb61" providerId="LiveId" clId="{94990643-8E4E-4CF9-87DE-7C4FB3DD37DE}" dt="2023-09-14T00:58:51.383" v="64" actId="1076"/>
          <ac:spMkLst>
            <pc:docMk/>
            <pc:sldMk cId="257352372" sldId="301"/>
            <ac:spMk id="178" creationId="{05C60299-4CF3-A869-5567-34C8EDECDA42}"/>
          </ac:spMkLst>
        </pc:spChg>
        <pc:spChg chg="mod">
          <ac:chgData name="Wilmer Ortega Erazo" userId="19082e28a51afb61" providerId="LiveId" clId="{94990643-8E4E-4CF9-87DE-7C4FB3DD37DE}" dt="2023-09-14T00:58:51.383" v="64" actId="1076"/>
          <ac:spMkLst>
            <pc:docMk/>
            <pc:sldMk cId="257352372" sldId="301"/>
            <ac:spMk id="179" creationId="{68C808F2-1645-34E4-8928-B48C6FC9F12D}"/>
          </ac:spMkLst>
        </pc:spChg>
        <pc:spChg chg="mod">
          <ac:chgData name="Wilmer Ortega Erazo" userId="19082e28a51afb61" providerId="LiveId" clId="{94990643-8E4E-4CF9-87DE-7C4FB3DD37DE}" dt="2023-09-14T00:58:51.383" v="64" actId="1076"/>
          <ac:spMkLst>
            <pc:docMk/>
            <pc:sldMk cId="257352372" sldId="301"/>
            <ac:spMk id="180" creationId="{ED7CD46A-3C7E-9DF6-6B74-4668DD62B850}"/>
          </ac:spMkLst>
        </pc:spChg>
        <pc:spChg chg="mod">
          <ac:chgData name="Wilmer Ortega Erazo" userId="19082e28a51afb61" providerId="LiveId" clId="{94990643-8E4E-4CF9-87DE-7C4FB3DD37DE}" dt="2023-09-14T00:58:51.383" v="64" actId="1076"/>
          <ac:spMkLst>
            <pc:docMk/>
            <pc:sldMk cId="257352372" sldId="301"/>
            <ac:spMk id="181" creationId="{640670D8-AC88-C1AA-65DA-995471DCAB62}"/>
          </ac:spMkLst>
        </pc:spChg>
        <pc:spChg chg="mod">
          <ac:chgData name="Wilmer Ortega Erazo" userId="19082e28a51afb61" providerId="LiveId" clId="{94990643-8E4E-4CF9-87DE-7C4FB3DD37DE}" dt="2023-09-14T00:58:51.383" v="64" actId="1076"/>
          <ac:spMkLst>
            <pc:docMk/>
            <pc:sldMk cId="257352372" sldId="301"/>
            <ac:spMk id="182" creationId="{341E43BB-4011-D354-ABD3-4D523AED9404}"/>
          </ac:spMkLst>
        </pc:spChg>
        <pc:spChg chg="mod">
          <ac:chgData name="Wilmer Ortega Erazo" userId="19082e28a51afb61" providerId="LiveId" clId="{94990643-8E4E-4CF9-87DE-7C4FB3DD37DE}" dt="2023-09-14T00:58:51.383" v="64" actId="1076"/>
          <ac:spMkLst>
            <pc:docMk/>
            <pc:sldMk cId="257352372" sldId="301"/>
            <ac:spMk id="183" creationId="{999B2B21-BED3-37BE-554A-5FD5A0460010}"/>
          </ac:spMkLst>
        </pc:spChg>
        <pc:spChg chg="mod">
          <ac:chgData name="Wilmer Ortega Erazo" userId="19082e28a51afb61" providerId="LiveId" clId="{94990643-8E4E-4CF9-87DE-7C4FB3DD37DE}" dt="2023-09-14T00:58:51.383" v="64" actId="1076"/>
          <ac:spMkLst>
            <pc:docMk/>
            <pc:sldMk cId="257352372" sldId="301"/>
            <ac:spMk id="184" creationId="{2EAB82E9-873B-5A9F-766F-09913E281145}"/>
          </ac:spMkLst>
        </pc:spChg>
        <pc:spChg chg="mod">
          <ac:chgData name="Wilmer Ortega Erazo" userId="19082e28a51afb61" providerId="LiveId" clId="{94990643-8E4E-4CF9-87DE-7C4FB3DD37DE}" dt="2023-09-14T00:58:51.383" v="64" actId="1076"/>
          <ac:spMkLst>
            <pc:docMk/>
            <pc:sldMk cId="257352372" sldId="301"/>
            <ac:spMk id="185" creationId="{60ABB1BF-EC80-2554-8DAE-6419D0C0DBD3}"/>
          </ac:spMkLst>
        </pc:spChg>
        <pc:spChg chg="mod">
          <ac:chgData name="Wilmer Ortega Erazo" userId="19082e28a51afb61" providerId="LiveId" clId="{94990643-8E4E-4CF9-87DE-7C4FB3DD37DE}" dt="2023-09-14T00:58:51.383" v="64" actId="1076"/>
          <ac:spMkLst>
            <pc:docMk/>
            <pc:sldMk cId="257352372" sldId="301"/>
            <ac:spMk id="186" creationId="{288F029F-D3B5-2151-5898-AB5F0F1788FD}"/>
          </ac:spMkLst>
        </pc:spChg>
        <pc:spChg chg="mod">
          <ac:chgData name="Wilmer Ortega Erazo" userId="19082e28a51afb61" providerId="LiveId" clId="{94990643-8E4E-4CF9-87DE-7C4FB3DD37DE}" dt="2023-09-14T00:58:51.383" v="64" actId="1076"/>
          <ac:spMkLst>
            <pc:docMk/>
            <pc:sldMk cId="257352372" sldId="301"/>
            <ac:spMk id="187" creationId="{50D67CD7-81C4-50D9-268B-EBE2F966BFE2}"/>
          </ac:spMkLst>
        </pc:spChg>
        <pc:spChg chg="mod">
          <ac:chgData name="Wilmer Ortega Erazo" userId="19082e28a51afb61" providerId="LiveId" clId="{94990643-8E4E-4CF9-87DE-7C4FB3DD37DE}" dt="2023-09-14T00:58:51.383" v="64" actId="1076"/>
          <ac:spMkLst>
            <pc:docMk/>
            <pc:sldMk cId="257352372" sldId="301"/>
            <ac:spMk id="188" creationId="{EA351BD0-A64D-B6D6-7F43-3121C94E0860}"/>
          </ac:spMkLst>
        </pc:spChg>
        <pc:spChg chg="mod">
          <ac:chgData name="Wilmer Ortega Erazo" userId="19082e28a51afb61" providerId="LiveId" clId="{94990643-8E4E-4CF9-87DE-7C4FB3DD37DE}" dt="2023-09-14T00:58:51.383" v="64" actId="1076"/>
          <ac:spMkLst>
            <pc:docMk/>
            <pc:sldMk cId="257352372" sldId="301"/>
            <ac:spMk id="189" creationId="{A925A539-936B-E944-C335-7AA253A6D966}"/>
          </ac:spMkLst>
        </pc:spChg>
        <pc:spChg chg="mod">
          <ac:chgData name="Wilmer Ortega Erazo" userId="19082e28a51afb61" providerId="LiveId" clId="{94990643-8E4E-4CF9-87DE-7C4FB3DD37DE}" dt="2023-09-14T00:58:51.383" v="64" actId="1076"/>
          <ac:spMkLst>
            <pc:docMk/>
            <pc:sldMk cId="257352372" sldId="301"/>
            <ac:spMk id="190" creationId="{B4EEFD11-66A7-0CBB-67F3-C122D7A8085A}"/>
          </ac:spMkLst>
        </pc:spChg>
        <pc:spChg chg="mod">
          <ac:chgData name="Wilmer Ortega Erazo" userId="19082e28a51afb61" providerId="LiveId" clId="{94990643-8E4E-4CF9-87DE-7C4FB3DD37DE}" dt="2023-09-14T00:58:51.383" v="64" actId="1076"/>
          <ac:spMkLst>
            <pc:docMk/>
            <pc:sldMk cId="257352372" sldId="301"/>
            <ac:spMk id="191" creationId="{082D56ED-8CF5-33A8-61C8-CCF7D9C71900}"/>
          </ac:spMkLst>
        </pc:spChg>
        <pc:spChg chg="mod">
          <ac:chgData name="Wilmer Ortega Erazo" userId="19082e28a51afb61" providerId="LiveId" clId="{94990643-8E4E-4CF9-87DE-7C4FB3DD37DE}" dt="2023-09-14T00:58:51.383" v="64" actId="1076"/>
          <ac:spMkLst>
            <pc:docMk/>
            <pc:sldMk cId="257352372" sldId="301"/>
            <ac:spMk id="192" creationId="{F80270D9-2B38-2FFD-0293-3979028731ED}"/>
          </ac:spMkLst>
        </pc:spChg>
        <pc:spChg chg="mod">
          <ac:chgData name="Wilmer Ortega Erazo" userId="19082e28a51afb61" providerId="LiveId" clId="{94990643-8E4E-4CF9-87DE-7C4FB3DD37DE}" dt="2023-09-14T00:58:51.383" v="64" actId="1076"/>
          <ac:spMkLst>
            <pc:docMk/>
            <pc:sldMk cId="257352372" sldId="301"/>
            <ac:spMk id="193" creationId="{73428E7E-FE12-F561-7F14-0FC634887173}"/>
          </ac:spMkLst>
        </pc:spChg>
        <pc:spChg chg="mod">
          <ac:chgData name="Wilmer Ortega Erazo" userId="19082e28a51afb61" providerId="LiveId" clId="{94990643-8E4E-4CF9-87DE-7C4FB3DD37DE}" dt="2023-09-14T00:58:51.383" v="64" actId="1076"/>
          <ac:spMkLst>
            <pc:docMk/>
            <pc:sldMk cId="257352372" sldId="301"/>
            <ac:spMk id="194" creationId="{31DE5465-68E8-CA55-1445-36CEFC1B084C}"/>
          </ac:spMkLst>
        </pc:spChg>
        <pc:spChg chg="mod">
          <ac:chgData name="Wilmer Ortega Erazo" userId="19082e28a51afb61" providerId="LiveId" clId="{94990643-8E4E-4CF9-87DE-7C4FB3DD37DE}" dt="2023-09-14T00:58:51.383" v="64" actId="1076"/>
          <ac:spMkLst>
            <pc:docMk/>
            <pc:sldMk cId="257352372" sldId="301"/>
            <ac:spMk id="195" creationId="{D26ECE08-C520-4B18-23CC-2D76B65E1159}"/>
          </ac:spMkLst>
        </pc:spChg>
        <pc:spChg chg="mod">
          <ac:chgData name="Wilmer Ortega Erazo" userId="19082e28a51afb61" providerId="LiveId" clId="{94990643-8E4E-4CF9-87DE-7C4FB3DD37DE}" dt="2023-09-14T00:58:51.383" v="64" actId="1076"/>
          <ac:spMkLst>
            <pc:docMk/>
            <pc:sldMk cId="257352372" sldId="301"/>
            <ac:spMk id="196" creationId="{EB246EFD-5FA3-7EC2-71F0-AD4D5B06D82C}"/>
          </ac:spMkLst>
        </pc:spChg>
        <pc:spChg chg="mod">
          <ac:chgData name="Wilmer Ortega Erazo" userId="19082e28a51afb61" providerId="LiveId" clId="{94990643-8E4E-4CF9-87DE-7C4FB3DD37DE}" dt="2023-09-14T00:58:51.383" v="64" actId="1076"/>
          <ac:spMkLst>
            <pc:docMk/>
            <pc:sldMk cId="257352372" sldId="301"/>
            <ac:spMk id="197" creationId="{55C133D9-BF39-1372-CDAA-B6B3DD0BFF5F}"/>
          </ac:spMkLst>
        </pc:spChg>
        <pc:spChg chg="mod">
          <ac:chgData name="Wilmer Ortega Erazo" userId="19082e28a51afb61" providerId="LiveId" clId="{94990643-8E4E-4CF9-87DE-7C4FB3DD37DE}" dt="2023-09-14T00:58:51.383" v="64" actId="1076"/>
          <ac:spMkLst>
            <pc:docMk/>
            <pc:sldMk cId="257352372" sldId="301"/>
            <ac:spMk id="198" creationId="{3DAF830E-A346-48C3-8C1F-7CEB55A32342}"/>
          </ac:spMkLst>
        </pc:spChg>
        <pc:spChg chg="mod">
          <ac:chgData name="Wilmer Ortega Erazo" userId="19082e28a51afb61" providerId="LiveId" clId="{94990643-8E4E-4CF9-87DE-7C4FB3DD37DE}" dt="2023-09-14T00:58:51.383" v="64" actId="1076"/>
          <ac:spMkLst>
            <pc:docMk/>
            <pc:sldMk cId="257352372" sldId="301"/>
            <ac:spMk id="199" creationId="{B704B196-416B-347F-68E9-C4B1F94B6EE8}"/>
          </ac:spMkLst>
        </pc:spChg>
        <pc:spChg chg="mod">
          <ac:chgData name="Wilmer Ortega Erazo" userId="19082e28a51afb61" providerId="LiveId" clId="{94990643-8E4E-4CF9-87DE-7C4FB3DD37DE}" dt="2023-09-14T00:58:51.383" v="64" actId="1076"/>
          <ac:spMkLst>
            <pc:docMk/>
            <pc:sldMk cId="257352372" sldId="301"/>
            <ac:spMk id="200" creationId="{BD100EDE-EFA0-81E7-CCC0-758E92BD8B08}"/>
          </ac:spMkLst>
        </pc:spChg>
        <pc:spChg chg="mod">
          <ac:chgData name="Wilmer Ortega Erazo" userId="19082e28a51afb61" providerId="LiveId" clId="{94990643-8E4E-4CF9-87DE-7C4FB3DD37DE}" dt="2023-09-14T00:58:51.383" v="64" actId="1076"/>
          <ac:spMkLst>
            <pc:docMk/>
            <pc:sldMk cId="257352372" sldId="301"/>
            <ac:spMk id="201" creationId="{A14A1613-C77D-4DF3-7B2E-8D316AD6FAB8}"/>
          </ac:spMkLst>
        </pc:spChg>
        <pc:spChg chg="mod">
          <ac:chgData name="Wilmer Ortega Erazo" userId="19082e28a51afb61" providerId="LiveId" clId="{94990643-8E4E-4CF9-87DE-7C4FB3DD37DE}" dt="2023-09-14T00:58:51.383" v="64" actId="1076"/>
          <ac:spMkLst>
            <pc:docMk/>
            <pc:sldMk cId="257352372" sldId="301"/>
            <ac:spMk id="202" creationId="{42A7C532-C5A4-A059-A55C-A8B0D5F2A332}"/>
          </ac:spMkLst>
        </pc:spChg>
        <pc:spChg chg="mod">
          <ac:chgData name="Wilmer Ortega Erazo" userId="19082e28a51afb61" providerId="LiveId" clId="{94990643-8E4E-4CF9-87DE-7C4FB3DD37DE}" dt="2023-09-14T00:58:51.383" v="64" actId="1076"/>
          <ac:spMkLst>
            <pc:docMk/>
            <pc:sldMk cId="257352372" sldId="301"/>
            <ac:spMk id="203" creationId="{6B3781D3-7893-3BE1-7DBA-E4BA4416D4E1}"/>
          </ac:spMkLst>
        </pc:spChg>
        <pc:spChg chg="mod">
          <ac:chgData name="Wilmer Ortega Erazo" userId="19082e28a51afb61" providerId="LiveId" clId="{94990643-8E4E-4CF9-87DE-7C4FB3DD37DE}" dt="2023-09-14T00:58:51.383" v="64" actId="1076"/>
          <ac:spMkLst>
            <pc:docMk/>
            <pc:sldMk cId="257352372" sldId="301"/>
            <ac:spMk id="204" creationId="{FB621D3F-0358-A5EF-8DE8-C774A88DD43E}"/>
          </ac:spMkLst>
        </pc:spChg>
        <pc:spChg chg="add mod">
          <ac:chgData name="Wilmer Ortega Erazo" userId="19082e28a51afb61" providerId="LiveId" clId="{94990643-8E4E-4CF9-87DE-7C4FB3DD37DE}" dt="2023-09-14T00:58:51.383" v="64" actId="1076"/>
          <ac:spMkLst>
            <pc:docMk/>
            <pc:sldMk cId="257352372" sldId="301"/>
            <ac:spMk id="205" creationId="{D3E00811-B51F-CEDE-BA9E-98ADB3B7543E}"/>
          </ac:spMkLst>
        </pc:spChg>
        <pc:grpChg chg="add mod">
          <ac:chgData name="Wilmer Ortega Erazo" userId="19082e28a51afb61" providerId="LiveId" clId="{94990643-8E4E-4CF9-87DE-7C4FB3DD37DE}" dt="2023-09-14T00:58:51.383" v="64" actId="1076"/>
          <ac:grpSpMkLst>
            <pc:docMk/>
            <pc:sldMk cId="257352372" sldId="301"/>
            <ac:grpSpMk id="3" creationId="{2EE93B74-8CB5-4802-DE77-F28EE8288A3D}"/>
          </ac:grpSpMkLst>
        </pc:grpChg>
        <pc:grpChg chg="mod">
          <ac:chgData name="Wilmer Ortega Erazo" userId="19082e28a51afb61" providerId="LiveId" clId="{94990643-8E4E-4CF9-87DE-7C4FB3DD37DE}" dt="2023-09-14T00:58:51.383" v="64" actId="1076"/>
          <ac:grpSpMkLst>
            <pc:docMk/>
            <pc:sldMk cId="257352372" sldId="301"/>
            <ac:grpSpMk id="5" creationId="{94D07ADC-74B6-3054-C03C-9C358DC75DB1}"/>
          </ac:grpSpMkLst>
        </pc:grpChg>
        <pc:grpChg chg="mod">
          <ac:chgData name="Wilmer Ortega Erazo" userId="19082e28a51afb61" providerId="LiveId" clId="{94990643-8E4E-4CF9-87DE-7C4FB3DD37DE}" dt="2023-09-14T00:58:51.383" v="64" actId="1076"/>
          <ac:grpSpMkLst>
            <pc:docMk/>
            <pc:sldMk cId="257352372" sldId="301"/>
            <ac:grpSpMk id="6" creationId="{6A183998-5A7D-71DC-7AE6-0AE25F9BDA4D}"/>
          </ac:grpSpMkLst>
        </pc:grpChg>
        <pc:grpChg chg="mod">
          <ac:chgData name="Wilmer Ortega Erazo" userId="19082e28a51afb61" providerId="LiveId" clId="{94990643-8E4E-4CF9-87DE-7C4FB3DD37DE}" dt="2023-09-14T00:58:51.383" v="64" actId="1076"/>
          <ac:grpSpMkLst>
            <pc:docMk/>
            <pc:sldMk cId="257352372" sldId="301"/>
            <ac:grpSpMk id="7" creationId="{5F719087-8D16-674E-A239-C867B4FD9962}"/>
          </ac:grpSpMkLst>
        </pc:grpChg>
        <pc:grpChg chg="mod">
          <ac:chgData name="Wilmer Ortega Erazo" userId="19082e28a51afb61" providerId="LiveId" clId="{94990643-8E4E-4CF9-87DE-7C4FB3DD37DE}" dt="2023-09-14T00:58:51.383" v="64" actId="1076"/>
          <ac:grpSpMkLst>
            <pc:docMk/>
            <pc:sldMk cId="257352372" sldId="301"/>
            <ac:grpSpMk id="8" creationId="{1EFF5C09-7631-D1F0-163B-E54CA9491A36}"/>
          </ac:grpSpMkLst>
        </pc:grpChg>
        <pc:grpChg chg="mod">
          <ac:chgData name="Wilmer Ortega Erazo" userId="19082e28a51afb61" providerId="LiveId" clId="{94990643-8E4E-4CF9-87DE-7C4FB3DD37DE}" dt="2023-09-14T00:58:51.383" v="64" actId="1076"/>
          <ac:grpSpMkLst>
            <pc:docMk/>
            <pc:sldMk cId="257352372" sldId="301"/>
            <ac:grpSpMk id="9" creationId="{B3D11DC5-042C-8C4C-0480-EB0075B2E9E7}"/>
          </ac:grpSpMkLst>
        </pc:grpChg>
        <pc:grpChg chg="mod">
          <ac:chgData name="Wilmer Ortega Erazo" userId="19082e28a51afb61" providerId="LiveId" clId="{94990643-8E4E-4CF9-87DE-7C4FB3DD37DE}" dt="2023-09-14T00:58:51.383" v="64" actId="1076"/>
          <ac:grpSpMkLst>
            <pc:docMk/>
            <pc:sldMk cId="257352372" sldId="301"/>
            <ac:grpSpMk id="10" creationId="{79D36307-2DF2-92EC-BE9B-A30F639AFAEE}"/>
          </ac:grpSpMkLst>
        </pc:grpChg>
        <pc:grpChg chg="mod">
          <ac:chgData name="Wilmer Ortega Erazo" userId="19082e28a51afb61" providerId="LiveId" clId="{94990643-8E4E-4CF9-87DE-7C4FB3DD37DE}" dt="2023-09-14T00:58:51.383" v="64" actId="1076"/>
          <ac:grpSpMkLst>
            <pc:docMk/>
            <pc:sldMk cId="257352372" sldId="301"/>
            <ac:grpSpMk id="11" creationId="{E46830B1-E200-4AEB-42FE-95C36FFA4235}"/>
          </ac:grpSpMkLst>
        </pc:grpChg>
        <pc:grpChg chg="mod">
          <ac:chgData name="Wilmer Ortega Erazo" userId="19082e28a51afb61" providerId="LiveId" clId="{94990643-8E4E-4CF9-87DE-7C4FB3DD37DE}" dt="2023-09-14T00:58:51.383" v="64" actId="1076"/>
          <ac:grpSpMkLst>
            <pc:docMk/>
            <pc:sldMk cId="257352372" sldId="301"/>
            <ac:grpSpMk id="12" creationId="{02DD39BD-A01E-0E73-CC22-1EDB060799EB}"/>
          </ac:grpSpMkLst>
        </pc:grpChg>
        <pc:grpChg chg="mod">
          <ac:chgData name="Wilmer Ortega Erazo" userId="19082e28a51afb61" providerId="LiveId" clId="{94990643-8E4E-4CF9-87DE-7C4FB3DD37DE}" dt="2023-09-14T00:58:51.383" v="64" actId="1076"/>
          <ac:grpSpMkLst>
            <pc:docMk/>
            <pc:sldMk cId="257352372" sldId="301"/>
            <ac:grpSpMk id="13" creationId="{963260D7-A505-20EB-4B55-3D1A8768363A}"/>
          </ac:grpSpMkLst>
        </pc:grpChg>
        <pc:grpChg chg="mod">
          <ac:chgData name="Wilmer Ortega Erazo" userId="19082e28a51afb61" providerId="LiveId" clId="{94990643-8E4E-4CF9-87DE-7C4FB3DD37DE}" dt="2023-09-14T00:58:51.383" v="64" actId="1076"/>
          <ac:grpSpMkLst>
            <pc:docMk/>
            <pc:sldMk cId="257352372" sldId="301"/>
            <ac:grpSpMk id="14" creationId="{6E9C8BDD-03CC-F13E-AE21-64A770037642}"/>
          </ac:grpSpMkLst>
        </pc:grpChg>
        <pc:grpChg chg="mod">
          <ac:chgData name="Wilmer Ortega Erazo" userId="19082e28a51afb61" providerId="LiveId" clId="{94990643-8E4E-4CF9-87DE-7C4FB3DD37DE}" dt="2023-09-14T00:58:51.383" v="64" actId="1076"/>
          <ac:grpSpMkLst>
            <pc:docMk/>
            <pc:sldMk cId="257352372" sldId="301"/>
            <ac:grpSpMk id="15" creationId="{F89F9AC3-CE05-74A4-14AB-2AC0D3916BCB}"/>
          </ac:grpSpMkLst>
        </pc:grpChg>
        <pc:grpChg chg="mod">
          <ac:chgData name="Wilmer Ortega Erazo" userId="19082e28a51afb61" providerId="LiveId" clId="{94990643-8E4E-4CF9-87DE-7C4FB3DD37DE}" dt="2023-09-14T00:58:51.383" v="64" actId="1076"/>
          <ac:grpSpMkLst>
            <pc:docMk/>
            <pc:sldMk cId="257352372" sldId="301"/>
            <ac:grpSpMk id="16" creationId="{4C83BFBD-615C-5AAE-B3A7-6BC5A4D2E551}"/>
          </ac:grpSpMkLst>
        </pc:grpChg>
        <pc:grpChg chg="mod">
          <ac:chgData name="Wilmer Ortega Erazo" userId="19082e28a51afb61" providerId="LiveId" clId="{94990643-8E4E-4CF9-87DE-7C4FB3DD37DE}" dt="2023-09-14T00:58:51.383" v="64" actId="1076"/>
          <ac:grpSpMkLst>
            <pc:docMk/>
            <pc:sldMk cId="257352372" sldId="301"/>
            <ac:grpSpMk id="17" creationId="{CA99943D-71EA-AB9B-3912-CE010007E513}"/>
          </ac:grpSpMkLst>
        </pc:grpChg>
        <pc:grpChg chg="mod">
          <ac:chgData name="Wilmer Ortega Erazo" userId="19082e28a51afb61" providerId="LiveId" clId="{94990643-8E4E-4CF9-87DE-7C4FB3DD37DE}" dt="2023-09-14T00:58:51.383" v="64" actId="1076"/>
          <ac:grpSpMkLst>
            <pc:docMk/>
            <pc:sldMk cId="257352372" sldId="301"/>
            <ac:grpSpMk id="18" creationId="{CA5D39D8-B19D-F9F6-C859-B566B6C7BDDD}"/>
          </ac:grpSpMkLst>
        </pc:grpChg>
        <pc:grpChg chg="mod">
          <ac:chgData name="Wilmer Ortega Erazo" userId="19082e28a51afb61" providerId="LiveId" clId="{94990643-8E4E-4CF9-87DE-7C4FB3DD37DE}" dt="2023-09-14T00:58:51.383" v="64" actId="1076"/>
          <ac:grpSpMkLst>
            <pc:docMk/>
            <pc:sldMk cId="257352372" sldId="301"/>
            <ac:grpSpMk id="19" creationId="{CE09273D-4FE0-CCF3-9383-50269ACED377}"/>
          </ac:grpSpMkLst>
        </pc:grpChg>
        <pc:grpChg chg="mod">
          <ac:chgData name="Wilmer Ortega Erazo" userId="19082e28a51afb61" providerId="LiveId" clId="{94990643-8E4E-4CF9-87DE-7C4FB3DD37DE}" dt="2023-09-14T00:58:51.383" v="64" actId="1076"/>
          <ac:grpSpMkLst>
            <pc:docMk/>
            <pc:sldMk cId="257352372" sldId="301"/>
            <ac:grpSpMk id="20" creationId="{3174B1E3-AB17-EC85-FE80-F4B3C211936C}"/>
          </ac:grpSpMkLst>
        </pc:grpChg>
        <pc:grpChg chg="mod">
          <ac:chgData name="Wilmer Ortega Erazo" userId="19082e28a51afb61" providerId="LiveId" clId="{94990643-8E4E-4CF9-87DE-7C4FB3DD37DE}" dt="2023-09-14T00:58:51.383" v="64" actId="1076"/>
          <ac:grpSpMkLst>
            <pc:docMk/>
            <pc:sldMk cId="257352372" sldId="301"/>
            <ac:grpSpMk id="21" creationId="{8FB75041-3EE1-9BA6-DED1-1297E5012448}"/>
          </ac:grpSpMkLst>
        </pc:grpChg>
        <pc:grpChg chg="mod">
          <ac:chgData name="Wilmer Ortega Erazo" userId="19082e28a51afb61" providerId="LiveId" clId="{94990643-8E4E-4CF9-87DE-7C4FB3DD37DE}" dt="2023-09-14T00:58:51.383" v="64" actId="1076"/>
          <ac:grpSpMkLst>
            <pc:docMk/>
            <pc:sldMk cId="257352372" sldId="301"/>
            <ac:grpSpMk id="22" creationId="{5EE2E2F7-B166-8DDE-9ACE-EFD732F168BF}"/>
          </ac:grpSpMkLst>
        </pc:grpChg>
        <pc:grpChg chg="mod">
          <ac:chgData name="Wilmer Ortega Erazo" userId="19082e28a51afb61" providerId="LiveId" clId="{94990643-8E4E-4CF9-87DE-7C4FB3DD37DE}" dt="2023-09-14T00:58:51.383" v="64" actId="1076"/>
          <ac:grpSpMkLst>
            <pc:docMk/>
            <pc:sldMk cId="257352372" sldId="301"/>
            <ac:grpSpMk id="23" creationId="{9CADCD6D-33CD-3876-02DE-4C66479624CE}"/>
          </ac:grpSpMkLst>
        </pc:grpChg>
        <pc:grpChg chg="mod">
          <ac:chgData name="Wilmer Ortega Erazo" userId="19082e28a51afb61" providerId="LiveId" clId="{94990643-8E4E-4CF9-87DE-7C4FB3DD37DE}" dt="2023-09-14T00:58:51.383" v="64" actId="1076"/>
          <ac:grpSpMkLst>
            <pc:docMk/>
            <pc:sldMk cId="257352372" sldId="301"/>
            <ac:grpSpMk id="24" creationId="{C68A2683-4F1D-E668-0818-37C1723D44A0}"/>
          </ac:grpSpMkLst>
        </pc:grpChg>
        <pc:grpChg chg="mod">
          <ac:chgData name="Wilmer Ortega Erazo" userId="19082e28a51afb61" providerId="LiveId" clId="{94990643-8E4E-4CF9-87DE-7C4FB3DD37DE}" dt="2023-09-14T00:58:51.383" v="64" actId="1076"/>
          <ac:grpSpMkLst>
            <pc:docMk/>
            <pc:sldMk cId="257352372" sldId="301"/>
            <ac:grpSpMk id="25" creationId="{B82D75A5-4531-7038-BC4A-B4081469DF77}"/>
          </ac:grpSpMkLst>
        </pc:grpChg>
        <pc:grpChg chg="mod">
          <ac:chgData name="Wilmer Ortega Erazo" userId="19082e28a51afb61" providerId="LiveId" clId="{94990643-8E4E-4CF9-87DE-7C4FB3DD37DE}" dt="2023-09-14T00:58:51.383" v="64" actId="1076"/>
          <ac:grpSpMkLst>
            <pc:docMk/>
            <pc:sldMk cId="257352372" sldId="301"/>
            <ac:grpSpMk id="26" creationId="{EDF27EB8-3B11-A075-EA72-CE8317C58E77}"/>
          </ac:grpSpMkLst>
        </pc:grpChg>
        <pc:grpChg chg="mod">
          <ac:chgData name="Wilmer Ortega Erazo" userId="19082e28a51afb61" providerId="LiveId" clId="{94990643-8E4E-4CF9-87DE-7C4FB3DD37DE}" dt="2023-09-14T00:58:51.383" v="64" actId="1076"/>
          <ac:grpSpMkLst>
            <pc:docMk/>
            <pc:sldMk cId="257352372" sldId="301"/>
            <ac:grpSpMk id="27" creationId="{4CB020A7-B3C6-F8FA-38CC-9E70D0D582BE}"/>
          </ac:grpSpMkLst>
        </pc:grpChg>
        <pc:grpChg chg="mod">
          <ac:chgData name="Wilmer Ortega Erazo" userId="19082e28a51afb61" providerId="LiveId" clId="{94990643-8E4E-4CF9-87DE-7C4FB3DD37DE}" dt="2023-09-14T00:58:51.383" v="64" actId="1076"/>
          <ac:grpSpMkLst>
            <pc:docMk/>
            <pc:sldMk cId="257352372" sldId="301"/>
            <ac:grpSpMk id="28" creationId="{55360BD3-2A4A-BDAF-6D75-43A7F864F740}"/>
          </ac:grpSpMkLst>
        </pc:grpChg>
        <pc:grpChg chg="mod">
          <ac:chgData name="Wilmer Ortega Erazo" userId="19082e28a51afb61" providerId="LiveId" clId="{94990643-8E4E-4CF9-87DE-7C4FB3DD37DE}" dt="2023-09-14T00:58:51.383" v="64" actId="1076"/>
          <ac:grpSpMkLst>
            <pc:docMk/>
            <pc:sldMk cId="257352372" sldId="301"/>
            <ac:grpSpMk id="29" creationId="{05291A85-8D51-8BCD-309C-FAC6444586D7}"/>
          </ac:grpSpMkLst>
        </pc:grpChg>
        <pc:grpChg chg="mod">
          <ac:chgData name="Wilmer Ortega Erazo" userId="19082e28a51afb61" providerId="LiveId" clId="{94990643-8E4E-4CF9-87DE-7C4FB3DD37DE}" dt="2023-09-14T00:58:51.383" v="64" actId="1076"/>
          <ac:grpSpMkLst>
            <pc:docMk/>
            <pc:sldMk cId="257352372" sldId="301"/>
            <ac:grpSpMk id="31" creationId="{B345B244-6FD1-65A5-2C46-EBF325F438A2}"/>
          </ac:grpSpMkLst>
        </pc:grpChg>
        <pc:grpChg chg="mod">
          <ac:chgData name="Wilmer Ortega Erazo" userId="19082e28a51afb61" providerId="LiveId" clId="{94990643-8E4E-4CF9-87DE-7C4FB3DD37DE}" dt="2023-09-14T00:58:51.383" v="64" actId="1076"/>
          <ac:grpSpMkLst>
            <pc:docMk/>
            <pc:sldMk cId="257352372" sldId="301"/>
            <ac:grpSpMk id="32" creationId="{E3EAF35C-A9C8-C38A-4DA1-E8335CF4B6F2}"/>
          </ac:grpSpMkLst>
        </pc:grpChg>
        <pc:grpChg chg="mod">
          <ac:chgData name="Wilmer Ortega Erazo" userId="19082e28a51afb61" providerId="LiveId" clId="{94990643-8E4E-4CF9-87DE-7C4FB3DD37DE}" dt="2023-09-14T00:58:51.383" v="64" actId="1076"/>
          <ac:grpSpMkLst>
            <pc:docMk/>
            <pc:sldMk cId="257352372" sldId="301"/>
            <ac:grpSpMk id="33" creationId="{B9828780-1FA8-128D-21DF-78F84117D3F0}"/>
          </ac:grpSpMkLst>
        </pc:grpChg>
        <pc:grpChg chg="mod">
          <ac:chgData name="Wilmer Ortega Erazo" userId="19082e28a51afb61" providerId="LiveId" clId="{94990643-8E4E-4CF9-87DE-7C4FB3DD37DE}" dt="2023-09-14T00:58:51.383" v="64" actId="1076"/>
          <ac:grpSpMkLst>
            <pc:docMk/>
            <pc:sldMk cId="257352372" sldId="301"/>
            <ac:grpSpMk id="34" creationId="{810EE469-D463-2817-BC5F-85A91169DAFA}"/>
          </ac:grpSpMkLst>
        </pc:grpChg>
        <pc:grpChg chg="mod">
          <ac:chgData name="Wilmer Ortega Erazo" userId="19082e28a51afb61" providerId="LiveId" clId="{94990643-8E4E-4CF9-87DE-7C4FB3DD37DE}" dt="2023-09-14T00:58:51.383" v="64" actId="1076"/>
          <ac:grpSpMkLst>
            <pc:docMk/>
            <pc:sldMk cId="257352372" sldId="301"/>
            <ac:grpSpMk id="35" creationId="{4AA62C9E-F43A-534C-AA4E-D42C6E2FED1B}"/>
          </ac:grpSpMkLst>
        </pc:grpChg>
        <pc:grpChg chg="mod">
          <ac:chgData name="Wilmer Ortega Erazo" userId="19082e28a51afb61" providerId="LiveId" clId="{94990643-8E4E-4CF9-87DE-7C4FB3DD37DE}" dt="2023-09-14T00:58:51.383" v="64" actId="1076"/>
          <ac:grpSpMkLst>
            <pc:docMk/>
            <pc:sldMk cId="257352372" sldId="301"/>
            <ac:grpSpMk id="36" creationId="{5393CD05-6B72-3FAF-69EE-8EB43D616491}"/>
          </ac:grpSpMkLst>
        </pc:grpChg>
        <pc:grpChg chg="mod">
          <ac:chgData name="Wilmer Ortega Erazo" userId="19082e28a51afb61" providerId="LiveId" clId="{94990643-8E4E-4CF9-87DE-7C4FB3DD37DE}" dt="2023-09-14T00:58:51.383" v="64" actId="1076"/>
          <ac:grpSpMkLst>
            <pc:docMk/>
            <pc:sldMk cId="257352372" sldId="301"/>
            <ac:grpSpMk id="37" creationId="{4A3240E7-8E6E-D827-AB27-87FEC68FA775}"/>
          </ac:grpSpMkLst>
        </pc:grpChg>
        <pc:grpChg chg="mod">
          <ac:chgData name="Wilmer Ortega Erazo" userId="19082e28a51afb61" providerId="LiveId" clId="{94990643-8E4E-4CF9-87DE-7C4FB3DD37DE}" dt="2023-09-14T00:58:51.383" v="64" actId="1076"/>
          <ac:grpSpMkLst>
            <pc:docMk/>
            <pc:sldMk cId="257352372" sldId="301"/>
            <ac:grpSpMk id="38" creationId="{1D92D965-FDF4-3631-2735-ACC187BDE332}"/>
          </ac:grpSpMkLst>
        </pc:grpChg>
        <pc:grpChg chg="mod">
          <ac:chgData name="Wilmer Ortega Erazo" userId="19082e28a51afb61" providerId="LiveId" clId="{94990643-8E4E-4CF9-87DE-7C4FB3DD37DE}" dt="2023-09-14T00:58:51.383" v="64" actId="1076"/>
          <ac:grpSpMkLst>
            <pc:docMk/>
            <pc:sldMk cId="257352372" sldId="301"/>
            <ac:grpSpMk id="39" creationId="{B69D58F8-661D-F76D-6041-DFC7DEFC2F9C}"/>
          </ac:grpSpMkLst>
        </pc:grpChg>
        <pc:grpChg chg="mod">
          <ac:chgData name="Wilmer Ortega Erazo" userId="19082e28a51afb61" providerId="LiveId" clId="{94990643-8E4E-4CF9-87DE-7C4FB3DD37DE}" dt="2023-09-14T00:58:51.383" v="64" actId="1076"/>
          <ac:grpSpMkLst>
            <pc:docMk/>
            <pc:sldMk cId="257352372" sldId="301"/>
            <ac:grpSpMk id="40" creationId="{52B8246F-5146-A3B0-382B-2E67DA78832E}"/>
          </ac:grpSpMkLst>
        </pc:grpChg>
        <pc:grpChg chg="mod">
          <ac:chgData name="Wilmer Ortega Erazo" userId="19082e28a51afb61" providerId="LiveId" clId="{94990643-8E4E-4CF9-87DE-7C4FB3DD37DE}" dt="2023-09-14T00:58:51.383" v="64" actId="1076"/>
          <ac:grpSpMkLst>
            <pc:docMk/>
            <pc:sldMk cId="257352372" sldId="301"/>
            <ac:grpSpMk id="41" creationId="{5661BAF2-3804-32D1-3931-8CA9F8536B09}"/>
          </ac:grpSpMkLst>
        </pc:grpChg>
        <pc:grpChg chg="mod">
          <ac:chgData name="Wilmer Ortega Erazo" userId="19082e28a51afb61" providerId="LiveId" clId="{94990643-8E4E-4CF9-87DE-7C4FB3DD37DE}" dt="2023-09-14T00:58:51.383" v="64" actId="1076"/>
          <ac:grpSpMkLst>
            <pc:docMk/>
            <pc:sldMk cId="257352372" sldId="301"/>
            <ac:grpSpMk id="42" creationId="{E9E9ABFC-8006-40BD-DCEC-D2A15D54AD50}"/>
          </ac:grpSpMkLst>
        </pc:grpChg>
        <pc:grpChg chg="mod">
          <ac:chgData name="Wilmer Ortega Erazo" userId="19082e28a51afb61" providerId="LiveId" clId="{94990643-8E4E-4CF9-87DE-7C4FB3DD37DE}" dt="2023-09-14T00:58:51.383" v="64" actId="1076"/>
          <ac:grpSpMkLst>
            <pc:docMk/>
            <pc:sldMk cId="257352372" sldId="301"/>
            <ac:grpSpMk id="43" creationId="{DE274EA8-7BAC-2938-C658-B6D11B1BBE8C}"/>
          </ac:grpSpMkLst>
        </pc:grpChg>
        <pc:grpChg chg="mod">
          <ac:chgData name="Wilmer Ortega Erazo" userId="19082e28a51afb61" providerId="LiveId" clId="{94990643-8E4E-4CF9-87DE-7C4FB3DD37DE}" dt="2023-09-14T00:58:51.383" v="64" actId="1076"/>
          <ac:grpSpMkLst>
            <pc:docMk/>
            <pc:sldMk cId="257352372" sldId="301"/>
            <ac:grpSpMk id="44" creationId="{05F6D0FD-3A1A-5D53-D5CF-70C72D1BD421}"/>
          </ac:grpSpMkLst>
        </pc:grpChg>
        <pc:grpChg chg="add mod">
          <ac:chgData name="Wilmer Ortega Erazo" userId="19082e28a51afb61" providerId="LiveId" clId="{94990643-8E4E-4CF9-87DE-7C4FB3DD37DE}" dt="2023-09-14T00:58:51.383" v="64" actId="1076"/>
          <ac:grpSpMkLst>
            <pc:docMk/>
            <pc:sldMk cId="257352372" sldId="301"/>
            <ac:grpSpMk id="139" creationId="{338B4592-8651-2F35-A6B2-AA0DBED6CB17}"/>
          </ac:grpSpMkLst>
        </pc:grpChg>
        <pc:grpChg chg="mod">
          <ac:chgData name="Wilmer Ortega Erazo" userId="19082e28a51afb61" providerId="LiveId" clId="{94990643-8E4E-4CF9-87DE-7C4FB3DD37DE}" dt="2023-09-14T00:58:51.383" v="64" actId="1076"/>
          <ac:grpSpMkLst>
            <pc:docMk/>
            <pc:sldMk cId="257352372" sldId="301"/>
            <ac:grpSpMk id="140" creationId="{391D7C9C-C906-0424-113C-14BEE07C89BB}"/>
          </ac:grpSpMkLst>
        </pc:grpChg>
        <pc:grpChg chg="mod">
          <ac:chgData name="Wilmer Ortega Erazo" userId="19082e28a51afb61" providerId="LiveId" clId="{94990643-8E4E-4CF9-87DE-7C4FB3DD37DE}" dt="2023-09-14T00:58:51.383" v="64" actId="1076"/>
          <ac:grpSpMkLst>
            <pc:docMk/>
            <pc:sldMk cId="257352372" sldId="301"/>
            <ac:grpSpMk id="141" creationId="{E1B410A2-4F30-EE4E-E090-1AD98E05EBA3}"/>
          </ac:grpSpMkLst>
        </pc:grpChg>
        <pc:grpChg chg="mod">
          <ac:chgData name="Wilmer Ortega Erazo" userId="19082e28a51afb61" providerId="LiveId" clId="{94990643-8E4E-4CF9-87DE-7C4FB3DD37DE}" dt="2023-09-14T00:58:51.383" v="64" actId="1076"/>
          <ac:grpSpMkLst>
            <pc:docMk/>
            <pc:sldMk cId="257352372" sldId="301"/>
            <ac:grpSpMk id="142" creationId="{E90E91F6-E6FF-A5AD-D58A-76554301FCA6}"/>
          </ac:grpSpMkLst>
        </pc:grpChg>
        <pc:grpChg chg="mod">
          <ac:chgData name="Wilmer Ortega Erazo" userId="19082e28a51afb61" providerId="LiveId" clId="{94990643-8E4E-4CF9-87DE-7C4FB3DD37DE}" dt="2023-09-14T00:58:51.383" v="64" actId="1076"/>
          <ac:grpSpMkLst>
            <pc:docMk/>
            <pc:sldMk cId="257352372" sldId="301"/>
            <ac:grpSpMk id="143" creationId="{6EB30D60-D9EE-302B-227C-C0A413B06CAD}"/>
          </ac:grpSpMkLst>
        </pc:grpChg>
        <pc:grpChg chg="mod">
          <ac:chgData name="Wilmer Ortega Erazo" userId="19082e28a51afb61" providerId="LiveId" clId="{94990643-8E4E-4CF9-87DE-7C4FB3DD37DE}" dt="2023-09-14T00:58:51.383" v="64" actId="1076"/>
          <ac:grpSpMkLst>
            <pc:docMk/>
            <pc:sldMk cId="257352372" sldId="301"/>
            <ac:grpSpMk id="144" creationId="{AC87735C-673A-7CDB-BFC2-174BB8BD479F}"/>
          </ac:grpSpMkLst>
        </pc:grpChg>
        <pc:grpChg chg="mod">
          <ac:chgData name="Wilmer Ortega Erazo" userId="19082e28a51afb61" providerId="LiveId" clId="{94990643-8E4E-4CF9-87DE-7C4FB3DD37DE}" dt="2023-09-14T00:58:51.383" v="64" actId="1076"/>
          <ac:grpSpMkLst>
            <pc:docMk/>
            <pc:sldMk cId="257352372" sldId="301"/>
            <ac:grpSpMk id="145" creationId="{FE7C20B0-3D82-3D8A-94D0-0E7771C2BF01}"/>
          </ac:grpSpMkLst>
        </pc:grpChg>
        <pc:grpChg chg="mod">
          <ac:chgData name="Wilmer Ortega Erazo" userId="19082e28a51afb61" providerId="LiveId" clId="{94990643-8E4E-4CF9-87DE-7C4FB3DD37DE}" dt="2023-09-14T00:58:51.383" v="64" actId="1076"/>
          <ac:grpSpMkLst>
            <pc:docMk/>
            <pc:sldMk cId="257352372" sldId="301"/>
            <ac:grpSpMk id="146" creationId="{50C22B3A-E0B6-E7B0-D149-BBEA121B81A1}"/>
          </ac:grpSpMkLst>
        </pc:grpChg>
        <pc:grpChg chg="mod">
          <ac:chgData name="Wilmer Ortega Erazo" userId="19082e28a51afb61" providerId="LiveId" clId="{94990643-8E4E-4CF9-87DE-7C4FB3DD37DE}" dt="2023-09-14T00:58:51.383" v="64" actId="1076"/>
          <ac:grpSpMkLst>
            <pc:docMk/>
            <pc:sldMk cId="257352372" sldId="301"/>
            <ac:grpSpMk id="147" creationId="{449A8683-D92C-CE3B-A2BA-247E69D7375F}"/>
          </ac:grpSpMkLst>
        </pc:grpChg>
        <pc:grpChg chg="mod">
          <ac:chgData name="Wilmer Ortega Erazo" userId="19082e28a51afb61" providerId="LiveId" clId="{94990643-8E4E-4CF9-87DE-7C4FB3DD37DE}" dt="2023-09-14T00:58:51.383" v="64" actId="1076"/>
          <ac:grpSpMkLst>
            <pc:docMk/>
            <pc:sldMk cId="257352372" sldId="301"/>
            <ac:grpSpMk id="148" creationId="{557D7133-230B-ED5B-7A42-F61620D14F7E}"/>
          </ac:grpSpMkLst>
        </pc:grpChg>
        <pc:grpChg chg="mod">
          <ac:chgData name="Wilmer Ortega Erazo" userId="19082e28a51afb61" providerId="LiveId" clId="{94990643-8E4E-4CF9-87DE-7C4FB3DD37DE}" dt="2023-09-14T00:58:51.383" v="64" actId="1076"/>
          <ac:grpSpMkLst>
            <pc:docMk/>
            <pc:sldMk cId="257352372" sldId="301"/>
            <ac:grpSpMk id="149" creationId="{6DF62300-5AF7-380C-2ABE-15BD706DE19D}"/>
          </ac:grpSpMkLst>
        </pc:grpChg>
        <pc:grpChg chg="mod">
          <ac:chgData name="Wilmer Ortega Erazo" userId="19082e28a51afb61" providerId="LiveId" clId="{94990643-8E4E-4CF9-87DE-7C4FB3DD37DE}" dt="2023-09-14T00:58:51.383" v="64" actId="1076"/>
          <ac:grpSpMkLst>
            <pc:docMk/>
            <pc:sldMk cId="257352372" sldId="301"/>
            <ac:grpSpMk id="150" creationId="{07965680-740C-3B2E-0C1D-F82EA543BA39}"/>
          </ac:grpSpMkLst>
        </pc:grpChg>
        <pc:grpChg chg="mod">
          <ac:chgData name="Wilmer Ortega Erazo" userId="19082e28a51afb61" providerId="LiveId" clId="{94990643-8E4E-4CF9-87DE-7C4FB3DD37DE}" dt="2023-09-14T00:58:51.383" v="64" actId="1076"/>
          <ac:grpSpMkLst>
            <pc:docMk/>
            <pc:sldMk cId="257352372" sldId="301"/>
            <ac:grpSpMk id="151" creationId="{C16EB2A2-D208-4085-6935-25C68E43004A}"/>
          </ac:grpSpMkLst>
        </pc:grpChg>
        <pc:grpChg chg="mod">
          <ac:chgData name="Wilmer Ortega Erazo" userId="19082e28a51afb61" providerId="LiveId" clId="{94990643-8E4E-4CF9-87DE-7C4FB3DD37DE}" dt="2023-09-14T00:58:51.383" v="64" actId="1076"/>
          <ac:grpSpMkLst>
            <pc:docMk/>
            <pc:sldMk cId="257352372" sldId="301"/>
            <ac:grpSpMk id="152" creationId="{D09ABF39-FC38-6308-999B-85CA91CF4070}"/>
          </ac:grpSpMkLst>
        </pc:grpChg>
        <pc:grpChg chg="mod">
          <ac:chgData name="Wilmer Ortega Erazo" userId="19082e28a51afb61" providerId="LiveId" clId="{94990643-8E4E-4CF9-87DE-7C4FB3DD37DE}" dt="2023-09-14T00:58:51.383" v="64" actId="1076"/>
          <ac:grpSpMkLst>
            <pc:docMk/>
            <pc:sldMk cId="257352372" sldId="301"/>
            <ac:grpSpMk id="153" creationId="{F2267D43-878C-DF70-3804-23B6979ED987}"/>
          </ac:grpSpMkLst>
        </pc:grpChg>
        <pc:grpChg chg="mod">
          <ac:chgData name="Wilmer Ortega Erazo" userId="19082e28a51afb61" providerId="LiveId" clId="{94990643-8E4E-4CF9-87DE-7C4FB3DD37DE}" dt="2023-09-14T00:58:51.383" v="64" actId="1076"/>
          <ac:grpSpMkLst>
            <pc:docMk/>
            <pc:sldMk cId="257352372" sldId="301"/>
            <ac:grpSpMk id="154" creationId="{C61BAEEB-98F6-17F7-5FF9-0FCDD4442F2A}"/>
          </ac:grpSpMkLst>
        </pc:grpChg>
        <pc:grpChg chg="mod">
          <ac:chgData name="Wilmer Ortega Erazo" userId="19082e28a51afb61" providerId="LiveId" clId="{94990643-8E4E-4CF9-87DE-7C4FB3DD37DE}" dt="2023-09-14T00:58:51.383" v="64" actId="1076"/>
          <ac:grpSpMkLst>
            <pc:docMk/>
            <pc:sldMk cId="257352372" sldId="301"/>
            <ac:grpSpMk id="155" creationId="{EC7A3DF1-A823-17CB-1B53-5AF4ACE0FD70}"/>
          </ac:grpSpMkLst>
        </pc:grpChg>
        <pc:grpChg chg="mod">
          <ac:chgData name="Wilmer Ortega Erazo" userId="19082e28a51afb61" providerId="LiveId" clId="{94990643-8E4E-4CF9-87DE-7C4FB3DD37DE}" dt="2023-09-14T00:58:51.383" v="64" actId="1076"/>
          <ac:grpSpMkLst>
            <pc:docMk/>
            <pc:sldMk cId="257352372" sldId="301"/>
            <ac:grpSpMk id="156" creationId="{F232E076-3F94-D64F-0B98-45663EA15243}"/>
          </ac:grpSpMkLst>
        </pc:grpChg>
        <pc:grpChg chg="mod">
          <ac:chgData name="Wilmer Ortega Erazo" userId="19082e28a51afb61" providerId="LiveId" clId="{94990643-8E4E-4CF9-87DE-7C4FB3DD37DE}" dt="2023-09-14T00:58:51.383" v="64" actId="1076"/>
          <ac:grpSpMkLst>
            <pc:docMk/>
            <pc:sldMk cId="257352372" sldId="301"/>
            <ac:grpSpMk id="157" creationId="{0F27289F-E92E-FC2B-5C11-0599FB717B7F}"/>
          </ac:grpSpMkLst>
        </pc:grpChg>
      </pc:sldChg>
      <pc:sldChg chg="addSp delSp modSp add">
        <pc:chgData name="Wilmer Ortega Erazo" userId="19082e28a51afb61" providerId="LiveId" clId="{94990643-8E4E-4CF9-87DE-7C4FB3DD37DE}" dt="2023-09-14T00:59:11.253" v="69" actId="1076"/>
        <pc:sldMkLst>
          <pc:docMk/>
          <pc:sldMk cId="4212173715" sldId="302"/>
        </pc:sldMkLst>
        <pc:spChg chg="add mod">
          <ac:chgData name="Wilmer Ortega Erazo" userId="19082e28a51afb61" providerId="LiveId" clId="{94990643-8E4E-4CF9-87DE-7C4FB3DD37DE}" dt="2023-09-14T00:59:11.253" v="69" actId="1076"/>
          <ac:spMkLst>
            <pc:docMk/>
            <pc:sldMk cId="4212173715" sldId="302"/>
            <ac:spMk id="4" creationId="{AE7D06B9-93C9-16D0-9D3E-5BB975121491}"/>
          </ac:spMkLst>
        </pc:spChg>
        <pc:spChg chg="del">
          <ac:chgData name="Wilmer Ortega Erazo" userId="19082e28a51afb61" providerId="LiveId" clId="{94990643-8E4E-4CF9-87DE-7C4FB3DD37DE}" dt="2023-09-14T00:59:02.520" v="66" actId="478"/>
          <ac:spMkLst>
            <pc:docMk/>
            <pc:sldMk cId="4212173715" sldId="302"/>
            <ac:spMk id="138" creationId="{EEE02B50-E714-4564-CA24-6DAE7EA4E8A6}"/>
          </ac:spMkLst>
        </pc:spChg>
        <pc:spChg chg="del">
          <ac:chgData name="Wilmer Ortega Erazo" userId="19082e28a51afb61" providerId="LiveId" clId="{94990643-8E4E-4CF9-87DE-7C4FB3DD37DE}" dt="2023-09-14T00:59:02.520" v="66" actId="478"/>
          <ac:spMkLst>
            <pc:docMk/>
            <pc:sldMk cId="4212173715" sldId="302"/>
            <ac:spMk id="205" creationId="{D3E00811-B51F-CEDE-BA9E-98ADB3B7543E}"/>
          </ac:spMkLst>
        </pc:spChg>
        <pc:spChg chg="mod">
          <ac:chgData name="Wilmer Ortega Erazo" userId="19082e28a51afb61" providerId="LiveId" clId="{94990643-8E4E-4CF9-87DE-7C4FB3DD37DE}" dt="2023-09-14T00:59:11.253" v="69" actId="1076"/>
          <ac:spMkLst>
            <pc:docMk/>
            <pc:sldMk cId="4212173715" sldId="302"/>
            <ac:spMk id="239" creationId="{71B80941-AE56-E866-EBA3-575536D35E95}"/>
          </ac:spMkLst>
        </pc:spChg>
        <pc:spChg chg="mod">
          <ac:chgData name="Wilmer Ortega Erazo" userId="19082e28a51afb61" providerId="LiveId" clId="{94990643-8E4E-4CF9-87DE-7C4FB3DD37DE}" dt="2023-09-14T00:59:11.253" v="69" actId="1076"/>
          <ac:spMkLst>
            <pc:docMk/>
            <pc:sldMk cId="4212173715" sldId="302"/>
            <ac:spMk id="240" creationId="{C2E0D222-F1C5-DCC7-6FF6-8F0226FD87CB}"/>
          </ac:spMkLst>
        </pc:spChg>
        <pc:spChg chg="mod">
          <ac:chgData name="Wilmer Ortega Erazo" userId="19082e28a51afb61" providerId="LiveId" clId="{94990643-8E4E-4CF9-87DE-7C4FB3DD37DE}" dt="2023-09-14T00:59:11.253" v="69" actId="1076"/>
          <ac:spMkLst>
            <pc:docMk/>
            <pc:sldMk cId="4212173715" sldId="302"/>
            <ac:spMk id="241" creationId="{3B781577-08E1-2504-7C40-ADA00D235ECE}"/>
          </ac:spMkLst>
        </pc:spChg>
        <pc:spChg chg="mod">
          <ac:chgData name="Wilmer Ortega Erazo" userId="19082e28a51afb61" providerId="LiveId" clId="{94990643-8E4E-4CF9-87DE-7C4FB3DD37DE}" dt="2023-09-14T00:59:11.253" v="69" actId="1076"/>
          <ac:spMkLst>
            <pc:docMk/>
            <pc:sldMk cId="4212173715" sldId="302"/>
            <ac:spMk id="242" creationId="{2657FA2A-455D-B16B-9455-1031785FE6AE}"/>
          </ac:spMkLst>
        </pc:spChg>
        <pc:spChg chg="mod">
          <ac:chgData name="Wilmer Ortega Erazo" userId="19082e28a51afb61" providerId="LiveId" clId="{94990643-8E4E-4CF9-87DE-7C4FB3DD37DE}" dt="2023-09-14T00:59:11.253" v="69" actId="1076"/>
          <ac:spMkLst>
            <pc:docMk/>
            <pc:sldMk cId="4212173715" sldId="302"/>
            <ac:spMk id="243" creationId="{DFB5042F-4BAA-A363-0C82-06E323CD5F2B}"/>
          </ac:spMkLst>
        </pc:spChg>
        <pc:spChg chg="mod">
          <ac:chgData name="Wilmer Ortega Erazo" userId="19082e28a51afb61" providerId="LiveId" clId="{94990643-8E4E-4CF9-87DE-7C4FB3DD37DE}" dt="2023-09-14T00:59:11.253" v="69" actId="1076"/>
          <ac:spMkLst>
            <pc:docMk/>
            <pc:sldMk cId="4212173715" sldId="302"/>
            <ac:spMk id="244" creationId="{8FE2B1B8-9D4B-69AF-48D2-1C3D363BCAFA}"/>
          </ac:spMkLst>
        </pc:spChg>
        <pc:spChg chg="mod">
          <ac:chgData name="Wilmer Ortega Erazo" userId="19082e28a51afb61" providerId="LiveId" clId="{94990643-8E4E-4CF9-87DE-7C4FB3DD37DE}" dt="2023-09-14T00:59:11.253" v="69" actId="1076"/>
          <ac:spMkLst>
            <pc:docMk/>
            <pc:sldMk cId="4212173715" sldId="302"/>
            <ac:spMk id="245" creationId="{A8331E5F-71C7-7D4D-9984-A17E8D135074}"/>
          </ac:spMkLst>
        </pc:spChg>
        <pc:spChg chg="mod">
          <ac:chgData name="Wilmer Ortega Erazo" userId="19082e28a51afb61" providerId="LiveId" clId="{94990643-8E4E-4CF9-87DE-7C4FB3DD37DE}" dt="2023-09-14T00:59:11.253" v="69" actId="1076"/>
          <ac:spMkLst>
            <pc:docMk/>
            <pc:sldMk cId="4212173715" sldId="302"/>
            <ac:spMk id="246" creationId="{F0F2197F-C180-9670-B81A-0EA7CD8C1906}"/>
          </ac:spMkLst>
        </pc:spChg>
        <pc:spChg chg="mod">
          <ac:chgData name="Wilmer Ortega Erazo" userId="19082e28a51afb61" providerId="LiveId" clId="{94990643-8E4E-4CF9-87DE-7C4FB3DD37DE}" dt="2023-09-14T00:59:11.253" v="69" actId="1076"/>
          <ac:spMkLst>
            <pc:docMk/>
            <pc:sldMk cId="4212173715" sldId="302"/>
            <ac:spMk id="247" creationId="{B71707EF-294E-6E2A-F4B4-E1164C4F46EE}"/>
          </ac:spMkLst>
        </pc:spChg>
        <pc:spChg chg="mod">
          <ac:chgData name="Wilmer Ortega Erazo" userId="19082e28a51afb61" providerId="LiveId" clId="{94990643-8E4E-4CF9-87DE-7C4FB3DD37DE}" dt="2023-09-14T00:59:11.253" v="69" actId="1076"/>
          <ac:spMkLst>
            <pc:docMk/>
            <pc:sldMk cId="4212173715" sldId="302"/>
            <ac:spMk id="248" creationId="{E376B718-1E30-06A2-914D-B4B8362098EC}"/>
          </ac:spMkLst>
        </pc:spChg>
        <pc:spChg chg="mod">
          <ac:chgData name="Wilmer Ortega Erazo" userId="19082e28a51afb61" providerId="LiveId" clId="{94990643-8E4E-4CF9-87DE-7C4FB3DD37DE}" dt="2023-09-14T00:59:11.253" v="69" actId="1076"/>
          <ac:spMkLst>
            <pc:docMk/>
            <pc:sldMk cId="4212173715" sldId="302"/>
            <ac:spMk id="249" creationId="{7D996BDC-82D4-E6CD-C14B-DF7A623EC18A}"/>
          </ac:spMkLst>
        </pc:spChg>
        <pc:spChg chg="mod">
          <ac:chgData name="Wilmer Ortega Erazo" userId="19082e28a51afb61" providerId="LiveId" clId="{94990643-8E4E-4CF9-87DE-7C4FB3DD37DE}" dt="2023-09-14T00:59:11.253" v="69" actId="1076"/>
          <ac:spMkLst>
            <pc:docMk/>
            <pc:sldMk cId="4212173715" sldId="302"/>
            <ac:spMk id="250" creationId="{775C73C0-4440-100F-8E48-2C6B0D219579}"/>
          </ac:spMkLst>
        </pc:spChg>
        <pc:spChg chg="mod">
          <ac:chgData name="Wilmer Ortega Erazo" userId="19082e28a51afb61" providerId="LiveId" clId="{94990643-8E4E-4CF9-87DE-7C4FB3DD37DE}" dt="2023-09-14T00:59:11.253" v="69" actId="1076"/>
          <ac:spMkLst>
            <pc:docMk/>
            <pc:sldMk cId="4212173715" sldId="302"/>
            <ac:spMk id="251" creationId="{C2E3DDFA-A236-EBB0-694C-777AC7C00DAA}"/>
          </ac:spMkLst>
        </pc:spChg>
        <pc:spChg chg="mod">
          <ac:chgData name="Wilmer Ortega Erazo" userId="19082e28a51afb61" providerId="LiveId" clId="{94990643-8E4E-4CF9-87DE-7C4FB3DD37DE}" dt="2023-09-14T00:59:11.253" v="69" actId="1076"/>
          <ac:spMkLst>
            <pc:docMk/>
            <pc:sldMk cId="4212173715" sldId="302"/>
            <ac:spMk id="252" creationId="{ED45CC0A-3ED9-EED9-2BEC-827ECFAED95F}"/>
          </ac:spMkLst>
        </pc:spChg>
        <pc:spChg chg="mod">
          <ac:chgData name="Wilmer Ortega Erazo" userId="19082e28a51afb61" providerId="LiveId" clId="{94990643-8E4E-4CF9-87DE-7C4FB3DD37DE}" dt="2023-09-14T00:59:11.253" v="69" actId="1076"/>
          <ac:spMkLst>
            <pc:docMk/>
            <pc:sldMk cId="4212173715" sldId="302"/>
            <ac:spMk id="253" creationId="{56AA9105-4498-3617-70EF-D3AE21DF8E0F}"/>
          </ac:spMkLst>
        </pc:spChg>
        <pc:spChg chg="mod">
          <ac:chgData name="Wilmer Ortega Erazo" userId="19082e28a51afb61" providerId="LiveId" clId="{94990643-8E4E-4CF9-87DE-7C4FB3DD37DE}" dt="2023-09-14T00:59:11.253" v="69" actId="1076"/>
          <ac:spMkLst>
            <pc:docMk/>
            <pc:sldMk cId="4212173715" sldId="302"/>
            <ac:spMk id="254" creationId="{53F4178D-4EA2-9BF5-DF3E-622CD23D9C0F}"/>
          </ac:spMkLst>
        </pc:spChg>
        <pc:spChg chg="mod">
          <ac:chgData name="Wilmer Ortega Erazo" userId="19082e28a51afb61" providerId="LiveId" clId="{94990643-8E4E-4CF9-87DE-7C4FB3DD37DE}" dt="2023-09-14T00:59:11.253" v="69" actId="1076"/>
          <ac:spMkLst>
            <pc:docMk/>
            <pc:sldMk cId="4212173715" sldId="302"/>
            <ac:spMk id="255" creationId="{C93BD38C-2115-BB60-C314-A24C6FD494C7}"/>
          </ac:spMkLst>
        </pc:spChg>
        <pc:spChg chg="mod">
          <ac:chgData name="Wilmer Ortega Erazo" userId="19082e28a51afb61" providerId="LiveId" clId="{94990643-8E4E-4CF9-87DE-7C4FB3DD37DE}" dt="2023-09-14T00:59:11.253" v="69" actId="1076"/>
          <ac:spMkLst>
            <pc:docMk/>
            <pc:sldMk cId="4212173715" sldId="302"/>
            <ac:spMk id="256" creationId="{D93983CF-430F-0808-4FF1-3EDE222A11F0}"/>
          </ac:spMkLst>
        </pc:spChg>
        <pc:spChg chg="mod">
          <ac:chgData name="Wilmer Ortega Erazo" userId="19082e28a51afb61" providerId="LiveId" clId="{94990643-8E4E-4CF9-87DE-7C4FB3DD37DE}" dt="2023-09-14T00:59:11.253" v="69" actId="1076"/>
          <ac:spMkLst>
            <pc:docMk/>
            <pc:sldMk cId="4212173715" sldId="302"/>
            <ac:spMk id="257" creationId="{97B5B538-9116-6F40-90EC-4757C576E264}"/>
          </ac:spMkLst>
        </pc:spChg>
        <pc:spChg chg="mod">
          <ac:chgData name="Wilmer Ortega Erazo" userId="19082e28a51afb61" providerId="LiveId" clId="{94990643-8E4E-4CF9-87DE-7C4FB3DD37DE}" dt="2023-09-14T00:59:11.253" v="69" actId="1076"/>
          <ac:spMkLst>
            <pc:docMk/>
            <pc:sldMk cId="4212173715" sldId="302"/>
            <ac:spMk id="258" creationId="{099D5B2B-ABDA-B006-966E-7E5854CACAD1}"/>
          </ac:spMkLst>
        </pc:spChg>
        <pc:spChg chg="mod">
          <ac:chgData name="Wilmer Ortega Erazo" userId="19082e28a51afb61" providerId="LiveId" clId="{94990643-8E4E-4CF9-87DE-7C4FB3DD37DE}" dt="2023-09-14T00:59:11.253" v="69" actId="1076"/>
          <ac:spMkLst>
            <pc:docMk/>
            <pc:sldMk cId="4212173715" sldId="302"/>
            <ac:spMk id="259" creationId="{293D2425-3DEA-AC3D-A292-9EBB6B34DC80}"/>
          </ac:spMkLst>
        </pc:spChg>
        <pc:spChg chg="mod">
          <ac:chgData name="Wilmer Ortega Erazo" userId="19082e28a51afb61" providerId="LiveId" clId="{94990643-8E4E-4CF9-87DE-7C4FB3DD37DE}" dt="2023-09-14T00:59:11.253" v="69" actId="1076"/>
          <ac:spMkLst>
            <pc:docMk/>
            <pc:sldMk cId="4212173715" sldId="302"/>
            <ac:spMk id="260" creationId="{EA92D949-FD67-D39E-8BD7-833BBAC41B9F}"/>
          </ac:spMkLst>
        </pc:spChg>
        <pc:spChg chg="mod">
          <ac:chgData name="Wilmer Ortega Erazo" userId="19082e28a51afb61" providerId="LiveId" clId="{94990643-8E4E-4CF9-87DE-7C4FB3DD37DE}" dt="2023-09-14T00:59:11.253" v="69" actId="1076"/>
          <ac:spMkLst>
            <pc:docMk/>
            <pc:sldMk cId="4212173715" sldId="302"/>
            <ac:spMk id="261" creationId="{3E2C1E70-B780-0C29-B251-B8D0255E516B}"/>
          </ac:spMkLst>
        </pc:spChg>
        <pc:spChg chg="mod">
          <ac:chgData name="Wilmer Ortega Erazo" userId="19082e28a51afb61" providerId="LiveId" clId="{94990643-8E4E-4CF9-87DE-7C4FB3DD37DE}" dt="2023-09-14T00:59:11.253" v="69" actId="1076"/>
          <ac:spMkLst>
            <pc:docMk/>
            <pc:sldMk cId="4212173715" sldId="302"/>
            <ac:spMk id="262" creationId="{5FD5BAA9-C46F-6B0A-A87F-ECC8EFE4DD1D}"/>
          </ac:spMkLst>
        </pc:spChg>
        <pc:spChg chg="mod">
          <ac:chgData name="Wilmer Ortega Erazo" userId="19082e28a51afb61" providerId="LiveId" clId="{94990643-8E4E-4CF9-87DE-7C4FB3DD37DE}" dt="2023-09-14T00:59:11.253" v="69" actId="1076"/>
          <ac:spMkLst>
            <pc:docMk/>
            <pc:sldMk cId="4212173715" sldId="302"/>
            <ac:spMk id="263" creationId="{11655FB4-E4E0-8A17-5A1B-049B57381560}"/>
          </ac:spMkLst>
        </pc:spChg>
        <pc:spChg chg="mod">
          <ac:chgData name="Wilmer Ortega Erazo" userId="19082e28a51afb61" providerId="LiveId" clId="{94990643-8E4E-4CF9-87DE-7C4FB3DD37DE}" dt="2023-09-14T00:59:11.253" v="69" actId="1076"/>
          <ac:spMkLst>
            <pc:docMk/>
            <pc:sldMk cId="4212173715" sldId="302"/>
            <ac:spMk id="264" creationId="{4E7EB9F7-9D23-028A-D7D8-9AFDD3A3389E}"/>
          </ac:spMkLst>
        </pc:spChg>
        <pc:spChg chg="mod">
          <ac:chgData name="Wilmer Ortega Erazo" userId="19082e28a51afb61" providerId="LiveId" clId="{94990643-8E4E-4CF9-87DE-7C4FB3DD37DE}" dt="2023-09-14T00:59:11.253" v="69" actId="1076"/>
          <ac:spMkLst>
            <pc:docMk/>
            <pc:sldMk cId="4212173715" sldId="302"/>
            <ac:spMk id="265" creationId="{9C039409-ACBE-2D03-42C8-DDE5EB405047}"/>
          </ac:spMkLst>
        </pc:spChg>
        <pc:spChg chg="mod">
          <ac:chgData name="Wilmer Ortega Erazo" userId="19082e28a51afb61" providerId="LiveId" clId="{94990643-8E4E-4CF9-87DE-7C4FB3DD37DE}" dt="2023-09-14T00:59:11.253" v="69" actId="1076"/>
          <ac:spMkLst>
            <pc:docMk/>
            <pc:sldMk cId="4212173715" sldId="302"/>
            <ac:spMk id="266" creationId="{B7ACBC63-C13C-22A4-B6FA-E8A9A453B797}"/>
          </ac:spMkLst>
        </pc:spChg>
        <pc:spChg chg="mod">
          <ac:chgData name="Wilmer Ortega Erazo" userId="19082e28a51afb61" providerId="LiveId" clId="{94990643-8E4E-4CF9-87DE-7C4FB3DD37DE}" dt="2023-09-14T00:59:11.253" v="69" actId="1076"/>
          <ac:spMkLst>
            <pc:docMk/>
            <pc:sldMk cId="4212173715" sldId="302"/>
            <ac:spMk id="267" creationId="{FCAD6289-E477-E3BB-F278-0AA4F34F84CE}"/>
          </ac:spMkLst>
        </pc:spChg>
        <pc:spChg chg="mod">
          <ac:chgData name="Wilmer Ortega Erazo" userId="19082e28a51afb61" providerId="LiveId" clId="{94990643-8E4E-4CF9-87DE-7C4FB3DD37DE}" dt="2023-09-14T00:59:11.253" v="69" actId="1076"/>
          <ac:spMkLst>
            <pc:docMk/>
            <pc:sldMk cId="4212173715" sldId="302"/>
            <ac:spMk id="268" creationId="{C32535CD-CE39-3553-0ABB-553963EF358A}"/>
          </ac:spMkLst>
        </pc:spChg>
        <pc:spChg chg="mod">
          <ac:chgData name="Wilmer Ortega Erazo" userId="19082e28a51afb61" providerId="LiveId" clId="{94990643-8E4E-4CF9-87DE-7C4FB3DD37DE}" dt="2023-09-14T00:59:11.253" v="69" actId="1076"/>
          <ac:spMkLst>
            <pc:docMk/>
            <pc:sldMk cId="4212173715" sldId="302"/>
            <ac:spMk id="269" creationId="{C8FCE394-624A-B68A-C3D5-5CEEED39CC7C}"/>
          </ac:spMkLst>
        </pc:spChg>
        <pc:spChg chg="mod">
          <ac:chgData name="Wilmer Ortega Erazo" userId="19082e28a51afb61" providerId="LiveId" clId="{94990643-8E4E-4CF9-87DE-7C4FB3DD37DE}" dt="2023-09-14T00:59:11.253" v="69" actId="1076"/>
          <ac:spMkLst>
            <pc:docMk/>
            <pc:sldMk cId="4212173715" sldId="302"/>
            <ac:spMk id="270" creationId="{2F9A8196-441A-DE70-9267-4F665DE1393B}"/>
          </ac:spMkLst>
        </pc:spChg>
        <pc:spChg chg="mod">
          <ac:chgData name="Wilmer Ortega Erazo" userId="19082e28a51afb61" providerId="LiveId" clId="{94990643-8E4E-4CF9-87DE-7C4FB3DD37DE}" dt="2023-09-14T00:59:11.253" v="69" actId="1076"/>
          <ac:spMkLst>
            <pc:docMk/>
            <pc:sldMk cId="4212173715" sldId="302"/>
            <ac:spMk id="271" creationId="{FB4C0D8A-5C3B-51E6-5E4A-625FB7CC1164}"/>
          </ac:spMkLst>
        </pc:spChg>
        <pc:spChg chg="mod">
          <ac:chgData name="Wilmer Ortega Erazo" userId="19082e28a51afb61" providerId="LiveId" clId="{94990643-8E4E-4CF9-87DE-7C4FB3DD37DE}" dt="2023-09-14T00:59:11.253" v="69" actId="1076"/>
          <ac:spMkLst>
            <pc:docMk/>
            <pc:sldMk cId="4212173715" sldId="302"/>
            <ac:spMk id="272" creationId="{A78A7988-C9DD-879A-0352-2C634758F82D}"/>
          </ac:spMkLst>
        </pc:spChg>
        <pc:spChg chg="mod">
          <ac:chgData name="Wilmer Ortega Erazo" userId="19082e28a51afb61" providerId="LiveId" clId="{94990643-8E4E-4CF9-87DE-7C4FB3DD37DE}" dt="2023-09-14T00:59:11.253" v="69" actId="1076"/>
          <ac:spMkLst>
            <pc:docMk/>
            <pc:sldMk cId="4212173715" sldId="302"/>
            <ac:spMk id="273" creationId="{AD7C56CD-09BD-D3E4-D333-657EDB54EA0A}"/>
          </ac:spMkLst>
        </pc:spChg>
        <pc:spChg chg="mod">
          <ac:chgData name="Wilmer Ortega Erazo" userId="19082e28a51afb61" providerId="LiveId" clId="{94990643-8E4E-4CF9-87DE-7C4FB3DD37DE}" dt="2023-09-14T00:59:11.253" v="69" actId="1076"/>
          <ac:spMkLst>
            <pc:docMk/>
            <pc:sldMk cId="4212173715" sldId="302"/>
            <ac:spMk id="274" creationId="{E5F35FA9-3591-74AF-D81E-B14DD34F8F6B}"/>
          </ac:spMkLst>
        </pc:spChg>
        <pc:spChg chg="mod">
          <ac:chgData name="Wilmer Ortega Erazo" userId="19082e28a51afb61" providerId="LiveId" clId="{94990643-8E4E-4CF9-87DE-7C4FB3DD37DE}" dt="2023-09-14T00:59:11.253" v="69" actId="1076"/>
          <ac:spMkLst>
            <pc:docMk/>
            <pc:sldMk cId="4212173715" sldId="302"/>
            <ac:spMk id="275" creationId="{F9513476-9B35-0BC9-8FE6-2616848C3CC0}"/>
          </ac:spMkLst>
        </pc:spChg>
        <pc:spChg chg="mod">
          <ac:chgData name="Wilmer Ortega Erazo" userId="19082e28a51afb61" providerId="LiveId" clId="{94990643-8E4E-4CF9-87DE-7C4FB3DD37DE}" dt="2023-09-14T00:59:11.253" v="69" actId="1076"/>
          <ac:spMkLst>
            <pc:docMk/>
            <pc:sldMk cId="4212173715" sldId="302"/>
            <ac:spMk id="276" creationId="{F826A73F-5D7A-3408-C644-58420F583AC1}"/>
          </ac:spMkLst>
        </pc:spChg>
        <pc:spChg chg="mod">
          <ac:chgData name="Wilmer Ortega Erazo" userId="19082e28a51afb61" providerId="LiveId" clId="{94990643-8E4E-4CF9-87DE-7C4FB3DD37DE}" dt="2023-09-14T00:59:11.253" v="69" actId="1076"/>
          <ac:spMkLst>
            <pc:docMk/>
            <pc:sldMk cId="4212173715" sldId="302"/>
            <ac:spMk id="277" creationId="{BDBEB83D-5B9D-032D-16DA-E9EEA0ED0910}"/>
          </ac:spMkLst>
        </pc:spChg>
        <pc:spChg chg="mod">
          <ac:chgData name="Wilmer Ortega Erazo" userId="19082e28a51afb61" providerId="LiveId" clId="{94990643-8E4E-4CF9-87DE-7C4FB3DD37DE}" dt="2023-09-14T00:59:11.253" v="69" actId="1076"/>
          <ac:spMkLst>
            <pc:docMk/>
            <pc:sldMk cId="4212173715" sldId="302"/>
            <ac:spMk id="278" creationId="{D474DFD8-710B-BECF-7C50-15CD579965F1}"/>
          </ac:spMkLst>
        </pc:spChg>
        <pc:spChg chg="mod">
          <ac:chgData name="Wilmer Ortega Erazo" userId="19082e28a51afb61" providerId="LiveId" clId="{94990643-8E4E-4CF9-87DE-7C4FB3DD37DE}" dt="2023-09-14T00:59:11.253" v="69" actId="1076"/>
          <ac:spMkLst>
            <pc:docMk/>
            <pc:sldMk cId="4212173715" sldId="302"/>
            <ac:spMk id="279" creationId="{F534C04F-C996-95FA-5F87-8F24DD96415C}"/>
          </ac:spMkLst>
        </pc:spChg>
        <pc:spChg chg="mod">
          <ac:chgData name="Wilmer Ortega Erazo" userId="19082e28a51afb61" providerId="LiveId" clId="{94990643-8E4E-4CF9-87DE-7C4FB3DD37DE}" dt="2023-09-14T00:59:11.253" v="69" actId="1076"/>
          <ac:spMkLst>
            <pc:docMk/>
            <pc:sldMk cId="4212173715" sldId="302"/>
            <ac:spMk id="280" creationId="{C7796DFC-3023-F987-3A5D-386A06117DFA}"/>
          </ac:spMkLst>
        </pc:spChg>
        <pc:spChg chg="mod">
          <ac:chgData name="Wilmer Ortega Erazo" userId="19082e28a51afb61" providerId="LiveId" clId="{94990643-8E4E-4CF9-87DE-7C4FB3DD37DE}" dt="2023-09-14T00:59:11.253" v="69" actId="1076"/>
          <ac:spMkLst>
            <pc:docMk/>
            <pc:sldMk cId="4212173715" sldId="302"/>
            <ac:spMk id="281" creationId="{EF369CEB-773C-3DC3-D4EB-FF9790CB111B}"/>
          </ac:spMkLst>
        </pc:spChg>
        <pc:spChg chg="mod">
          <ac:chgData name="Wilmer Ortega Erazo" userId="19082e28a51afb61" providerId="LiveId" clId="{94990643-8E4E-4CF9-87DE-7C4FB3DD37DE}" dt="2023-09-14T00:59:11.253" v="69" actId="1076"/>
          <ac:spMkLst>
            <pc:docMk/>
            <pc:sldMk cId="4212173715" sldId="302"/>
            <ac:spMk id="282" creationId="{6F12E6B7-AA8B-B74A-8D6B-C1FC5648870C}"/>
          </ac:spMkLst>
        </pc:spChg>
        <pc:spChg chg="mod">
          <ac:chgData name="Wilmer Ortega Erazo" userId="19082e28a51afb61" providerId="LiveId" clId="{94990643-8E4E-4CF9-87DE-7C4FB3DD37DE}" dt="2023-09-14T00:59:11.253" v="69" actId="1076"/>
          <ac:spMkLst>
            <pc:docMk/>
            <pc:sldMk cId="4212173715" sldId="302"/>
            <ac:spMk id="283" creationId="{EE38FA01-311A-6972-E9A3-7E26BF30EAA7}"/>
          </ac:spMkLst>
        </pc:spChg>
        <pc:spChg chg="mod">
          <ac:chgData name="Wilmer Ortega Erazo" userId="19082e28a51afb61" providerId="LiveId" clId="{94990643-8E4E-4CF9-87DE-7C4FB3DD37DE}" dt="2023-09-14T00:59:11.253" v="69" actId="1076"/>
          <ac:spMkLst>
            <pc:docMk/>
            <pc:sldMk cId="4212173715" sldId="302"/>
            <ac:spMk id="284" creationId="{5D73B08E-4DF8-1E42-8950-FB41A742B673}"/>
          </ac:spMkLst>
        </pc:spChg>
        <pc:spChg chg="mod">
          <ac:chgData name="Wilmer Ortega Erazo" userId="19082e28a51afb61" providerId="LiveId" clId="{94990643-8E4E-4CF9-87DE-7C4FB3DD37DE}" dt="2023-09-14T00:59:11.253" v="69" actId="1076"/>
          <ac:spMkLst>
            <pc:docMk/>
            <pc:sldMk cId="4212173715" sldId="302"/>
            <ac:spMk id="285" creationId="{1137E327-FC81-5C7C-7DEA-73876B533FF3}"/>
          </ac:spMkLst>
        </pc:spChg>
        <pc:spChg chg="mod">
          <ac:chgData name="Wilmer Ortega Erazo" userId="19082e28a51afb61" providerId="LiveId" clId="{94990643-8E4E-4CF9-87DE-7C4FB3DD37DE}" dt="2023-09-14T00:59:11.253" v="69" actId="1076"/>
          <ac:spMkLst>
            <pc:docMk/>
            <pc:sldMk cId="4212173715" sldId="302"/>
            <ac:spMk id="286" creationId="{02ADD7A9-ECE4-9680-1A07-20DF3AE72F36}"/>
          </ac:spMkLst>
        </pc:spChg>
        <pc:spChg chg="mod">
          <ac:chgData name="Wilmer Ortega Erazo" userId="19082e28a51afb61" providerId="LiveId" clId="{94990643-8E4E-4CF9-87DE-7C4FB3DD37DE}" dt="2023-09-14T00:59:11.253" v="69" actId="1076"/>
          <ac:spMkLst>
            <pc:docMk/>
            <pc:sldMk cId="4212173715" sldId="302"/>
            <ac:spMk id="287" creationId="{77F11F6B-7F34-AF80-679C-F5AF80778EA5}"/>
          </ac:spMkLst>
        </pc:spChg>
        <pc:spChg chg="mod">
          <ac:chgData name="Wilmer Ortega Erazo" userId="19082e28a51afb61" providerId="LiveId" clId="{94990643-8E4E-4CF9-87DE-7C4FB3DD37DE}" dt="2023-09-14T00:59:11.253" v="69" actId="1076"/>
          <ac:spMkLst>
            <pc:docMk/>
            <pc:sldMk cId="4212173715" sldId="302"/>
            <ac:spMk id="288" creationId="{0B82FEFA-B291-AD27-EE16-8F27CCDB76C3}"/>
          </ac:spMkLst>
        </pc:spChg>
        <pc:spChg chg="mod">
          <ac:chgData name="Wilmer Ortega Erazo" userId="19082e28a51afb61" providerId="LiveId" clId="{94990643-8E4E-4CF9-87DE-7C4FB3DD37DE}" dt="2023-09-14T00:59:11.253" v="69" actId="1076"/>
          <ac:spMkLst>
            <pc:docMk/>
            <pc:sldMk cId="4212173715" sldId="302"/>
            <ac:spMk id="289" creationId="{919B053E-0F6C-1D1C-3691-C4C9D3FB97F0}"/>
          </ac:spMkLst>
        </pc:spChg>
        <pc:spChg chg="mod">
          <ac:chgData name="Wilmer Ortega Erazo" userId="19082e28a51afb61" providerId="LiveId" clId="{94990643-8E4E-4CF9-87DE-7C4FB3DD37DE}" dt="2023-09-14T00:59:11.253" v="69" actId="1076"/>
          <ac:spMkLst>
            <pc:docMk/>
            <pc:sldMk cId="4212173715" sldId="302"/>
            <ac:spMk id="290" creationId="{B88B8547-ACF1-E3CB-9CDB-4AFD72CE0199}"/>
          </ac:spMkLst>
        </pc:spChg>
        <pc:spChg chg="mod">
          <ac:chgData name="Wilmer Ortega Erazo" userId="19082e28a51afb61" providerId="LiveId" clId="{94990643-8E4E-4CF9-87DE-7C4FB3DD37DE}" dt="2023-09-14T00:59:11.253" v="69" actId="1076"/>
          <ac:spMkLst>
            <pc:docMk/>
            <pc:sldMk cId="4212173715" sldId="302"/>
            <ac:spMk id="291" creationId="{8433FAC6-6D5A-2EE9-622F-FB1DF6A4F1D8}"/>
          </ac:spMkLst>
        </pc:spChg>
        <pc:spChg chg="mod">
          <ac:chgData name="Wilmer Ortega Erazo" userId="19082e28a51afb61" providerId="LiveId" clId="{94990643-8E4E-4CF9-87DE-7C4FB3DD37DE}" dt="2023-09-14T00:59:11.253" v="69" actId="1076"/>
          <ac:spMkLst>
            <pc:docMk/>
            <pc:sldMk cId="4212173715" sldId="302"/>
            <ac:spMk id="292" creationId="{48AD702B-2AA5-7A6C-B8DC-387D6AB5EEEF}"/>
          </ac:spMkLst>
        </pc:spChg>
        <pc:spChg chg="mod">
          <ac:chgData name="Wilmer Ortega Erazo" userId="19082e28a51afb61" providerId="LiveId" clId="{94990643-8E4E-4CF9-87DE-7C4FB3DD37DE}" dt="2023-09-14T00:59:11.253" v="69" actId="1076"/>
          <ac:spMkLst>
            <pc:docMk/>
            <pc:sldMk cId="4212173715" sldId="302"/>
            <ac:spMk id="293" creationId="{E6CC49E4-C72E-F45C-AF7A-468E48B821D2}"/>
          </ac:spMkLst>
        </pc:spChg>
        <pc:spChg chg="mod">
          <ac:chgData name="Wilmer Ortega Erazo" userId="19082e28a51afb61" providerId="LiveId" clId="{94990643-8E4E-4CF9-87DE-7C4FB3DD37DE}" dt="2023-09-14T00:59:11.253" v="69" actId="1076"/>
          <ac:spMkLst>
            <pc:docMk/>
            <pc:sldMk cId="4212173715" sldId="302"/>
            <ac:spMk id="294" creationId="{B66D1740-BF55-E853-8D69-B2A82F0029D4}"/>
          </ac:spMkLst>
        </pc:spChg>
        <pc:spChg chg="mod">
          <ac:chgData name="Wilmer Ortega Erazo" userId="19082e28a51afb61" providerId="LiveId" clId="{94990643-8E4E-4CF9-87DE-7C4FB3DD37DE}" dt="2023-09-14T00:59:11.253" v="69" actId="1076"/>
          <ac:spMkLst>
            <pc:docMk/>
            <pc:sldMk cId="4212173715" sldId="302"/>
            <ac:spMk id="295" creationId="{6EC170A8-A80D-D11C-D510-2F3C08F29C63}"/>
          </ac:spMkLst>
        </pc:spChg>
        <pc:spChg chg="mod">
          <ac:chgData name="Wilmer Ortega Erazo" userId="19082e28a51afb61" providerId="LiveId" clId="{94990643-8E4E-4CF9-87DE-7C4FB3DD37DE}" dt="2023-09-14T00:59:11.253" v="69" actId="1076"/>
          <ac:spMkLst>
            <pc:docMk/>
            <pc:sldMk cId="4212173715" sldId="302"/>
            <ac:spMk id="296" creationId="{3DEF7290-9EDF-DC62-810A-F0950AD4526C}"/>
          </ac:spMkLst>
        </pc:spChg>
        <pc:spChg chg="mod">
          <ac:chgData name="Wilmer Ortega Erazo" userId="19082e28a51afb61" providerId="LiveId" clId="{94990643-8E4E-4CF9-87DE-7C4FB3DD37DE}" dt="2023-09-14T00:59:11.253" v="69" actId="1076"/>
          <ac:spMkLst>
            <pc:docMk/>
            <pc:sldMk cId="4212173715" sldId="302"/>
            <ac:spMk id="297" creationId="{FF982691-F38D-05E6-258E-D2E660D67C96}"/>
          </ac:spMkLst>
        </pc:spChg>
        <pc:spChg chg="mod">
          <ac:chgData name="Wilmer Ortega Erazo" userId="19082e28a51afb61" providerId="LiveId" clId="{94990643-8E4E-4CF9-87DE-7C4FB3DD37DE}" dt="2023-09-14T00:59:11.253" v="69" actId="1076"/>
          <ac:spMkLst>
            <pc:docMk/>
            <pc:sldMk cId="4212173715" sldId="302"/>
            <ac:spMk id="298" creationId="{F1B337DE-419E-07AE-A04B-898BB52DBB07}"/>
          </ac:spMkLst>
        </pc:spChg>
        <pc:spChg chg="mod">
          <ac:chgData name="Wilmer Ortega Erazo" userId="19082e28a51afb61" providerId="LiveId" clId="{94990643-8E4E-4CF9-87DE-7C4FB3DD37DE}" dt="2023-09-14T00:59:11.253" v="69" actId="1076"/>
          <ac:spMkLst>
            <pc:docMk/>
            <pc:sldMk cId="4212173715" sldId="302"/>
            <ac:spMk id="299" creationId="{89478633-710B-26BA-FB95-DAC251151803}"/>
          </ac:spMkLst>
        </pc:spChg>
        <pc:spChg chg="mod">
          <ac:chgData name="Wilmer Ortega Erazo" userId="19082e28a51afb61" providerId="LiveId" clId="{94990643-8E4E-4CF9-87DE-7C4FB3DD37DE}" dt="2023-09-14T00:59:11.253" v="69" actId="1076"/>
          <ac:spMkLst>
            <pc:docMk/>
            <pc:sldMk cId="4212173715" sldId="302"/>
            <ac:spMk id="300" creationId="{858632DC-C3D5-2B53-AC37-136E3B2FDBBB}"/>
          </ac:spMkLst>
        </pc:spChg>
        <pc:spChg chg="mod">
          <ac:chgData name="Wilmer Ortega Erazo" userId="19082e28a51afb61" providerId="LiveId" clId="{94990643-8E4E-4CF9-87DE-7C4FB3DD37DE}" dt="2023-09-14T00:59:11.253" v="69" actId="1076"/>
          <ac:spMkLst>
            <pc:docMk/>
            <pc:sldMk cId="4212173715" sldId="302"/>
            <ac:spMk id="301" creationId="{015F65F3-4059-12B1-E2C8-A6D8046B6EBB}"/>
          </ac:spMkLst>
        </pc:spChg>
        <pc:spChg chg="mod">
          <ac:chgData name="Wilmer Ortega Erazo" userId="19082e28a51afb61" providerId="LiveId" clId="{94990643-8E4E-4CF9-87DE-7C4FB3DD37DE}" dt="2023-09-14T00:59:11.253" v="69" actId="1076"/>
          <ac:spMkLst>
            <pc:docMk/>
            <pc:sldMk cId="4212173715" sldId="302"/>
            <ac:spMk id="302" creationId="{B8371775-8FCC-55AF-2CEB-5763FA2776C8}"/>
          </ac:spMkLst>
        </pc:spChg>
        <pc:spChg chg="mod">
          <ac:chgData name="Wilmer Ortega Erazo" userId="19082e28a51afb61" providerId="LiveId" clId="{94990643-8E4E-4CF9-87DE-7C4FB3DD37DE}" dt="2023-09-14T00:59:11.253" v="69" actId="1076"/>
          <ac:spMkLst>
            <pc:docMk/>
            <pc:sldMk cId="4212173715" sldId="302"/>
            <ac:spMk id="303" creationId="{1A9D2A0E-E955-DADD-CA77-CBCE99545178}"/>
          </ac:spMkLst>
        </pc:spChg>
        <pc:spChg chg="mod">
          <ac:chgData name="Wilmer Ortega Erazo" userId="19082e28a51afb61" providerId="LiveId" clId="{94990643-8E4E-4CF9-87DE-7C4FB3DD37DE}" dt="2023-09-14T00:59:11.253" v="69" actId="1076"/>
          <ac:spMkLst>
            <pc:docMk/>
            <pc:sldMk cId="4212173715" sldId="302"/>
            <ac:spMk id="304" creationId="{1A74D0A1-1F0C-E8A3-6BA5-AA7899D7A4C3}"/>
          </ac:spMkLst>
        </pc:spChg>
        <pc:spChg chg="mod">
          <ac:chgData name="Wilmer Ortega Erazo" userId="19082e28a51afb61" providerId="LiveId" clId="{94990643-8E4E-4CF9-87DE-7C4FB3DD37DE}" dt="2023-09-14T00:59:11.253" v="69" actId="1076"/>
          <ac:spMkLst>
            <pc:docMk/>
            <pc:sldMk cId="4212173715" sldId="302"/>
            <ac:spMk id="305" creationId="{F026EF06-0081-7F0A-11C7-7654085401DC}"/>
          </ac:spMkLst>
        </pc:spChg>
        <pc:spChg chg="mod">
          <ac:chgData name="Wilmer Ortega Erazo" userId="19082e28a51afb61" providerId="LiveId" clId="{94990643-8E4E-4CF9-87DE-7C4FB3DD37DE}" dt="2023-09-14T00:59:11.253" v="69" actId="1076"/>
          <ac:spMkLst>
            <pc:docMk/>
            <pc:sldMk cId="4212173715" sldId="302"/>
            <ac:spMk id="306" creationId="{89548B07-A035-1817-3ABC-236E3BAEF07E}"/>
          </ac:spMkLst>
        </pc:spChg>
        <pc:spChg chg="mod">
          <ac:chgData name="Wilmer Ortega Erazo" userId="19082e28a51afb61" providerId="LiveId" clId="{94990643-8E4E-4CF9-87DE-7C4FB3DD37DE}" dt="2023-09-14T00:59:11.253" v="69" actId="1076"/>
          <ac:spMkLst>
            <pc:docMk/>
            <pc:sldMk cId="4212173715" sldId="302"/>
            <ac:spMk id="307" creationId="{DBB7506F-9E08-DF8A-FDD8-60618ECE71A3}"/>
          </ac:spMkLst>
        </pc:spChg>
        <pc:spChg chg="mod">
          <ac:chgData name="Wilmer Ortega Erazo" userId="19082e28a51afb61" providerId="LiveId" clId="{94990643-8E4E-4CF9-87DE-7C4FB3DD37DE}" dt="2023-09-14T00:59:11.253" v="69" actId="1076"/>
          <ac:spMkLst>
            <pc:docMk/>
            <pc:sldMk cId="4212173715" sldId="302"/>
            <ac:spMk id="308" creationId="{462F6698-F7E3-987D-C071-ADDE064549B7}"/>
          </ac:spMkLst>
        </pc:spChg>
        <pc:spChg chg="mod">
          <ac:chgData name="Wilmer Ortega Erazo" userId="19082e28a51afb61" providerId="LiveId" clId="{94990643-8E4E-4CF9-87DE-7C4FB3DD37DE}" dt="2023-09-14T00:59:11.253" v="69" actId="1076"/>
          <ac:spMkLst>
            <pc:docMk/>
            <pc:sldMk cId="4212173715" sldId="302"/>
            <ac:spMk id="309" creationId="{7F55A51E-7EAD-BE63-03B8-3BADFCE1A399}"/>
          </ac:spMkLst>
        </pc:spChg>
        <pc:spChg chg="mod">
          <ac:chgData name="Wilmer Ortega Erazo" userId="19082e28a51afb61" providerId="LiveId" clId="{94990643-8E4E-4CF9-87DE-7C4FB3DD37DE}" dt="2023-09-14T00:59:11.253" v="69" actId="1076"/>
          <ac:spMkLst>
            <pc:docMk/>
            <pc:sldMk cId="4212173715" sldId="302"/>
            <ac:spMk id="310" creationId="{ACA2877A-9E09-6357-4E59-67EFC0E21372}"/>
          </ac:spMkLst>
        </pc:spChg>
        <pc:spChg chg="mod">
          <ac:chgData name="Wilmer Ortega Erazo" userId="19082e28a51afb61" providerId="LiveId" clId="{94990643-8E4E-4CF9-87DE-7C4FB3DD37DE}" dt="2023-09-14T00:59:11.253" v="69" actId="1076"/>
          <ac:spMkLst>
            <pc:docMk/>
            <pc:sldMk cId="4212173715" sldId="302"/>
            <ac:spMk id="311" creationId="{FF9E2572-E1FA-713F-17AA-C78BC779E338}"/>
          </ac:spMkLst>
        </pc:spChg>
        <pc:spChg chg="mod">
          <ac:chgData name="Wilmer Ortega Erazo" userId="19082e28a51afb61" providerId="LiveId" clId="{94990643-8E4E-4CF9-87DE-7C4FB3DD37DE}" dt="2023-09-14T00:59:11.253" v="69" actId="1076"/>
          <ac:spMkLst>
            <pc:docMk/>
            <pc:sldMk cId="4212173715" sldId="302"/>
            <ac:spMk id="312" creationId="{45AEC68E-CE01-8C74-6E27-F87379B452F4}"/>
          </ac:spMkLst>
        </pc:spChg>
        <pc:spChg chg="mod">
          <ac:chgData name="Wilmer Ortega Erazo" userId="19082e28a51afb61" providerId="LiveId" clId="{94990643-8E4E-4CF9-87DE-7C4FB3DD37DE}" dt="2023-09-14T00:59:11.253" v="69" actId="1076"/>
          <ac:spMkLst>
            <pc:docMk/>
            <pc:sldMk cId="4212173715" sldId="302"/>
            <ac:spMk id="313" creationId="{68115754-4879-3E1A-F4A5-E25816C725D1}"/>
          </ac:spMkLst>
        </pc:spChg>
        <pc:spChg chg="mod">
          <ac:chgData name="Wilmer Ortega Erazo" userId="19082e28a51afb61" providerId="LiveId" clId="{94990643-8E4E-4CF9-87DE-7C4FB3DD37DE}" dt="2023-09-14T00:59:11.253" v="69" actId="1076"/>
          <ac:spMkLst>
            <pc:docMk/>
            <pc:sldMk cId="4212173715" sldId="302"/>
            <ac:spMk id="314" creationId="{D8B9BF6E-FF8B-3AE3-0B6F-0957795B46BF}"/>
          </ac:spMkLst>
        </pc:spChg>
        <pc:spChg chg="mod">
          <ac:chgData name="Wilmer Ortega Erazo" userId="19082e28a51afb61" providerId="LiveId" clId="{94990643-8E4E-4CF9-87DE-7C4FB3DD37DE}" dt="2023-09-14T00:59:11.253" v="69" actId="1076"/>
          <ac:spMkLst>
            <pc:docMk/>
            <pc:sldMk cId="4212173715" sldId="302"/>
            <ac:spMk id="315" creationId="{35CF8BDA-86CA-DE7C-5A75-6050C0258FCA}"/>
          </ac:spMkLst>
        </pc:spChg>
        <pc:spChg chg="mod">
          <ac:chgData name="Wilmer Ortega Erazo" userId="19082e28a51afb61" providerId="LiveId" clId="{94990643-8E4E-4CF9-87DE-7C4FB3DD37DE}" dt="2023-09-14T00:59:11.253" v="69" actId="1076"/>
          <ac:spMkLst>
            <pc:docMk/>
            <pc:sldMk cId="4212173715" sldId="302"/>
            <ac:spMk id="316" creationId="{E7F7D8F2-7700-C4C4-880F-569F42D2C806}"/>
          </ac:spMkLst>
        </pc:spChg>
        <pc:spChg chg="add mod">
          <ac:chgData name="Wilmer Ortega Erazo" userId="19082e28a51afb61" providerId="LiveId" clId="{94990643-8E4E-4CF9-87DE-7C4FB3DD37DE}" dt="2023-09-14T00:59:11.253" v="69" actId="1076"/>
          <ac:spMkLst>
            <pc:docMk/>
            <pc:sldMk cId="4212173715" sldId="302"/>
            <ac:spMk id="317" creationId="{1ECEE707-36C7-5F5F-FA98-BE298404C5F8}"/>
          </ac:spMkLst>
        </pc:spChg>
        <pc:spChg chg="mod">
          <ac:chgData name="Wilmer Ortega Erazo" userId="19082e28a51afb61" providerId="LiveId" clId="{94990643-8E4E-4CF9-87DE-7C4FB3DD37DE}" dt="2023-09-14T00:59:11.253" v="69" actId="1076"/>
          <ac:spMkLst>
            <pc:docMk/>
            <pc:sldMk cId="4212173715" sldId="302"/>
            <ac:spMk id="344" creationId="{47E65811-E071-BBD6-409E-22128FF9BD6E}"/>
          </ac:spMkLst>
        </pc:spChg>
        <pc:spChg chg="mod">
          <ac:chgData name="Wilmer Ortega Erazo" userId="19082e28a51afb61" providerId="LiveId" clId="{94990643-8E4E-4CF9-87DE-7C4FB3DD37DE}" dt="2023-09-14T00:59:11.253" v="69" actId="1076"/>
          <ac:spMkLst>
            <pc:docMk/>
            <pc:sldMk cId="4212173715" sldId="302"/>
            <ac:spMk id="345" creationId="{F01C37EC-6CBB-9786-B49E-2249B26AC9B8}"/>
          </ac:spMkLst>
        </pc:spChg>
        <pc:spChg chg="mod">
          <ac:chgData name="Wilmer Ortega Erazo" userId="19082e28a51afb61" providerId="LiveId" clId="{94990643-8E4E-4CF9-87DE-7C4FB3DD37DE}" dt="2023-09-14T00:59:11.253" v="69" actId="1076"/>
          <ac:spMkLst>
            <pc:docMk/>
            <pc:sldMk cId="4212173715" sldId="302"/>
            <ac:spMk id="346" creationId="{085122D1-1958-2B25-33AA-CE3C01FEB270}"/>
          </ac:spMkLst>
        </pc:spChg>
        <pc:spChg chg="mod">
          <ac:chgData name="Wilmer Ortega Erazo" userId="19082e28a51afb61" providerId="LiveId" clId="{94990643-8E4E-4CF9-87DE-7C4FB3DD37DE}" dt="2023-09-14T00:59:11.253" v="69" actId="1076"/>
          <ac:spMkLst>
            <pc:docMk/>
            <pc:sldMk cId="4212173715" sldId="302"/>
            <ac:spMk id="347" creationId="{A393E8A8-EBE9-E51A-EAF5-661BD35E14A3}"/>
          </ac:spMkLst>
        </pc:spChg>
        <pc:spChg chg="mod">
          <ac:chgData name="Wilmer Ortega Erazo" userId="19082e28a51afb61" providerId="LiveId" clId="{94990643-8E4E-4CF9-87DE-7C4FB3DD37DE}" dt="2023-09-14T00:59:11.253" v="69" actId="1076"/>
          <ac:spMkLst>
            <pc:docMk/>
            <pc:sldMk cId="4212173715" sldId="302"/>
            <ac:spMk id="348" creationId="{311BE61A-9CC5-363E-C6D4-57E63D19ABE9}"/>
          </ac:spMkLst>
        </pc:spChg>
        <pc:spChg chg="mod">
          <ac:chgData name="Wilmer Ortega Erazo" userId="19082e28a51afb61" providerId="LiveId" clId="{94990643-8E4E-4CF9-87DE-7C4FB3DD37DE}" dt="2023-09-14T00:59:11.253" v="69" actId="1076"/>
          <ac:spMkLst>
            <pc:docMk/>
            <pc:sldMk cId="4212173715" sldId="302"/>
            <ac:spMk id="349" creationId="{0F8C5CB5-54BF-9F4D-F240-F5E26305524E}"/>
          </ac:spMkLst>
        </pc:spChg>
        <pc:spChg chg="mod">
          <ac:chgData name="Wilmer Ortega Erazo" userId="19082e28a51afb61" providerId="LiveId" clId="{94990643-8E4E-4CF9-87DE-7C4FB3DD37DE}" dt="2023-09-14T00:59:11.253" v="69" actId="1076"/>
          <ac:spMkLst>
            <pc:docMk/>
            <pc:sldMk cId="4212173715" sldId="302"/>
            <ac:spMk id="350" creationId="{EE0D0442-843C-EA69-6C95-E6B81B317B86}"/>
          </ac:spMkLst>
        </pc:spChg>
        <pc:spChg chg="mod">
          <ac:chgData name="Wilmer Ortega Erazo" userId="19082e28a51afb61" providerId="LiveId" clId="{94990643-8E4E-4CF9-87DE-7C4FB3DD37DE}" dt="2023-09-14T00:59:11.253" v="69" actId="1076"/>
          <ac:spMkLst>
            <pc:docMk/>
            <pc:sldMk cId="4212173715" sldId="302"/>
            <ac:spMk id="351" creationId="{177A34C9-04BD-4A3E-80CF-2A6D8C4D023A}"/>
          </ac:spMkLst>
        </pc:spChg>
        <pc:spChg chg="mod">
          <ac:chgData name="Wilmer Ortega Erazo" userId="19082e28a51afb61" providerId="LiveId" clId="{94990643-8E4E-4CF9-87DE-7C4FB3DD37DE}" dt="2023-09-14T00:59:11.253" v="69" actId="1076"/>
          <ac:spMkLst>
            <pc:docMk/>
            <pc:sldMk cId="4212173715" sldId="302"/>
            <ac:spMk id="352" creationId="{1709944F-1284-F7C8-4A91-8198032CFCEC}"/>
          </ac:spMkLst>
        </pc:spChg>
        <pc:spChg chg="mod">
          <ac:chgData name="Wilmer Ortega Erazo" userId="19082e28a51afb61" providerId="LiveId" clId="{94990643-8E4E-4CF9-87DE-7C4FB3DD37DE}" dt="2023-09-14T00:59:11.253" v="69" actId="1076"/>
          <ac:spMkLst>
            <pc:docMk/>
            <pc:sldMk cId="4212173715" sldId="302"/>
            <ac:spMk id="353" creationId="{674A601E-BAFA-3287-FDDD-B2830BA39E54}"/>
          </ac:spMkLst>
        </pc:spChg>
        <pc:spChg chg="mod">
          <ac:chgData name="Wilmer Ortega Erazo" userId="19082e28a51afb61" providerId="LiveId" clId="{94990643-8E4E-4CF9-87DE-7C4FB3DD37DE}" dt="2023-09-14T00:59:11.253" v="69" actId="1076"/>
          <ac:spMkLst>
            <pc:docMk/>
            <pc:sldMk cId="4212173715" sldId="302"/>
            <ac:spMk id="354" creationId="{E7EEB83E-6F50-21AA-2174-B2C829235C4C}"/>
          </ac:spMkLst>
        </pc:spChg>
        <pc:spChg chg="mod">
          <ac:chgData name="Wilmer Ortega Erazo" userId="19082e28a51afb61" providerId="LiveId" clId="{94990643-8E4E-4CF9-87DE-7C4FB3DD37DE}" dt="2023-09-14T00:59:11.253" v="69" actId="1076"/>
          <ac:spMkLst>
            <pc:docMk/>
            <pc:sldMk cId="4212173715" sldId="302"/>
            <ac:spMk id="355" creationId="{19B20CEA-3A0E-C611-674E-8416E7386806}"/>
          </ac:spMkLst>
        </pc:spChg>
        <pc:spChg chg="mod">
          <ac:chgData name="Wilmer Ortega Erazo" userId="19082e28a51afb61" providerId="LiveId" clId="{94990643-8E4E-4CF9-87DE-7C4FB3DD37DE}" dt="2023-09-14T00:59:11.253" v="69" actId="1076"/>
          <ac:spMkLst>
            <pc:docMk/>
            <pc:sldMk cId="4212173715" sldId="302"/>
            <ac:spMk id="356" creationId="{16EE6A96-C596-2827-425D-8A6753B524E3}"/>
          </ac:spMkLst>
        </pc:spChg>
        <pc:spChg chg="mod">
          <ac:chgData name="Wilmer Ortega Erazo" userId="19082e28a51afb61" providerId="LiveId" clId="{94990643-8E4E-4CF9-87DE-7C4FB3DD37DE}" dt="2023-09-14T00:59:11.253" v="69" actId="1076"/>
          <ac:spMkLst>
            <pc:docMk/>
            <pc:sldMk cId="4212173715" sldId="302"/>
            <ac:spMk id="357" creationId="{D9896239-04F9-1C22-577E-078E49ECF710}"/>
          </ac:spMkLst>
        </pc:spChg>
        <pc:spChg chg="mod">
          <ac:chgData name="Wilmer Ortega Erazo" userId="19082e28a51afb61" providerId="LiveId" clId="{94990643-8E4E-4CF9-87DE-7C4FB3DD37DE}" dt="2023-09-14T00:59:11.253" v="69" actId="1076"/>
          <ac:spMkLst>
            <pc:docMk/>
            <pc:sldMk cId="4212173715" sldId="302"/>
            <ac:spMk id="358" creationId="{415E420C-302F-B4A8-7FDA-6A7E327123E5}"/>
          </ac:spMkLst>
        </pc:spChg>
        <pc:spChg chg="mod">
          <ac:chgData name="Wilmer Ortega Erazo" userId="19082e28a51afb61" providerId="LiveId" clId="{94990643-8E4E-4CF9-87DE-7C4FB3DD37DE}" dt="2023-09-14T00:59:11.253" v="69" actId="1076"/>
          <ac:spMkLst>
            <pc:docMk/>
            <pc:sldMk cId="4212173715" sldId="302"/>
            <ac:spMk id="359" creationId="{D91C93F9-81B9-6E1E-A26B-32D0E04EC132}"/>
          </ac:spMkLst>
        </pc:spChg>
        <pc:spChg chg="mod">
          <ac:chgData name="Wilmer Ortega Erazo" userId="19082e28a51afb61" providerId="LiveId" clId="{94990643-8E4E-4CF9-87DE-7C4FB3DD37DE}" dt="2023-09-14T00:59:11.253" v="69" actId="1076"/>
          <ac:spMkLst>
            <pc:docMk/>
            <pc:sldMk cId="4212173715" sldId="302"/>
            <ac:spMk id="360" creationId="{82AC0C07-ED50-8845-12AF-5E8AAE2C45AE}"/>
          </ac:spMkLst>
        </pc:spChg>
        <pc:spChg chg="mod">
          <ac:chgData name="Wilmer Ortega Erazo" userId="19082e28a51afb61" providerId="LiveId" clId="{94990643-8E4E-4CF9-87DE-7C4FB3DD37DE}" dt="2023-09-14T00:59:11.253" v="69" actId="1076"/>
          <ac:spMkLst>
            <pc:docMk/>
            <pc:sldMk cId="4212173715" sldId="302"/>
            <ac:spMk id="361" creationId="{31C22BD7-BA33-A346-EBF1-AB97B77F8ED1}"/>
          </ac:spMkLst>
        </pc:spChg>
        <pc:spChg chg="mod">
          <ac:chgData name="Wilmer Ortega Erazo" userId="19082e28a51afb61" providerId="LiveId" clId="{94990643-8E4E-4CF9-87DE-7C4FB3DD37DE}" dt="2023-09-14T00:59:11.253" v="69" actId="1076"/>
          <ac:spMkLst>
            <pc:docMk/>
            <pc:sldMk cId="4212173715" sldId="302"/>
            <ac:spMk id="362" creationId="{E5C14147-F930-2606-1B85-C730CED3A7AC}"/>
          </ac:spMkLst>
        </pc:spChg>
        <pc:spChg chg="mod">
          <ac:chgData name="Wilmer Ortega Erazo" userId="19082e28a51afb61" providerId="LiveId" clId="{94990643-8E4E-4CF9-87DE-7C4FB3DD37DE}" dt="2023-09-14T00:59:11.253" v="69" actId="1076"/>
          <ac:spMkLst>
            <pc:docMk/>
            <pc:sldMk cId="4212173715" sldId="302"/>
            <ac:spMk id="363" creationId="{448E00F6-A5D7-7F2A-CEF6-A4FF5CBC1202}"/>
          </ac:spMkLst>
        </pc:spChg>
        <pc:spChg chg="mod">
          <ac:chgData name="Wilmer Ortega Erazo" userId="19082e28a51afb61" providerId="LiveId" clId="{94990643-8E4E-4CF9-87DE-7C4FB3DD37DE}" dt="2023-09-14T00:59:11.253" v="69" actId="1076"/>
          <ac:spMkLst>
            <pc:docMk/>
            <pc:sldMk cId="4212173715" sldId="302"/>
            <ac:spMk id="364" creationId="{2EFEF585-72C3-BFCB-4BD5-E4DAA971B002}"/>
          </ac:spMkLst>
        </pc:spChg>
        <pc:spChg chg="mod">
          <ac:chgData name="Wilmer Ortega Erazo" userId="19082e28a51afb61" providerId="LiveId" clId="{94990643-8E4E-4CF9-87DE-7C4FB3DD37DE}" dt="2023-09-14T00:59:11.253" v="69" actId="1076"/>
          <ac:spMkLst>
            <pc:docMk/>
            <pc:sldMk cId="4212173715" sldId="302"/>
            <ac:spMk id="365" creationId="{E838A99D-9BAF-E409-2E4D-488007DDB22E}"/>
          </ac:spMkLst>
        </pc:spChg>
        <pc:spChg chg="mod">
          <ac:chgData name="Wilmer Ortega Erazo" userId="19082e28a51afb61" providerId="LiveId" clId="{94990643-8E4E-4CF9-87DE-7C4FB3DD37DE}" dt="2023-09-14T00:59:11.253" v="69" actId="1076"/>
          <ac:spMkLst>
            <pc:docMk/>
            <pc:sldMk cId="4212173715" sldId="302"/>
            <ac:spMk id="366" creationId="{322256D4-EBE0-8F21-A68D-04EC65309232}"/>
          </ac:spMkLst>
        </pc:spChg>
        <pc:spChg chg="mod">
          <ac:chgData name="Wilmer Ortega Erazo" userId="19082e28a51afb61" providerId="LiveId" clId="{94990643-8E4E-4CF9-87DE-7C4FB3DD37DE}" dt="2023-09-14T00:59:11.253" v="69" actId="1076"/>
          <ac:spMkLst>
            <pc:docMk/>
            <pc:sldMk cId="4212173715" sldId="302"/>
            <ac:spMk id="367" creationId="{48C9D739-AD31-41C7-37C4-1C2AE8D2263F}"/>
          </ac:spMkLst>
        </pc:spChg>
        <pc:spChg chg="mod">
          <ac:chgData name="Wilmer Ortega Erazo" userId="19082e28a51afb61" providerId="LiveId" clId="{94990643-8E4E-4CF9-87DE-7C4FB3DD37DE}" dt="2023-09-14T00:59:11.253" v="69" actId="1076"/>
          <ac:spMkLst>
            <pc:docMk/>
            <pc:sldMk cId="4212173715" sldId="302"/>
            <ac:spMk id="368" creationId="{6D15ACCE-9EF6-2610-22C0-F6B07F3FE2EA}"/>
          </ac:spMkLst>
        </pc:spChg>
        <pc:spChg chg="mod">
          <ac:chgData name="Wilmer Ortega Erazo" userId="19082e28a51afb61" providerId="LiveId" clId="{94990643-8E4E-4CF9-87DE-7C4FB3DD37DE}" dt="2023-09-14T00:59:11.253" v="69" actId="1076"/>
          <ac:spMkLst>
            <pc:docMk/>
            <pc:sldMk cId="4212173715" sldId="302"/>
            <ac:spMk id="369" creationId="{1962DB81-E6CC-EF82-AEAF-FB00A04633C1}"/>
          </ac:spMkLst>
        </pc:spChg>
        <pc:spChg chg="mod">
          <ac:chgData name="Wilmer Ortega Erazo" userId="19082e28a51afb61" providerId="LiveId" clId="{94990643-8E4E-4CF9-87DE-7C4FB3DD37DE}" dt="2023-09-14T00:59:11.253" v="69" actId="1076"/>
          <ac:spMkLst>
            <pc:docMk/>
            <pc:sldMk cId="4212173715" sldId="302"/>
            <ac:spMk id="370" creationId="{4828EC23-F815-34E7-5E98-86581F04298E}"/>
          </ac:spMkLst>
        </pc:spChg>
        <pc:spChg chg="mod">
          <ac:chgData name="Wilmer Ortega Erazo" userId="19082e28a51afb61" providerId="LiveId" clId="{94990643-8E4E-4CF9-87DE-7C4FB3DD37DE}" dt="2023-09-14T00:59:11.253" v="69" actId="1076"/>
          <ac:spMkLst>
            <pc:docMk/>
            <pc:sldMk cId="4212173715" sldId="302"/>
            <ac:spMk id="371" creationId="{E8DA6C70-6051-8842-016E-25C1D2537AC1}"/>
          </ac:spMkLst>
        </pc:spChg>
        <pc:spChg chg="mod">
          <ac:chgData name="Wilmer Ortega Erazo" userId="19082e28a51afb61" providerId="LiveId" clId="{94990643-8E4E-4CF9-87DE-7C4FB3DD37DE}" dt="2023-09-14T00:59:11.253" v="69" actId="1076"/>
          <ac:spMkLst>
            <pc:docMk/>
            <pc:sldMk cId="4212173715" sldId="302"/>
            <ac:spMk id="372" creationId="{D3415E07-99A8-6878-75DF-F75F83E9D029}"/>
          </ac:spMkLst>
        </pc:spChg>
        <pc:spChg chg="mod">
          <ac:chgData name="Wilmer Ortega Erazo" userId="19082e28a51afb61" providerId="LiveId" clId="{94990643-8E4E-4CF9-87DE-7C4FB3DD37DE}" dt="2023-09-14T00:59:11.253" v="69" actId="1076"/>
          <ac:spMkLst>
            <pc:docMk/>
            <pc:sldMk cId="4212173715" sldId="302"/>
            <ac:spMk id="373" creationId="{679F38BB-327D-9102-B0AB-0B51156B87DA}"/>
          </ac:spMkLst>
        </pc:spChg>
        <pc:spChg chg="mod">
          <ac:chgData name="Wilmer Ortega Erazo" userId="19082e28a51afb61" providerId="LiveId" clId="{94990643-8E4E-4CF9-87DE-7C4FB3DD37DE}" dt="2023-09-14T00:59:11.253" v="69" actId="1076"/>
          <ac:spMkLst>
            <pc:docMk/>
            <pc:sldMk cId="4212173715" sldId="302"/>
            <ac:spMk id="374" creationId="{4670627E-0753-F2E4-1860-585736C77E05}"/>
          </ac:spMkLst>
        </pc:spChg>
        <pc:spChg chg="mod">
          <ac:chgData name="Wilmer Ortega Erazo" userId="19082e28a51afb61" providerId="LiveId" clId="{94990643-8E4E-4CF9-87DE-7C4FB3DD37DE}" dt="2023-09-14T00:59:11.253" v="69" actId="1076"/>
          <ac:spMkLst>
            <pc:docMk/>
            <pc:sldMk cId="4212173715" sldId="302"/>
            <ac:spMk id="375" creationId="{20B75CD7-B579-7C27-8F45-CCE5ADDDEF39}"/>
          </ac:spMkLst>
        </pc:spChg>
        <pc:spChg chg="mod">
          <ac:chgData name="Wilmer Ortega Erazo" userId="19082e28a51afb61" providerId="LiveId" clId="{94990643-8E4E-4CF9-87DE-7C4FB3DD37DE}" dt="2023-09-14T00:59:11.253" v="69" actId="1076"/>
          <ac:spMkLst>
            <pc:docMk/>
            <pc:sldMk cId="4212173715" sldId="302"/>
            <ac:spMk id="376" creationId="{F40C5C67-7413-2D3F-5627-3D24C9F3A953}"/>
          </ac:spMkLst>
        </pc:spChg>
        <pc:spChg chg="mod">
          <ac:chgData name="Wilmer Ortega Erazo" userId="19082e28a51afb61" providerId="LiveId" clId="{94990643-8E4E-4CF9-87DE-7C4FB3DD37DE}" dt="2023-09-14T00:59:11.253" v="69" actId="1076"/>
          <ac:spMkLst>
            <pc:docMk/>
            <pc:sldMk cId="4212173715" sldId="302"/>
            <ac:spMk id="377" creationId="{AEF5E2E8-C4CF-9A89-BDD0-D676713E0D94}"/>
          </ac:spMkLst>
        </pc:spChg>
        <pc:spChg chg="mod">
          <ac:chgData name="Wilmer Ortega Erazo" userId="19082e28a51afb61" providerId="LiveId" clId="{94990643-8E4E-4CF9-87DE-7C4FB3DD37DE}" dt="2023-09-14T00:59:11.253" v="69" actId="1076"/>
          <ac:spMkLst>
            <pc:docMk/>
            <pc:sldMk cId="4212173715" sldId="302"/>
            <ac:spMk id="378" creationId="{ED332947-E595-6593-B028-D9BEBBFBAD74}"/>
          </ac:spMkLst>
        </pc:spChg>
        <pc:spChg chg="mod">
          <ac:chgData name="Wilmer Ortega Erazo" userId="19082e28a51afb61" providerId="LiveId" clId="{94990643-8E4E-4CF9-87DE-7C4FB3DD37DE}" dt="2023-09-14T00:59:11.253" v="69" actId="1076"/>
          <ac:spMkLst>
            <pc:docMk/>
            <pc:sldMk cId="4212173715" sldId="302"/>
            <ac:spMk id="379" creationId="{E2A42B4C-0D2E-F65E-1EE1-6CE796CBA269}"/>
          </ac:spMkLst>
        </pc:spChg>
        <pc:spChg chg="mod">
          <ac:chgData name="Wilmer Ortega Erazo" userId="19082e28a51afb61" providerId="LiveId" clId="{94990643-8E4E-4CF9-87DE-7C4FB3DD37DE}" dt="2023-09-14T00:59:11.253" v="69" actId="1076"/>
          <ac:spMkLst>
            <pc:docMk/>
            <pc:sldMk cId="4212173715" sldId="302"/>
            <ac:spMk id="380" creationId="{1B50EB99-5DCF-5875-97AA-3044F19AEE42}"/>
          </ac:spMkLst>
        </pc:spChg>
        <pc:spChg chg="mod">
          <ac:chgData name="Wilmer Ortega Erazo" userId="19082e28a51afb61" providerId="LiveId" clId="{94990643-8E4E-4CF9-87DE-7C4FB3DD37DE}" dt="2023-09-14T00:59:11.253" v="69" actId="1076"/>
          <ac:spMkLst>
            <pc:docMk/>
            <pc:sldMk cId="4212173715" sldId="302"/>
            <ac:spMk id="381" creationId="{F9E52ECC-12A0-7DB4-4573-1A809BB52F9A}"/>
          </ac:spMkLst>
        </pc:spChg>
        <pc:spChg chg="mod">
          <ac:chgData name="Wilmer Ortega Erazo" userId="19082e28a51afb61" providerId="LiveId" clId="{94990643-8E4E-4CF9-87DE-7C4FB3DD37DE}" dt="2023-09-14T00:59:11.253" v="69" actId="1076"/>
          <ac:spMkLst>
            <pc:docMk/>
            <pc:sldMk cId="4212173715" sldId="302"/>
            <ac:spMk id="382" creationId="{E2EB8A1D-6027-1169-8A24-C93336FA16DB}"/>
          </ac:spMkLst>
        </pc:spChg>
        <pc:spChg chg="mod">
          <ac:chgData name="Wilmer Ortega Erazo" userId="19082e28a51afb61" providerId="LiveId" clId="{94990643-8E4E-4CF9-87DE-7C4FB3DD37DE}" dt="2023-09-14T00:59:11.253" v="69" actId="1076"/>
          <ac:spMkLst>
            <pc:docMk/>
            <pc:sldMk cId="4212173715" sldId="302"/>
            <ac:spMk id="383" creationId="{1C7BD45B-B4E9-3F09-75C3-06CEBDCA0AED}"/>
          </ac:spMkLst>
        </pc:spChg>
        <pc:spChg chg="mod">
          <ac:chgData name="Wilmer Ortega Erazo" userId="19082e28a51afb61" providerId="LiveId" clId="{94990643-8E4E-4CF9-87DE-7C4FB3DD37DE}" dt="2023-09-14T00:59:11.253" v="69" actId="1076"/>
          <ac:spMkLst>
            <pc:docMk/>
            <pc:sldMk cId="4212173715" sldId="302"/>
            <ac:spMk id="384" creationId="{288E41C7-C5C7-9E40-168D-4B9688F84273}"/>
          </ac:spMkLst>
        </pc:spChg>
        <pc:spChg chg="mod">
          <ac:chgData name="Wilmer Ortega Erazo" userId="19082e28a51afb61" providerId="LiveId" clId="{94990643-8E4E-4CF9-87DE-7C4FB3DD37DE}" dt="2023-09-14T00:59:11.253" v="69" actId="1076"/>
          <ac:spMkLst>
            <pc:docMk/>
            <pc:sldMk cId="4212173715" sldId="302"/>
            <ac:spMk id="385" creationId="{170D6AB8-962A-8364-3096-62A5007EBB36}"/>
          </ac:spMkLst>
        </pc:spChg>
        <pc:spChg chg="mod">
          <ac:chgData name="Wilmer Ortega Erazo" userId="19082e28a51afb61" providerId="LiveId" clId="{94990643-8E4E-4CF9-87DE-7C4FB3DD37DE}" dt="2023-09-14T00:59:11.253" v="69" actId="1076"/>
          <ac:spMkLst>
            <pc:docMk/>
            <pc:sldMk cId="4212173715" sldId="302"/>
            <ac:spMk id="386" creationId="{D5AFE771-21BE-97C3-0109-65BCE4A78548}"/>
          </ac:spMkLst>
        </pc:spChg>
        <pc:spChg chg="mod">
          <ac:chgData name="Wilmer Ortega Erazo" userId="19082e28a51afb61" providerId="LiveId" clId="{94990643-8E4E-4CF9-87DE-7C4FB3DD37DE}" dt="2023-09-14T00:59:11.253" v="69" actId="1076"/>
          <ac:spMkLst>
            <pc:docMk/>
            <pc:sldMk cId="4212173715" sldId="302"/>
            <ac:spMk id="387" creationId="{6F26827B-5953-AAAD-FF7B-CBF706A64999}"/>
          </ac:spMkLst>
        </pc:spChg>
        <pc:spChg chg="mod">
          <ac:chgData name="Wilmer Ortega Erazo" userId="19082e28a51afb61" providerId="LiveId" clId="{94990643-8E4E-4CF9-87DE-7C4FB3DD37DE}" dt="2023-09-14T00:59:11.253" v="69" actId="1076"/>
          <ac:spMkLst>
            <pc:docMk/>
            <pc:sldMk cId="4212173715" sldId="302"/>
            <ac:spMk id="388" creationId="{7469E791-2C1B-A1A9-683A-66F083B88C58}"/>
          </ac:spMkLst>
        </pc:spChg>
        <pc:spChg chg="mod">
          <ac:chgData name="Wilmer Ortega Erazo" userId="19082e28a51afb61" providerId="LiveId" clId="{94990643-8E4E-4CF9-87DE-7C4FB3DD37DE}" dt="2023-09-14T00:59:11.253" v="69" actId="1076"/>
          <ac:spMkLst>
            <pc:docMk/>
            <pc:sldMk cId="4212173715" sldId="302"/>
            <ac:spMk id="389" creationId="{2DA5334B-0B3A-5815-3FBE-C81B28EE570A}"/>
          </ac:spMkLst>
        </pc:spChg>
        <pc:spChg chg="mod">
          <ac:chgData name="Wilmer Ortega Erazo" userId="19082e28a51afb61" providerId="LiveId" clId="{94990643-8E4E-4CF9-87DE-7C4FB3DD37DE}" dt="2023-09-14T00:59:11.253" v="69" actId="1076"/>
          <ac:spMkLst>
            <pc:docMk/>
            <pc:sldMk cId="4212173715" sldId="302"/>
            <ac:spMk id="390" creationId="{B58F658A-F4FF-51CE-564E-17A72EE9EE24}"/>
          </ac:spMkLst>
        </pc:spChg>
        <pc:spChg chg="mod">
          <ac:chgData name="Wilmer Ortega Erazo" userId="19082e28a51afb61" providerId="LiveId" clId="{94990643-8E4E-4CF9-87DE-7C4FB3DD37DE}" dt="2023-09-14T00:59:11.253" v="69" actId="1076"/>
          <ac:spMkLst>
            <pc:docMk/>
            <pc:sldMk cId="4212173715" sldId="302"/>
            <ac:spMk id="391" creationId="{BA0B02C2-30DA-A540-E276-EBF91CFDA436}"/>
          </ac:spMkLst>
        </pc:spChg>
        <pc:spChg chg="mod">
          <ac:chgData name="Wilmer Ortega Erazo" userId="19082e28a51afb61" providerId="LiveId" clId="{94990643-8E4E-4CF9-87DE-7C4FB3DD37DE}" dt="2023-09-14T00:59:11.253" v="69" actId="1076"/>
          <ac:spMkLst>
            <pc:docMk/>
            <pc:sldMk cId="4212173715" sldId="302"/>
            <ac:spMk id="392" creationId="{B31FE991-DE20-F670-CDF8-28AE92EEDCA6}"/>
          </ac:spMkLst>
        </pc:spChg>
        <pc:spChg chg="mod">
          <ac:chgData name="Wilmer Ortega Erazo" userId="19082e28a51afb61" providerId="LiveId" clId="{94990643-8E4E-4CF9-87DE-7C4FB3DD37DE}" dt="2023-09-14T00:59:11.253" v="69" actId="1076"/>
          <ac:spMkLst>
            <pc:docMk/>
            <pc:sldMk cId="4212173715" sldId="302"/>
            <ac:spMk id="393" creationId="{733AC6A8-A7FB-7DC6-DAD9-D07F7D8D7186}"/>
          </ac:spMkLst>
        </pc:spChg>
        <pc:spChg chg="mod">
          <ac:chgData name="Wilmer Ortega Erazo" userId="19082e28a51afb61" providerId="LiveId" clId="{94990643-8E4E-4CF9-87DE-7C4FB3DD37DE}" dt="2023-09-14T00:59:11.253" v="69" actId="1076"/>
          <ac:spMkLst>
            <pc:docMk/>
            <pc:sldMk cId="4212173715" sldId="302"/>
            <ac:spMk id="394" creationId="{A1120770-D973-EEBF-7FD7-0D8895D91C89}"/>
          </ac:spMkLst>
        </pc:spChg>
        <pc:spChg chg="mod">
          <ac:chgData name="Wilmer Ortega Erazo" userId="19082e28a51afb61" providerId="LiveId" clId="{94990643-8E4E-4CF9-87DE-7C4FB3DD37DE}" dt="2023-09-14T00:59:11.253" v="69" actId="1076"/>
          <ac:spMkLst>
            <pc:docMk/>
            <pc:sldMk cId="4212173715" sldId="302"/>
            <ac:spMk id="395" creationId="{AF311F76-B27C-E4E1-1D66-91C081D6B948}"/>
          </ac:spMkLst>
        </pc:spChg>
        <pc:spChg chg="mod">
          <ac:chgData name="Wilmer Ortega Erazo" userId="19082e28a51afb61" providerId="LiveId" clId="{94990643-8E4E-4CF9-87DE-7C4FB3DD37DE}" dt="2023-09-14T00:59:11.253" v="69" actId="1076"/>
          <ac:spMkLst>
            <pc:docMk/>
            <pc:sldMk cId="4212173715" sldId="302"/>
            <ac:spMk id="396" creationId="{A01557E3-46A8-C8DD-A167-FCF1C3543C27}"/>
          </ac:spMkLst>
        </pc:spChg>
        <pc:spChg chg="mod">
          <ac:chgData name="Wilmer Ortega Erazo" userId="19082e28a51afb61" providerId="LiveId" clId="{94990643-8E4E-4CF9-87DE-7C4FB3DD37DE}" dt="2023-09-14T00:59:11.253" v="69" actId="1076"/>
          <ac:spMkLst>
            <pc:docMk/>
            <pc:sldMk cId="4212173715" sldId="302"/>
            <ac:spMk id="397" creationId="{384C9B9C-FD13-DD61-2F8C-E1428B59579F}"/>
          </ac:spMkLst>
        </pc:spChg>
        <pc:spChg chg="mod">
          <ac:chgData name="Wilmer Ortega Erazo" userId="19082e28a51afb61" providerId="LiveId" clId="{94990643-8E4E-4CF9-87DE-7C4FB3DD37DE}" dt="2023-09-14T00:59:11.253" v="69" actId="1076"/>
          <ac:spMkLst>
            <pc:docMk/>
            <pc:sldMk cId="4212173715" sldId="302"/>
            <ac:spMk id="398" creationId="{7FD6FC4E-9741-CCAD-1AFD-81096BFD379A}"/>
          </ac:spMkLst>
        </pc:spChg>
        <pc:spChg chg="mod">
          <ac:chgData name="Wilmer Ortega Erazo" userId="19082e28a51afb61" providerId="LiveId" clId="{94990643-8E4E-4CF9-87DE-7C4FB3DD37DE}" dt="2023-09-14T00:59:11.253" v="69" actId="1076"/>
          <ac:spMkLst>
            <pc:docMk/>
            <pc:sldMk cId="4212173715" sldId="302"/>
            <ac:spMk id="399" creationId="{D0B1F0B7-0EF3-9F6E-1EF7-5D9F93A07F55}"/>
          </ac:spMkLst>
        </pc:spChg>
        <pc:spChg chg="mod">
          <ac:chgData name="Wilmer Ortega Erazo" userId="19082e28a51afb61" providerId="LiveId" clId="{94990643-8E4E-4CF9-87DE-7C4FB3DD37DE}" dt="2023-09-14T00:59:11.253" v="69" actId="1076"/>
          <ac:spMkLst>
            <pc:docMk/>
            <pc:sldMk cId="4212173715" sldId="302"/>
            <ac:spMk id="400" creationId="{79B3BBCB-0720-9F93-7B44-BFF4A9D56220}"/>
          </ac:spMkLst>
        </pc:spChg>
        <pc:spChg chg="mod">
          <ac:chgData name="Wilmer Ortega Erazo" userId="19082e28a51afb61" providerId="LiveId" clId="{94990643-8E4E-4CF9-87DE-7C4FB3DD37DE}" dt="2023-09-14T00:59:11.253" v="69" actId="1076"/>
          <ac:spMkLst>
            <pc:docMk/>
            <pc:sldMk cId="4212173715" sldId="302"/>
            <ac:spMk id="401" creationId="{AA15E5D8-02EB-1CBD-ACD5-B4F53915F7F7}"/>
          </ac:spMkLst>
        </pc:spChg>
        <pc:spChg chg="mod">
          <ac:chgData name="Wilmer Ortega Erazo" userId="19082e28a51afb61" providerId="LiveId" clId="{94990643-8E4E-4CF9-87DE-7C4FB3DD37DE}" dt="2023-09-14T00:59:11.253" v="69" actId="1076"/>
          <ac:spMkLst>
            <pc:docMk/>
            <pc:sldMk cId="4212173715" sldId="302"/>
            <ac:spMk id="402" creationId="{FB5262B4-447A-3CFE-16DB-7C3F94CBD29B}"/>
          </ac:spMkLst>
        </pc:spChg>
        <pc:spChg chg="mod">
          <ac:chgData name="Wilmer Ortega Erazo" userId="19082e28a51afb61" providerId="LiveId" clId="{94990643-8E4E-4CF9-87DE-7C4FB3DD37DE}" dt="2023-09-14T00:59:11.253" v="69" actId="1076"/>
          <ac:spMkLst>
            <pc:docMk/>
            <pc:sldMk cId="4212173715" sldId="302"/>
            <ac:spMk id="403" creationId="{8BAE5128-7C70-C8DB-C31E-96DB498CE896}"/>
          </ac:spMkLst>
        </pc:spChg>
        <pc:spChg chg="mod">
          <ac:chgData name="Wilmer Ortega Erazo" userId="19082e28a51afb61" providerId="LiveId" clId="{94990643-8E4E-4CF9-87DE-7C4FB3DD37DE}" dt="2023-09-14T00:59:11.253" v="69" actId="1076"/>
          <ac:spMkLst>
            <pc:docMk/>
            <pc:sldMk cId="4212173715" sldId="302"/>
            <ac:spMk id="404" creationId="{48FFCD67-9125-AFA4-878E-452EBC78FC40}"/>
          </ac:spMkLst>
        </pc:spChg>
        <pc:spChg chg="mod">
          <ac:chgData name="Wilmer Ortega Erazo" userId="19082e28a51afb61" providerId="LiveId" clId="{94990643-8E4E-4CF9-87DE-7C4FB3DD37DE}" dt="2023-09-14T00:59:11.253" v="69" actId="1076"/>
          <ac:spMkLst>
            <pc:docMk/>
            <pc:sldMk cId="4212173715" sldId="302"/>
            <ac:spMk id="405" creationId="{850CC7F9-73D6-03FE-7A3E-635CDFE4D1F3}"/>
          </ac:spMkLst>
        </pc:spChg>
        <pc:grpChg chg="del">
          <ac:chgData name="Wilmer Ortega Erazo" userId="19082e28a51afb61" providerId="LiveId" clId="{94990643-8E4E-4CF9-87DE-7C4FB3DD37DE}" dt="2023-09-14T00:59:02.520" v="66" actId="478"/>
          <ac:grpSpMkLst>
            <pc:docMk/>
            <pc:sldMk cId="4212173715" sldId="302"/>
            <ac:grpSpMk id="3" creationId="{2EE93B74-8CB5-4802-DE77-F28EE8288A3D}"/>
          </ac:grpSpMkLst>
        </pc:grpChg>
        <pc:grpChg chg="del">
          <ac:chgData name="Wilmer Ortega Erazo" userId="19082e28a51afb61" providerId="LiveId" clId="{94990643-8E4E-4CF9-87DE-7C4FB3DD37DE}" dt="2023-09-14T00:59:02.520" v="66" actId="478"/>
          <ac:grpSpMkLst>
            <pc:docMk/>
            <pc:sldMk cId="4212173715" sldId="302"/>
            <ac:grpSpMk id="139" creationId="{338B4592-8651-2F35-A6B2-AA0DBED6CB17}"/>
          </ac:grpSpMkLst>
        </pc:grpChg>
        <pc:grpChg chg="add mod">
          <ac:chgData name="Wilmer Ortega Erazo" userId="19082e28a51afb61" providerId="LiveId" clId="{94990643-8E4E-4CF9-87DE-7C4FB3DD37DE}" dt="2023-09-14T00:59:11.253" v="69" actId="1076"/>
          <ac:grpSpMkLst>
            <pc:docMk/>
            <pc:sldMk cId="4212173715" sldId="302"/>
            <ac:grpSpMk id="206" creationId="{5A5737B3-002C-A4EC-8709-8CF8B9136DB7}"/>
          </ac:grpSpMkLst>
        </pc:grpChg>
        <pc:grpChg chg="mod">
          <ac:chgData name="Wilmer Ortega Erazo" userId="19082e28a51afb61" providerId="LiveId" clId="{94990643-8E4E-4CF9-87DE-7C4FB3DD37DE}" dt="2023-09-14T00:59:11.253" v="69" actId="1076"/>
          <ac:grpSpMkLst>
            <pc:docMk/>
            <pc:sldMk cId="4212173715" sldId="302"/>
            <ac:grpSpMk id="207" creationId="{B0F75A82-4393-0A3C-4994-E571C3380C9C}"/>
          </ac:grpSpMkLst>
        </pc:grpChg>
        <pc:grpChg chg="mod">
          <ac:chgData name="Wilmer Ortega Erazo" userId="19082e28a51afb61" providerId="LiveId" clId="{94990643-8E4E-4CF9-87DE-7C4FB3DD37DE}" dt="2023-09-14T00:59:11.253" v="69" actId="1076"/>
          <ac:grpSpMkLst>
            <pc:docMk/>
            <pc:sldMk cId="4212173715" sldId="302"/>
            <ac:grpSpMk id="208" creationId="{B2CC4A7E-F10C-8A73-DBD4-779D1D4D2EFE}"/>
          </ac:grpSpMkLst>
        </pc:grpChg>
        <pc:grpChg chg="mod">
          <ac:chgData name="Wilmer Ortega Erazo" userId="19082e28a51afb61" providerId="LiveId" clId="{94990643-8E4E-4CF9-87DE-7C4FB3DD37DE}" dt="2023-09-14T00:59:11.253" v="69" actId="1076"/>
          <ac:grpSpMkLst>
            <pc:docMk/>
            <pc:sldMk cId="4212173715" sldId="302"/>
            <ac:grpSpMk id="209" creationId="{B39EFA21-1471-5466-549D-E8111750B2F0}"/>
          </ac:grpSpMkLst>
        </pc:grpChg>
        <pc:grpChg chg="mod">
          <ac:chgData name="Wilmer Ortega Erazo" userId="19082e28a51afb61" providerId="LiveId" clId="{94990643-8E4E-4CF9-87DE-7C4FB3DD37DE}" dt="2023-09-14T00:59:11.253" v="69" actId="1076"/>
          <ac:grpSpMkLst>
            <pc:docMk/>
            <pc:sldMk cId="4212173715" sldId="302"/>
            <ac:grpSpMk id="210" creationId="{881B003B-021F-3405-3C5D-099DB67C6848}"/>
          </ac:grpSpMkLst>
        </pc:grpChg>
        <pc:grpChg chg="mod">
          <ac:chgData name="Wilmer Ortega Erazo" userId="19082e28a51afb61" providerId="LiveId" clId="{94990643-8E4E-4CF9-87DE-7C4FB3DD37DE}" dt="2023-09-14T00:59:11.253" v="69" actId="1076"/>
          <ac:grpSpMkLst>
            <pc:docMk/>
            <pc:sldMk cId="4212173715" sldId="302"/>
            <ac:grpSpMk id="211" creationId="{93203B64-F5AB-5DFE-562F-3002AABF3BEB}"/>
          </ac:grpSpMkLst>
        </pc:grpChg>
        <pc:grpChg chg="mod">
          <ac:chgData name="Wilmer Ortega Erazo" userId="19082e28a51afb61" providerId="LiveId" clId="{94990643-8E4E-4CF9-87DE-7C4FB3DD37DE}" dt="2023-09-14T00:59:11.253" v="69" actId="1076"/>
          <ac:grpSpMkLst>
            <pc:docMk/>
            <pc:sldMk cId="4212173715" sldId="302"/>
            <ac:grpSpMk id="212" creationId="{C6FB2C49-950B-2B6F-DD2A-5DC5EB98722A}"/>
          </ac:grpSpMkLst>
        </pc:grpChg>
        <pc:grpChg chg="mod">
          <ac:chgData name="Wilmer Ortega Erazo" userId="19082e28a51afb61" providerId="LiveId" clId="{94990643-8E4E-4CF9-87DE-7C4FB3DD37DE}" dt="2023-09-14T00:59:11.253" v="69" actId="1076"/>
          <ac:grpSpMkLst>
            <pc:docMk/>
            <pc:sldMk cId="4212173715" sldId="302"/>
            <ac:grpSpMk id="213" creationId="{F8F5A0AB-93A1-89CF-7FCA-0EE09F891B4F}"/>
          </ac:grpSpMkLst>
        </pc:grpChg>
        <pc:grpChg chg="mod">
          <ac:chgData name="Wilmer Ortega Erazo" userId="19082e28a51afb61" providerId="LiveId" clId="{94990643-8E4E-4CF9-87DE-7C4FB3DD37DE}" dt="2023-09-14T00:59:11.253" v="69" actId="1076"/>
          <ac:grpSpMkLst>
            <pc:docMk/>
            <pc:sldMk cId="4212173715" sldId="302"/>
            <ac:grpSpMk id="214" creationId="{C6FD220B-33C9-5B76-6CA3-34E3DA800748}"/>
          </ac:grpSpMkLst>
        </pc:grpChg>
        <pc:grpChg chg="mod">
          <ac:chgData name="Wilmer Ortega Erazo" userId="19082e28a51afb61" providerId="LiveId" clId="{94990643-8E4E-4CF9-87DE-7C4FB3DD37DE}" dt="2023-09-14T00:59:11.253" v="69" actId="1076"/>
          <ac:grpSpMkLst>
            <pc:docMk/>
            <pc:sldMk cId="4212173715" sldId="302"/>
            <ac:grpSpMk id="215" creationId="{85512094-35DF-B15F-678A-DC65163EECC4}"/>
          </ac:grpSpMkLst>
        </pc:grpChg>
        <pc:grpChg chg="mod">
          <ac:chgData name="Wilmer Ortega Erazo" userId="19082e28a51afb61" providerId="LiveId" clId="{94990643-8E4E-4CF9-87DE-7C4FB3DD37DE}" dt="2023-09-14T00:59:11.253" v="69" actId="1076"/>
          <ac:grpSpMkLst>
            <pc:docMk/>
            <pc:sldMk cId="4212173715" sldId="302"/>
            <ac:grpSpMk id="216" creationId="{2CD28AD3-FAA5-88D0-65F4-7643596CDD4D}"/>
          </ac:grpSpMkLst>
        </pc:grpChg>
        <pc:grpChg chg="mod">
          <ac:chgData name="Wilmer Ortega Erazo" userId="19082e28a51afb61" providerId="LiveId" clId="{94990643-8E4E-4CF9-87DE-7C4FB3DD37DE}" dt="2023-09-14T00:59:11.253" v="69" actId="1076"/>
          <ac:grpSpMkLst>
            <pc:docMk/>
            <pc:sldMk cId="4212173715" sldId="302"/>
            <ac:grpSpMk id="217" creationId="{AB40678C-F06D-04B9-8753-EF1AE780A3A4}"/>
          </ac:grpSpMkLst>
        </pc:grpChg>
        <pc:grpChg chg="mod">
          <ac:chgData name="Wilmer Ortega Erazo" userId="19082e28a51afb61" providerId="LiveId" clId="{94990643-8E4E-4CF9-87DE-7C4FB3DD37DE}" dt="2023-09-14T00:59:11.253" v="69" actId="1076"/>
          <ac:grpSpMkLst>
            <pc:docMk/>
            <pc:sldMk cId="4212173715" sldId="302"/>
            <ac:grpSpMk id="218" creationId="{D1223C19-C621-323A-7232-56095417B1A9}"/>
          </ac:grpSpMkLst>
        </pc:grpChg>
        <pc:grpChg chg="mod">
          <ac:chgData name="Wilmer Ortega Erazo" userId="19082e28a51afb61" providerId="LiveId" clId="{94990643-8E4E-4CF9-87DE-7C4FB3DD37DE}" dt="2023-09-14T00:59:11.253" v="69" actId="1076"/>
          <ac:grpSpMkLst>
            <pc:docMk/>
            <pc:sldMk cId="4212173715" sldId="302"/>
            <ac:grpSpMk id="219" creationId="{63818F0B-1382-47F4-D9A6-93A35836E653}"/>
          </ac:grpSpMkLst>
        </pc:grpChg>
        <pc:grpChg chg="mod">
          <ac:chgData name="Wilmer Ortega Erazo" userId="19082e28a51afb61" providerId="LiveId" clId="{94990643-8E4E-4CF9-87DE-7C4FB3DD37DE}" dt="2023-09-14T00:59:11.253" v="69" actId="1076"/>
          <ac:grpSpMkLst>
            <pc:docMk/>
            <pc:sldMk cId="4212173715" sldId="302"/>
            <ac:grpSpMk id="220" creationId="{1B98A98D-2E5F-9BC1-D3BE-06CDB2C015A0}"/>
          </ac:grpSpMkLst>
        </pc:grpChg>
        <pc:grpChg chg="mod">
          <ac:chgData name="Wilmer Ortega Erazo" userId="19082e28a51afb61" providerId="LiveId" clId="{94990643-8E4E-4CF9-87DE-7C4FB3DD37DE}" dt="2023-09-14T00:59:11.253" v="69" actId="1076"/>
          <ac:grpSpMkLst>
            <pc:docMk/>
            <pc:sldMk cId="4212173715" sldId="302"/>
            <ac:grpSpMk id="221" creationId="{0197A91B-D46A-06E2-92AE-91CCE5312A68}"/>
          </ac:grpSpMkLst>
        </pc:grpChg>
        <pc:grpChg chg="mod">
          <ac:chgData name="Wilmer Ortega Erazo" userId="19082e28a51afb61" providerId="LiveId" clId="{94990643-8E4E-4CF9-87DE-7C4FB3DD37DE}" dt="2023-09-14T00:59:11.253" v="69" actId="1076"/>
          <ac:grpSpMkLst>
            <pc:docMk/>
            <pc:sldMk cId="4212173715" sldId="302"/>
            <ac:grpSpMk id="222" creationId="{45E3FF4F-7E11-860A-7181-82DAFAE09947}"/>
          </ac:grpSpMkLst>
        </pc:grpChg>
        <pc:grpChg chg="mod">
          <ac:chgData name="Wilmer Ortega Erazo" userId="19082e28a51afb61" providerId="LiveId" clId="{94990643-8E4E-4CF9-87DE-7C4FB3DD37DE}" dt="2023-09-14T00:59:11.253" v="69" actId="1076"/>
          <ac:grpSpMkLst>
            <pc:docMk/>
            <pc:sldMk cId="4212173715" sldId="302"/>
            <ac:grpSpMk id="223" creationId="{0ADEA44B-3248-42DD-F27A-ADDA9AE16F85}"/>
          </ac:grpSpMkLst>
        </pc:grpChg>
        <pc:grpChg chg="mod">
          <ac:chgData name="Wilmer Ortega Erazo" userId="19082e28a51afb61" providerId="LiveId" clId="{94990643-8E4E-4CF9-87DE-7C4FB3DD37DE}" dt="2023-09-14T00:59:11.253" v="69" actId="1076"/>
          <ac:grpSpMkLst>
            <pc:docMk/>
            <pc:sldMk cId="4212173715" sldId="302"/>
            <ac:grpSpMk id="224" creationId="{1CC92921-DBDE-1B06-4778-688D8EE914D5}"/>
          </ac:grpSpMkLst>
        </pc:grpChg>
        <pc:grpChg chg="mod">
          <ac:chgData name="Wilmer Ortega Erazo" userId="19082e28a51afb61" providerId="LiveId" clId="{94990643-8E4E-4CF9-87DE-7C4FB3DD37DE}" dt="2023-09-14T00:59:11.253" v="69" actId="1076"/>
          <ac:grpSpMkLst>
            <pc:docMk/>
            <pc:sldMk cId="4212173715" sldId="302"/>
            <ac:grpSpMk id="225" creationId="{EC40959C-41F3-FA19-B8CC-B46A0470C4A5}"/>
          </ac:grpSpMkLst>
        </pc:grpChg>
        <pc:grpChg chg="mod">
          <ac:chgData name="Wilmer Ortega Erazo" userId="19082e28a51afb61" providerId="LiveId" clId="{94990643-8E4E-4CF9-87DE-7C4FB3DD37DE}" dt="2023-09-14T00:59:11.253" v="69" actId="1076"/>
          <ac:grpSpMkLst>
            <pc:docMk/>
            <pc:sldMk cId="4212173715" sldId="302"/>
            <ac:grpSpMk id="226" creationId="{7454BD69-4C7C-C0A5-26FB-E89D59413E73}"/>
          </ac:grpSpMkLst>
        </pc:grpChg>
        <pc:grpChg chg="mod">
          <ac:chgData name="Wilmer Ortega Erazo" userId="19082e28a51afb61" providerId="LiveId" clId="{94990643-8E4E-4CF9-87DE-7C4FB3DD37DE}" dt="2023-09-14T00:59:11.253" v="69" actId="1076"/>
          <ac:grpSpMkLst>
            <pc:docMk/>
            <pc:sldMk cId="4212173715" sldId="302"/>
            <ac:grpSpMk id="227" creationId="{8CA75C8E-8CB4-8009-5396-34388C80E819}"/>
          </ac:grpSpMkLst>
        </pc:grpChg>
        <pc:grpChg chg="mod">
          <ac:chgData name="Wilmer Ortega Erazo" userId="19082e28a51afb61" providerId="LiveId" clId="{94990643-8E4E-4CF9-87DE-7C4FB3DD37DE}" dt="2023-09-14T00:59:11.253" v="69" actId="1076"/>
          <ac:grpSpMkLst>
            <pc:docMk/>
            <pc:sldMk cId="4212173715" sldId="302"/>
            <ac:grpSpMk id="228" creationId="{D44A7E7D-4E2E-9D03-4381-004CC4D868AE}"/>
          </ac:grpSpMkLst>
        </pc:grpChg>
        <pc:grpChg chg="mod">
          <ac:chgData name="Wilmer Ortega Erazo" userId="19082e28a51afb61" providerId="LiveId" clId="{94990643-8E4E-4CF9-87DE-7C4FB3DD37DE}" dt="2023-09-14T00:59:11.253" v="69" actId="1076"/>
          <ac:grpSpMkLst>
            <pc:docMk/>
            <pc:sldMk cId="4212173715" sldId="302"/>
            <ac:grpSpMk id="229" creationId="{7C848170-07D6-6794-CCB1-0532D5B69760}"/>
          </ac:grpSpMkLst>
        </pc:grpChg>
        <pc:grpChg chg="mod">
          <ac:chgData name="Wilmer Ortega Erazo" userId="19082e28a51afb61" providerId="LiveId" clId="{94990643-8E4E-4CF9-87DE-7C4FB3DD37DE}" dt="2023-09-14T00:59:11.253" v="69" actId="1076"/>
          <ac:grpSpMkLst>
            <pc:docMk/>
            <pc:sldMk cId="4212173715" sldId="302"/>
            <ac:grpSpMk id="230" creationId="{09792128-A8F7-5816-F261-4B79AB33413F}"/>
          </ac:grpSpMkLst>
        </pc:grpChg>
        <pc:grpChg chg="mod">
          <ac:chgData name="Wilmer Ortega Erazo" userId="19082e28a51afb61" providerId="LiveId" clId="{94990643-8E4E-4CF9-87DE-7C4FB3DD37DE}" dt="2023-09-14T00:59:11.253" v="69" actId="1076"/>
          <ac:grpSpMkLst>
            <pc:docMk/>
            <pc:sldMk cId="4212173715" sldId="302"/>
            <ac:grpSpMk id="231" creationId="{6E4CB56D-F7B0-8DF9-A21A-41C1D3494180}"/>
          </ac:grpSpMkLst>
        </pc:grpChg>
        <pc:grpChg chg="mod">
          <ac:chgData name="Wilmer Ortega Erazo" userId="19082e28a51afb61" providerId="LiveId" clId="{94990643-8E4E-4CF9-87DE-7C4FB3DD37DE}" dt="2023-09-14T00:59:11.253" v="69" actId="1076"/>
          <ac:grpSpMkLst>
            <pc:docMk/>
            <pc:sldMk cId="4212173715" sldId="302"/>
            <ac:grpSpMk id="232" creationId="{4001C197-8E36-5F12-D63E-2A08F5A89CB7}"/>
          </ac:grpSpMkLst>
        </pc:grpChg>
        <pc:grpChg chg="mod">
          <ac:chgData name="Wilmer Ortega Erazo" userId="19082e28a51afb61" providerId="LiveId" clId="{94990643-8E4E-4CF9-87DE-7C4FB3DD37DE}" dt="2023-09-14T00:59:11.253" v="69" actId="1076"/>
          <ac:grpSpMkLst>
            <pc:docMk/>
            <pc:sldMk cId="4212173715" sldId="302"/>
            <ac:grpSpMk id="233" creationId="{708B12EE-261D-690B-E437-4F6DAB788FBC}"/>
          </ac:grpSpMkLst>
        </pc:grpChg>
        <pc:grpChg chg="mod">
          <ac:chgData name="Wilmer Ortega Erazo" userId="19082e28a51afb61" providerId="LiveId" clId="{94990643-8E4E-4CF9-87DE-7C4FB3DD37DE}" dt="2023-09-14T00:59:11.253" v="69" actId="1076"/>
          <ac:grpSpMkLst>
            <pc:docMk/>
            <pc:sldMk cId="4212173715" sldId="302"/>
            <ac:grpSpMk id="234" creationId="{F11A69CB-45F5-3DC8-C8B6-D7F8637E9F1A}"/>
          </ac:grpSpMkLst>
        </pc:grpChg>
        <pc:grpChg chg="mod">
          <ac:chgData name="Wilmer Ortega Erazo" userId="19082e28a51afb61" providerId="LiveId" clId="{94990643-8E4E-4CF9-87DE-7C4FB3DD37DE}" dt="2023-09-14T00:59:11.253" v="69" actId="1076"/>
          <ac:grpSpMkLst>
            <pc:docMk/>
            <pc:sldMk cId="4212173715" sldId="302"/>
            <ac:grpSpMk id="235" creationId="{64588F0B-809A-45A0-FCA3-6734F6C67D05}"/>
          </ac:grpSpMkLst>
        </pc:grpChg>
        <pc:grpChg chg="mod">
          <ac:chgData name="Wilmer Ortega Erazo" userId="19082e28a51afb61" providerId="LiveId" clId="{94990643-8E4E-4CF9-87DE-7C4FB3DD37DE}" dt="2023-09-14T00:59:11.253" v="69" actId="1076"/>
          <ac:grpSpMkLst>
            <pc:docMk/>
            <pc:sldMk cId="4212173715" sldId="302"/>
            <ac:grpSpMk id="236" creationId="{306A30E3-CB63-46C4-D025-978060153514}"/>
          </ac:grpSpMkLst>
        </pc:grpChg>
        <pc:grpChg chg="mod">
          <ac:chgData name="Wilmer Ortega Erazo" userId="19082e28a51afb61" providerId="LiveId" clId="{94990643-8E4E-4CF9-87DE-7C4FB3DD37DE}" dt="2023-09-14T00:59:11.253" v="69" actId="1076"/>
          <ac:grpSpMkLst>
            <pc:docMk/>
            <pc:sldMk cId="4212173715" sldId="302"/>
            <ac:grpSpMk id="237" creationId="{0DD120BF-9BE9-8420-D315-BBB0EC83164E}"/>
          </ac:grpSpMkLst>
        </pc:grpChg>
        <pc:grpChg chg="mod">
          <ac:chgData name="Wilmer Ortega Erazo" userId="19082e28a51afb61" providerId="LiveId" clId="{94990643-8E4E-4CF9-87DE-7C4FB3DD37DE}" dt="2023-09-14T00:59:11.253" v="69" actId="1076"/>
          <ac:grpSpMkLst>
            <pc:docMk/>
            <pc:sldMk cId="4212173715" sldId="302"/>
            <ac:grpSpMk id="238" creationId="{DCAE1DFA-7615-5689-68ED-7BC91B5DF903}"/>
          </ac:grpSpMkLst>
        </pc:grpChg>
        <pc:grpChg chg="add mod">
          <ac:chgData name="Wilmer Ortega Erazo" userId="19082e28a51afb61" providerId="LiveId" clId="{94990643-8E4E-4CF9-87DE-7C4FB3DD37DE}" dt="2023-09-14T00:59:11.253" v="69" actId="1076"/>
          <ac:grpSpMkLst>
            <pc:docMk/>
            <pc:sldMk cId="4212173715" sldId="302"/>
            <ac:grpSpMk id="318" creationId="{DAC06F33-127D-6353-871A-4D67B6A38231}"/>
          </ac:grpSpMkLst>
        </pc:grpChg>
        <pc:grpChg chg="mod">
          <ac:chgData name="Wilmer Ortega Erazo" userId="19082e28a51afb61" providerId="LiveId" clId="{94990643-8E4E-4CF9-87DE-7C4FB3DD37DE}" dt="2023-09-14T00:59:11.253" v="69" actId="1076"/>
          <ac:grpSpMkLst>
            <pc:docMk/>
            <pc:sldMk cId="4212173715" sldId="302"/>
            <ac:grpSpMk id="319" creationId="{18DBFFC6-4482-73C6-8ABB-6DC70FB5DEE1}"/>
          </ac:grpSpMkLst>
        </pc:grpChg>
        <pc:grpChg chg="mod">
          <ac:chgData name="Wilmer Ortega Erazo" userId="19082e28a51afb61" providerId="LiveId" clId="{94990643-8E4E-4CF9-87DE-7C4FB3DD37DE}" dt="2023-09-14T00:59:11.253" v="69" actId="1076"/>
          <ac:grpSpMkLst>
            <pc:docMk/>
            <pc:sldMk cId="4212173715" sldId="302"/>
            <ac:grpSpMk id="320" creationId="{4A7F8E97-D449-ACDD-2F62-F180549AB04C}"/>
          </ac:grpSpMkLst>
        </pc:grpChg>
        <pc:grpChg chg="mod">
          <ac:chgData name="Wilmer Ortega Erazo" userId="19082e28a51afb61" providerId="LiveId" clId="{94990643-8E4E-4CF9-87DE-7C4FB3DD37DE}" dt="2023-09-14T00:59:11.253" v="69" actId="1076"/>
          <ac:grpSpMkLst>
            <pc:docMk/>
            <pc:sldMk cId="4212173715" sldId="302"/>
            <ac:grpSpMk id="321" creationId="{B2601A20-BD91-719F-2A3A-73D72376C466}"/>
          </ac:grpSpMkLst>
        </pc:grpChg>
        <pc:grpChg chg="mod">
          <ac:chgData name="Wilmer Ortega Erazo" userId="19082e28a51afb61" providerId="LiveId" clId="{94990643-8E4E-4CF9-87DE-7C4FB3DD37DE}" dt="2023-09-14T00:59:11.253" v="69" actId="1076"/>
          <ac:grpSpMkLst>
            <pc:docMk/>
            <pc:sldMk cId="4212173715" sldId="302"/>
            <ac:grpSpMk id="322" creationId="{EE0F5CDA-A7B6-DA88-B5EF-20D81C791DDF}"/>
          </ac:grpSpMkLst>
        </pc:grpChg>
        <pc:grpChg chg="mod">
          <ac:chgData name="Wilmer Ortega Erazo" userId="19082e28a51afb61" providerId="LiveId" clId="{94990643-8E4E-4CF9-87DE-7C4FB3DD37DE}" dt="2023-09-14T00:59:11.253" v="69" actId="1076"/>
          <ac:grpSpMkLst>
            <pc:docMk/>
            <pc:sldMk cId="4212173715" sldId="302"/>
            <ac:grpSpMk id="323" creationId="{27B26E56-73A4-56C2-ED48-9036A995C51E}"/>
          </ac:grpSpMkLst>
        </pc:grpChg>
        <pc:grpChg chg="mod">
          <ac:chgData name="Wilmer Ortega Erazo" userId="19082e28a51afb61" providerId="LiveId" clId="{94990643-8E4E-4CF9-87DE-7C4FB3DD37DE}" dt="2023-09-14T00:59:11.253" v="69" actId="1076"/>
          <ac:grpSpMkLst>
            <pc:docMk/>
            <pc:sldMk cId="4212173715" sldId="302"/>
            <ac:grpSpMk id="324" creationId="{AB38EAE4-D7C4-A144-8C14-CCB8B7D66CB3}"/>
          </ac:grpSpMkLst>
        </pc:grpChg>
        <pc:grpChg chg="mod">
          <ac:chgData name="Wilmer Ortega Erazo" userId="19082e28a51afb61" providerId="LiveId" clId="{94990643-8E4E-4CF9-87DE-7C4FB3DD37DE}" dt="2023-09-14T00:59:11.253" v="69" actId="1076"/>
          <ac:grpSpMkLst>
            <pc:docMk/>
            <pc:sldMk cId="4212173715" sldId="302"/>
            <ac:grpSpMk id="325" creationId="{BEF9C68F-6F3F-B3AB-1AB0-A6EBC39329D0}"/>
          </ac:grpSpMkLst>
        </pc:grpChg>
        <pc:grpChg chg="mod">
          <ac:chgData name="Wilmer Ortega Erazo" userId="19082e28a51afb61" providerId="LiveId" clId="{94990643-8E4E-4CF9-87DE-7C4FB3DD37DE}" dt="2023-09-14T00:59:11.253" v="69" actId="1076"/>
          <ac:grpSpMkLst>
            <pc:docMk/>
            <pc:sldMk cId="4212173715" sldId="302"/>
            <ac:grpSpMk id="326" creationId="{FA3906B4-623D-D8B8-E62D-B7644BB69DB6}"/>
          </ac:grpSpMkLst>
        </pc:grpChg>
        <pc:grpChg chg="mod">
          <ac:chgData name="Wilmer Ortega Erazo" userId="19082e28a51afb61" providerId="LiveId" clId="{94990643-8E4E-4CF9-87DE-7C4FB3DD37DE}" dt="2023-09-14T00:59:11.253" v="69" actId="1076"/>
          <ac:grpSpMkLst>
            <pc:docMk/>
            <pc:sldMk cId="4212173715" sldId="302"/>
            <ac:grpSpMk id="327" creationId="{C56CE55E-E8BC-7A59-DA90-DCAC5E41D550}"/>
          </ac:grpSpMkLst>
        </pc:grpChg>
        <pc:grpChg chg="mod">
          <ac:chgData name="Wilmer Ortega Erazo" userId="19082e28a51afb61" providerId="LiveId" clId="{94990643-8E4E-4CF9-87DE-7C4FB3DD37DE}" dt="2023-09-14T00:59:11.253" v="69" actId="1076"/>
          <ac:grpSpMkLst>
            <pc:docMk/>
            <pc:sldMk cId="4212173715" sldId="302"/>
            <ac:grpSpMk id="328" creationId="{2761C425-2CF5-C3A8-FF23-A6EA8C6924EC}"/>
          </ac:grpSpMkLst>
        </pc:grpChg>
        <pc:grpChg chg="mod">
          <ac:chgData name="Wilmer Ortega Erazo" userId="19082e28a51afb61" providerId="LiveId" clId="{94990643-8E4E-4CF9-87DE-7C4FB3DD37DE}" dt="2023-09-14T00:59:11.253" v="69" actId="1076"/>
          <ac:grpSpMkLst>
            <pc:docMk/>
            <pc:sldMk cId="4212173715" sldId="302"/>
            <ac:grpSpMk id="329" creationId="{856966B1-53E5-7810-B261-BF0B48254244}"/>
          </ac:grpSpMkLst>
        </pc:grpChg>
        <pc:grpChg chg="mod">
          <ac:chgData name="Wilmer Ortega Erazo" userId="19082e28a51afb61" providerId="LiveId" clId="{94990643-8E4E-4CF9-87DE-7C4FB3DD37DE}" dt="2023-09-14T00:59:11.253" v="69" actId="1076"/>
          <ac:grpSpMkLst>
            <pc:docMk/>
            <pc:sldMk cId="4212173715" sldId="302"/>
            <ac:grpSpMk id="330" creationId="{E75F1893-72B0-ABA1-CB7E-0CD145B0AF89}"/>
          </ac:grpSpMkLst>
        </pc:grpChg>
        <pc:grpChg chg="mod">
          <ac:chgData name="Wilmer Ortega Erazo" userId="19082e28a51afb61" providerId="LiveId" clId="{94990643-8E4E-4CF9-87DE-7C4FB3DD37DE}" dt="2023-09-14T00:59:11.253" v="69" actId="1076"/>
          <ac:grpSpMkLst>
            <pc:docMk/>
            <pc:sldMk cId="4212173715" sldId="302"/>
            <ac:grpSpMk id="331" creationId="{61EEA669-F6D0-0E13-DFDC-AD1BE9F51D55}"/>
          </ac:grpSpMkLst>
        </pc:grpChg>
        <pc:grpChg chg="mod">
          <ac:chgData name="Wilmer Ortega Erazo" userId="19082e28a51afb61" providerId="LiveId" clId="{94990643-8E4E-4CF9-87DE-7C4FB3DD37DE}" dt="2023-09-14T00:59:11.253" v="69" actId="1076"/>
          <ac:grpSpMkLst>
            <pc:docMk/>
            <pc:sldMk cId="4212173715" sldId="302"/>
            <ac:grpSpMk id="332" creationId="{843DD4AD-B3DA-E890-A545-49620CF6129B}"/>
          </ac:grpSpMkLst>
        </pc:grpChg>
        <pc:grpChg chg="mod">
          <ac:chgData name="Wilmer Ortega Erazo" userId="19082e28a51afb61" providerId="LiveId" clId="{94990643-8E4E-4CF9-87DE-7C4FB3DD37DE}" dt="2023-09-14T00:59:11.253" v="69" actId="1076"/>
          <ac:grpSpMkLst>
            <pc:docMk/>
            <pc:sldMk cId="4212173715" sldId="302"/>
            <ac:grpSpMk id="333" creationId="{F0BC9A05-0EC4-0B04-9BE2-A643B0E5474C}"/>
          </ac:grpSpMkLst>
        </pc:grpChg>
        <pc:grpChg chg="mod">
          <ac:chgData name="Wilmer Ortega Erazo" userId="19082e28a51afb61" providerId="LiveId" clId="{94990643-8E4E-4CF9-87DE-7C4FB3DD37DE}" dt="2023-09-14T00:59:11.253" v="69" actId="1076"/>
          <ac:grpSpMkLst>
            <pc:docMk/>
            <pc:sldMk cId="4212173715" sldId="302"/>
            <ac:grpSpMk id="334" creationId="{0324CA48-DE4A-379C-16E0-DEFAB263C0C1}"/>
          </ac:grpSpMkLst>
        </pc:grpChg>
        <pc:grpChg chg="mod">
          <ac:chgData name="Wilmer Ortega Erazo" userId="19082e28a51afb61" providerId="LiveId" clId="{94990643-8E4E-4CF9-87DE-7C4FB3DD37DE}" dt="2023-09-14T00:59:11.253" v="69" actId="1076"/>
          <ac:grpSpMkLst>
            <pc:docMk/>
            <pc:sldMk cId="4212173715" sldId="302"/>
            <ac:grpSpMk id="335" creationId="{152EA785-636C-48A0-FF03-D07E6C859787}"/>
          </ac:grpSpMkLst>
        </pc:grpChg>
        <pc:grpChg chg="mod">
          <ac:chgData name="Wilmer Ortega Erazo" userId="19082e28a51afb61" providerId="LiveId" clId="{94990643-8E4E-4CF9-87DE-7C4FB3DD37DE}" dt="2023-09-14T00:59:11.253" v="69" actId="1076"/>
          <ac:grpSpMkLst>
            <pc:docMk/>
            <pc:sldMk cId="4212173715" sldId="302"/>
            <ac:grpSpMk id="336" creationId="{9727ED77-A535-31FE-D22B-DF24CD69F62A}"/>
          </ac:grpSpMkLst>
        </pc:grpChg>
        <pc:grpChg chg="mod">
          <ac:chgData name="Wilmer Ortega Erazo" userId="19082e28a51afb61" providerId="LiveId" clId="{94990643-8E4E-4CF9-87DE-7C4FB3DD37DE}" dt="2023-09-14T00:59:11.253" v="69" actId="1076"/>
          <ac:grpSpMkLst>
            <pc:docMk/>
            <pc:sldMk cId="4212173715" sldId="302"/>
            <ac:grpSpMk id="337" creationId="{56111AF3-9536-D2FB-B309-765907B38F2B}"/>
          </ac:grpSpMkLst>
        </pc:grpChg>
        <pc:grpChg chg="mod">
          <ac:chgData name="Wilmer Ortega Erazo" userId="19082e28a51afb61" providerId="LiveId" clId="{94990643-8E4E-4CF9-87DE-7C4FB3DD37DE}" dt="2023-09-14T00:59:11.253" v="69" actId="1076"/>
          <ac:grpSpMkLst>
            <pc:docMk/>
            <pc:sldMk cId="4212173715" sldId="302"/>
            <ac:grpSpMk id="338" creationId="{C95B33EC-FFF7-2A58-57B4-4899CA467B95}"/>
          </ac:grpSpMkLst>
        </pc:grpChg>
        <pc:grpChg chg="mod">
          <ac:chgData name="Wilmer Ortega Erazo" userId="19082e28a51afb61" providerId="LiveId" clId="{94990643-8E4E-4CF9-87DE-7C4FB3DD37DE}" dt="2023-09-14T00:59:11.253" v="69" actId="1076"/>
          <ac:grpSpMkLst>
            <pc:docMk/>
            <pc:sldMk cId="4212173715" sldId="302"/>
            <ac:grpSpMk id="339" creationId="{3CC1C35B-44F1-F0F9-40CF-9AC7E0857CF6}"/>
          </ac:grpSpMkLst>
        </pc:grpChg>
        <pc:grpChg chg="mod">
          <ac:chgData name="Wilmer Ortega Erazo" userId="19082e28a51afb61" providerId="LiveId" clId="{94990643-8E4E-4CF9-87DE-7C4FB3DD37DE}" dt="2023-09-14T00:59:11.253" v="69" actId="1076"/>
          <ac:grpSpMkLst>
            <pc:docMk/>
            <pc:sldMk cId="4212173715" sldId="302"/>
            <ac:grpSpMk id="340" creationId="{0163F9AE-6B9D-BCFE-F78E-1018BA538BA1}"/>
          </ac:grpSpMkLst>
        </pc:grpChg>
        <pc:grpChg chg="mod">
          <ac:chgData name="Wilmer Ortega Erazo" userId="19082e28a51afb61" providerId="LiveId" clId="{94990643-8E4E-4CF9-87DE-7C4FB3DD37DE}" dt="2023-09-14T00:59:11.253" v="69" actId="1076"/>
          <ac:grpSpMkLst>
            <pc:docMk/>
            <pc:sldMk cId="4212173715" sldId="302"/>
            <ac:grpSpMk id="341" creationId="{AB1A9F25-7A24-1561-60E5-A0F8A042D512}"/>
          </ac:grpSpMkLst>
        </pc:grpChg>
        <pc:grpChg chg="mod">
          <ac:chgData name="Wilmer Ortega Erazo" userId="19082e28a51afb61" providerId="LiveId" clId="{94990643-8E4E-4CF9-87DE-7C4FB3DD37DE}" dt="2023-09-14T00:59:11.253" v="69" actId="1076"/>
          <ac:grpSpMkLst>
            <pc:docMk/>
            <pc:sldMk cId="4212173715" sldId="302"/>
            <ac:grpSpMk id="342" creationId="{19406ACB-94D6-6D1E-2330-D5000E830008}"/>
          </ac:grpSpMkLst>
        </pc:grpChg>
        <pc:grpChg chg="mod">
          <ac:chgData name="Wilmer Ortega Erazo" userId="19082e28a51afb61" providerId="LiveId" clId="{94990643-8E4E-4CF9-87DE-7C4FB3DD37DE}" dt="2023-09-14T00:59:11.253" v="69" actId="1076"/>
          <ac:grpSpMkLst>
            <pc:docMk/>
            <pc:sldMk cId="4212173715" sldId="302"/>
            <ac:grpSpMk id="343" creationId="{77175637-0119-9C60-7CC0-3B6BDCC1F105}"/>
          </ac:grpSpMkLst>
        </pc:grpChg>
      </pc:sldChg>
      <pc:sldChg chg="modSp add mod ord">
        <pc:chgData name="Wilmer Ortega Erazo" userId="19082e28a51afb61" providerId="LiveId" clId="{94990643-8E4E-4CF9-87DE-7C4FB3DD37DE}" dt="2023-09-14T01:01:52.274" v="104" actId="113"/>
        <pc:sldMkLst>
          <pc:docMk/>
          <pc:sldMk cId="1398646774" sldId="303"/>
        </pc:sldMkLst>
        <pc:spChg chg="mod">
          <ac:chgData name="Wilmer Ortega Erazo" userId="19082e28a51afb61" providerId="LiveId" clId="{94990643-8E4E-4CF9-87DE-7C4FB3DD37DE}" dt="2023-09-14T01:01:52.274" v="104" actId="113"/>
          <ac:spMkLst>
            <pc:docMk/>
            <pc:sldMk cId="1398646774" sldId="303"/>
            <ac:spMk id="4" creationId="{A29C0834-3DBC-9FB3-0E0A-F77D599198EB}"/>
          </ac:spMkLst>
        </pc:spChg>
      </pc:sldChg>
      <pc:sldChg chg="add del">
        <pc:chgData name="Wilmer Ortega Erazo" userId="19082e28a51afb61" providerId="LiveId" clId="{94990643-8E4E-4CF9-87DE-7C4FB3DD37DE}" dt="2023-09-14T00:59:31.887" v="71" actId="2696"/>
        <pc:sldMkLst>
          <pc:docMk/>
          <pc:sldMk cId="3411694048" sldId="303"/>
        </pc:sldMkLst>
      </pc:sldChg>
      <pc:sldChg chg="addSp modSp add mod">
        <pc:chgData name="Wilmer Ortega Erazo" userId="19082e28a51afb61" providerId="LiveId" clId="{94990643-8E4E-4CF9-87DE-7C4FB3DD37DE}" dt="2023-09-14T01:05:27.777" v="150" actId="1076"/>
        <pc:sldMkLst>
          <pc:docMk/>
          <pc:sldMk cId="3174243289" sldId="304"/>
        </pc:sldMkLst>
        <pc:spChg chg="add mod">
          <ac:chgData name="Wilmer Ortega Erazo" userId="19082e28a51afb61" providerId="LiveId" clId="{94990643-8E4E-4CF9-87DE-7C4FB3DD37DE}" dt="2023-09-14T01:05:27.777" v="150" actId="1076"/>
          <ac:spMkLst>
            <pc:docMk/>
            <pc:sldMk cId="3174243289" sldId="304"/>
            <ac:spMk id="3" creationId="{D51955F3-EB5E-A96F-5642-8F366E86F5B9}"/>
          </ac:spMkLst>
        </pc:spChg>
        <pc:spChg chg="mod">
          <ac:chgData name="Wilmer Ortega Erazo" userId="19082e28a51afb61" providerId="LiveId" clId="{94990643-8E4E-4CF9-87DE-7C4FB3DD37DE}" dt="2023-09-14T01:05:20.305" v="149" actId="20577"/>
          <ac:spMkLst>
            <pc:docMk/>
            <pc:sldMk cId="3174243289" sldId="304"/>
            <ac:spMk id="4" creationId="{A29C0834-3DBC-9FB3-0E0A-F77D599198EB}"/>
          </ac:spMkLst>
        </pc:spChg>
        <pc:spChg chg="add mod">
          <ac:chgData name="Wilmer Ortega Erazo" userId="19082e28a51afb61" providerId="LiveId" clId="{94990643-8E4E-4CF9-87DE-7C4FB3DD37DE}" dt="2023-09-14T01:05:27.777" v="150" actId="1076"/>
          <ac:spMkLst>
            <pc:docMk/>
            <pc:sldMk cId="3174243289" sldId="304"/>
            <ac:spMk id="6" creationId="{25F8DF31-1228-5C15-8830-797AF42836F9}"/>
          </ac:spMkLst>
        </pc:spChg>
        <pc:spChg chg="add mod">
          <ac:chgData name="Wilmer Ortega Erazo" userId="19082e28a51afb61" providerId="LiveId" clId="{94990643-8E4E-4CF9-87DE-7C4FB3DD37DE}" dt="2023-09-14T01:05:27.777" v="150" actId="1076"/>
          <ac:spMkLst>
            <pc:docMk/>
            <pc:sldMk cId="3174243289" sldId="304"/>
            <ac:spMk id="7" creationId="{69040F3D-6F64-9F7D-0C8F-F7B68FA6448E}"/>
          </ac:spMkLst>
        </pc:spChg>
        <pc:spChg chg="add mod">
          <ac:chgData name="Wilmer Ortega Erazo" userId="19082e28a51afb61" providerId="LiveId" clId="{94990643-8E4E-4CF9-87DE-7C4FB3DD37DE}" dt="2023-09-14T01:05:27.777" v="150" actId="1076"/>
          <ac:spMkLst>
            <pc:docMk/>
            <pc:sldMk cId="3174243289" sldId="304"/>
            <ac:spMk id="8" creationId="{96DF9DBA-6D3C-C170-2A43-F74227480BE0}"/>
          </ac:spMkLst>
        </pc:spChg>
        <pc:spChg chg="add mod">
          <ac:chgData name="Wilmer Ortega Erazo" userId="19082e28a51afb61" providerId="LiveId" clId="{94990643-8E4E-4CF9-87DE-7C4FB3DD37DE}" dt="2023-09-14T01:05:27.777" v="150" actId="1076"/>
          <ac:spMkLst>
            <pc:docMk/>
            <pc:sldMk cId="3174243289" sldId="304"/>
            <ac:spMk id="9" creationId="{EBBCFC6C-5A0A-4D5C-5F36-DCC5A7FE8C47}"/>
          </ac:spMkLst>
        </pc:spChg>
        <pc:spChg chg="add mod">
          <ac:chgData name="Wilmer Ortega Erazo" userId="19082e28a51afb61" providerId="LiveId" clId="{94990643-8E4E-4CF9-87DE-7C4FB3DD37DE}" dt="2023-09-14T01:05:27.777" v="150" actId="1076"/>
          <ac:spMkLst>
            <pc:docMk/>
            <pc:sldMk cId="3174243289" sldId="304"/>
            <ac:spMk id="10" creationId="{82B82693-B902-B207-4123-17049925522B}"/>
          </ac:spMkLst>
        </pc:spChg>
        <pc:graphicFrameChg chg="add mod">
          <ac:chgData name="Wilmer Ortega Erazo" userId="19082e28a51afb61" providerId="LiveId" clId="{94990643-8E4E-4CF9-87DE-7C4FB3DD37DE}" dt="2023-09-14T01:05:27.777" v="150" actId="1076"/>
          <ac:graphicFrameMkLst>
            <pc:docMk/>
            <pc:sldMk cId="3174243289" sldId="304"/>
            <ac:graphicFrameMk id="5" creationId="{73CEC3A5-E7AF-8E6A-60E4-FF81DC54B69E}"/>
          </ac:graphicFrameMkLst>
        </pc:graphicFrameChg>
      </pc:sldChg>
      <pc:sldChg chg="modSp add mod ord">
        <pc:chgData name="Wilmer Ortega Erazo" userId="19082e28a51afb61" providerId="LiveId" clId="{94990643-8E4E-4CF9-87DE-7C4FB3DD37DE}" dt="2023-09-14T01:18:38.639" v="315" actId="123"/>
        <pc:sldMkLst>
          <pc:docMk/>
          <pc:sldMk cId="2493740496" sldId="305"/>
        </pc:sldMkLst>
        <pc:spChg chg="mod">
          <ac:chgData name="Wilmer Ortega Erazo" userId="19082e28a51afb61" providerId="LiveId" clId="{94990643-8E4E-4CF9-87DE-7C4FB3DD37DE}" dt="2023-09-14T01:18:38.639" v="315" actId="123"/>
          <ac:spMkLst>
            <pc:docMk/>
            <pc:sldMk cId="2493740496" sldId="305"/>
            <ac:spMk id="4" creationId="{A29C0834-3DBC-9FB3-0E0A-F77D599198EB}"/>
          </ac:spMkLst>
        </pc:spChg>
      </pc:sldChg>
      <pc:sldChg chg="modSp add mod">
        <pc:chgData name="Wilmer Ortega Erazo" userId="19082e28a51afb61" providerId="LiveId" clId="{94990643-8E4E-4CF9-87DE-7C4FB3DD37DE}" dt="2023-09-14T01:18:25.051" v="314" actId="12"/>
        <pc:sldMkLst>
          <pc:docMk/>
          <pc:sldMk cId="483477028" sldId="306"/>
        </pc:sldMkLst>
        <pc:spChg chg="mod">
          <ac:chgData name="Wilmer Ortega Erazo" userId="19082e28a51afb61" providerId="LiveId" clId="{94990643-8E4E-4CF9-87DE-7C4FB3DD37DE}" dt="2023-09-14T01:18:25.051" v="314" actId="12"/>
          <ac:spMkLst>
            <pc:docMk/>
            <pc:sldMk cId="483477028" sldId="306"/>
            <ac:spMk id="4" creationId="{A29C0834-3DBC-9FB3-0E0A-F77D599198EB}"/>
          </ac:spMkLst>
        </pc:spChg>
      </pc:sldChg>
      <pc:sldChg chg="addSp delSp modSp add mod">
        <pc:chgData name="Wilmer Ortega Erazo" userId="19082e28a51afb61" providerId="LiveId" clId="{94990643-8E4E-4CF9-87DE-7C4FB3DD37DE}" dt="2023-09-14T01:11:36.519" v="238" actId="1076"/>
        <pc:sldMkLst>
          <pc:docMk/>
          <pc:sldMk cId="3824200280" sldId="307"/>
        </pc:sldMkLst>
        <pc:spChg chg="add mod">
          <ac:chgData name="Wilmer Ortega Erazo" userId="19082e28a51afb61" providerId="LiveId" clId="{94990643-8E4E-4CF9-87DE-7C4FB3DD37DE}" dt="2023-09-14T01:10:25.482" v="223" actId="20577"/>
          <ac:spMkLst>
            <pc:docMk/>
            <pc:sldMk cId="3824200280" sldId="307"/>
            <ac:spMk id="3" creationId="{A070FEC4-D81A-C04C-F7F9-A7498AA9BD30}"/>
          </ac:spMkLst>
        </pc:spChg>
        <pc:spChg chg="del">
          <ac:chgData name="Wilmer Ortega Erazo" userId="19082e28a51afb61" providerId="LiveId" clId="{94990643-8E4E-4CF9-87DE-7C4FB3DD37DE}" dt="2023-09-14T01:09:01.214" v="189" actId="478"/>
          <ac:spMkLst>
            <pc:docMk/>
            <pc:sldMk cId="3824200280" sldId="307"/>
            <ac:spMk id="4" creationId="{A29C0834-3DBC-9FB3-0E0A-F77D599198EB}"/>
          </ac:spMkLst>
        </pc:spChg>
        <pc:spChg chg="add mod">
          <ac:chgData name="Wilmer Ortega Erazo" userId="19082e28a51afb61" providerId="LiveId" clId="{94990643-8E4E-4CF9-87DE-7C4FB3DD37DE}" dt="2023-09-14T01:11:29.043" v="237" actId="1076"/>
          <ac:spMkLst>
            <pc:docMk/>
            <pc:sldMk cId="3824200280" sldId="307"/>
            <ac:spMk id="5" creationId="{3469E0B1-CF37-FAB5-F9D6-4D33CDA29893}"/>
          </ac:spMkLst>
        </pc:spChg>
        <pc:spChg chg="add mod">
          <ac:chgData name="Wilmer Ortega Erazo" userId="19082e28a51afb61" providerId="LiveId" clId="{94990643-8E4E-4CF9-87DE-7C4FB3DD37DE}" dt="2023-09-14T01:09:14.645" v="191" actId="1076"/>
          <ac:spMkLst>
            <pc:docMk/>
            <pc:sldMk cId="3824200280" sldId="307"/>
            <ac:spMk id="6" creationId="{9807B0CD-7939-5BB9-E0D0-D5BE2192B8FA}"/>
          </ac:spMkLst>
        </pc:spChg>
        <pc:spChg chg="add mod">
          <ac:chgData name="Wilmer Ortega Erazo" userId="19082e28a51afb61" providerId="LiveId" clId="{94990643-8E4E-4CF9-87DE-7C4FB3DD37DE}" dt="2023-09-14T01:11:36.519" v="238" actId="1076"/>
          <ac:spMkLst>
            <pc:docMk/>
            <pc:sldMk cId="3824200280" sldId="307"/>
            <ac:spMk id="7" creationId="{F8B3FD9C-70C5-8798-245B-86FD9200E0F9}"/>
          </ac:spMkLst>
        </pc:spChg>
        <pc:spChg chg="add mod">
          <ac:chgData name="Wilmer Ortega Erazo" userId="19082e28a51afb61" providerId="LiveId" clId="{94990643-8E4E-4CF9-87DE-7C4FB3DD37DE}" dt="2023-09-14T01:10:35.510" v="225" actId="14100"/>
          <ac:spMkLst>
            <pc:docMk/>
            <pc:sldMk cId="3824200280" sldId="307"/>
            <ac:spMk id="8" creationId="{D338B737-D1AB-A678-0834-C44410038A1C}"/>
          </ac:spMkLst>
        </pc:spChg>
        <pc:spChg chg="add mod">
          <ac:chgData name="Wilmer Ortega Erazo" userId="19082e28a51afb61" providerId="LiveId" clId="{94990643-8E4E-4CF9-87DE-7C4FB3DD37DE}" dt="2023-09-14T01:11:24.155" v="236" actId="1076"/>
          <ac:spMkLst>
            <pc:docMk/>
            <pc:sldMk cId="3824200280" sldId="307"/>
            <ac:spMk id="9" creationId="{06C4071D-CA29-82E7-F0F5-12045B6D4212}"/>
          </ac:spMkLst>
        </pc:spChg>
        <pc:spChg chg="add mod">
          <ac:chgData name="Wilmer Ortega Erazo" userId="19082e28a51afb61" providerId="LiveId" clId="{94990643-8E4E-4CF9-87DE-7C4FB3DD37DE}" dt="2023-09-14T01:11:14.565" v="233" actId="1076"/>
          <ac:spMkLst>
            <pc:docMk/>
            <pc:sldMk cId="3824200280" sldId="307"/>
            <ac:spMk id="10" creationId="{C13E0910-208D-967D-924A-14E8FED388C5}"/>
          </ac:spMkLst>
        </pc:spChg>
        <pc:spChg chg="add mod">
          <ac:chgData name="Wilmer Ortega Erazo" userId="19082e28a51afb61" providerId="LiveId" clId="{94990643-8E4E-4CF9-87DE-7C4FB3DD37DE}" dt="2023-09-14T01:11:02.804" v="230" actId="1076"/>
          <ac:spMkLst>
            <pc:docMk/>
            <pc:sldMk cId="3824200280" sldId="307"/>
            <ac:spMk id="11" creationId="{9F665686-027A-388D-AC1C-B3C8986D5E7F}"/>
          </ac:spMkLst>
        </pc:spChg>
      </pc:sldChg>
      <pc:sldChg chg="modSp add mod ord">
        <pc:chgData name="Wilmer Ortega Erazo" userId="19082e28a51afb61" providerId="LiveId" clId="{94990643-8E4E-4CF9-87DE-7C4FB3DD37DE}" dt="2023-09-14T01:17:50.680" v="301" actId="123"/>
        <pc:sldMkLst>
          <pc:docMk/>
          <pc:sldMk cId="3390981850" sldId="308"/>
        </pc:sldMkLst>
        <pc:spChg chg="mod">
          <ac:chgData name="Wilmer Ortega Erazo" userId="19082e28a51afb61" providerId="LiveId" clId="{94990643-8E4E-4CF9-87DE-7C4FB3DD37DE}" dt="2023-09-14T01:17:50.680" v="301" actId="123"/>
          <ac:spMkLst>
            <pc:docMk/>
            <pc:sldMk cId="3390981850" sldId="308"/>
            <ac:spMk id="4" creationId="{A29C0834-3DBC-9FB3-0E0A-F77D599198EB}"/>
          </ac:spMkLst>
        </pc:spChg>
      </pc:sldChg>
      <pc:sldChg chg="modSp add mod">
        <pc:chgData name="Wilmer Ortega Erazo" userId="19082e28a51afb61" providerId="LiveId" clId="{94990643-8E4E-4CF9-87DE-7C4FB3DD37DE}" dt="2023-09-14T01:17:45.844" v="300" actId="123"/>
        <pc:sldMkLst>
          <pc:docMk/>
          <pc:sldMk cId="3991830784" sldId="309"/>
        </pc:sldMkLst>
        <pc:spChg chg="mod">
          <ac:chgData name="Wilmer Ortega Erazo" userId="19082e28a51afb61" providerId="LiveId" clId="{94990643-8E4E-4CF9-87DE-7C4FB3DD37DE}" dt="2023-09-14T01:17:45.844" v="300" actId="123"/>
          <ac:spMkLst>
            <pc:docMk/>
            <pc:sldMk cId="3991830784" sldId="309"/>
            <ac:spMk id="4" creationId="{A29C0834-3DBC-9FB3-0E0A-F77D599198EB}"/>
          </ac:spMkLst>
        </pc:spChg>
      </pc:sldChg>
      <pc:sldChg chg="modSp add mod">
        <pc:chgData name="Wilmer Ortega Erazo" userId="19082e28a51afb61" providerId="LiveId" clId="{94990643-8E4E-4CF9-87DE-7C4FB3DD37DE}" dt="2023-09-14T01:23:10.838" v="344" actId="255"/>
        <pc:sldMkLst>
          <pc:docMk/>
          <pc:sldMk cId="4173136445" sldId="310"/>
        </pc:sldMkLst>
        <pc:spChg chg="mod">
          <ac:chgData name="Wilmer Ortega Erazo" userId="19082e28a51afb61" providerId="LiveId" clId="{94990643-8E4E-4CF9-87DE-7C4FB3DD37DE}" dt="2023-09-14T01:23:10.838" v="344" actId="255"/>
          <ac:spMkLst>
            <pc:docMk/>
            <pc:sldMk cId="4173136445" sldId="310"/>
            <ac:spMk id="4" creationId="{A29C0834-3DBC-9FB3-0E0A-F77D599198EB}"/>
          </ac:spMkLst>
        </pc:spChg>
      </pc:sldChg>
      <pc:sldChg chg="modSp add mod">
        <pc:chgData name="Wilmer Ortega Erazo" userId="19082e28a51afb61" providerId="LiveId" clId="{94990643-8E4E-4CF9-87DE-7C4FB3DD37DE}" dt="2023-09-14T01:57:27.332" v="470" actId="2711"/>
        <pc:sldMkLst>
          <pc:docMk/>
          <pc:sldMk cId="2100035186" sldId="311"/>
        </pc:sldMkLst>
        <pc:spChg chg="mod">
          <ac:chgData name="Wilmer Ortega Erazo" userId="19082e28a51afb61" providerId="LiveId" clId="{94990643-8E4E-4CF9-87DE-7C4FB3DD37DE}" dt="2023-09-14T01:57:27.332" v="470" actId="2711"/>
          <ac:spMkLst>
            <pc:docMk/>
            <pc:sldMk cId="2100035186" sldId="311"/>
            <ac:spMk id="4" creationId="{A29C0834-3DBC-9FB3-0E0A-F77D599198EB}"/>
          </ac:spMkLst>
        </pc:spChg>
      </pc:sldChg>
      <pc:sldChg chg="modSp add mod">
        <pc:chgData name="Wilmer Ortega Erazo" userId="19082e28a51afb61" providerId="LiveId" clId="{94990643-8E4E-4CF9-87DE-7C4FB3DD37DE}" dt="2023-09-14T01:57:54.545" v="473" actId="255"/>
        <pc:sldMkLst>
          <pc:docMk/>
          <pc:sldMk cId="2191080266" sldId="312"/>
        </pc:sldMkLst>
        <pc:spChg chg="mod">
          <ac:chgData name="Wilmer Ortega Erazo" userId="19082e28a51afb61" providerId="LiveId" clId="{94990643-8E4E-4CF9-87DE-7C4FB3DD37DE}" dt="2023-09-14T01:57:54.545" v="473" actId="255"/>
          <ac:spMkLst>
            <pc:docMk/>
            <pc:sldMk cId="2191080266" sldId="312"/>
            <ac:spMk id="2" creationId="{91A14A99-37E7-FD86-1156-A753F20D5A3A}"/>
          </ac:spMkLst>
        </pc:spChg>
        <pc:spChg chg="mod">
          <ac:chgData name="Wilmer Ortega Erazo" userId="19082e28a51afb61" providerId="LiveId" clId="{94990643-8E4E-4CF9-87DE-7C4FB3DD37DE}" dt="2023-09-14T01:57:20.995" v="469" actId="2711"/>
          <ac:spMkLst>
            <pc:docMk/>
            <pc:sldMk cId="2191080266" sldId="312"/>
            <ac:spMk id="4" creationId="{A29C0834-3DBC-9FB3-0E0A-F77D599198EB}"/>
          </ac:spMkLst>
        </pc:spChg>
      </pc:sldChg>
      <pc:sldChg chg="modSp add mod">
        <pc:chgData name="Wilmer Ortega Erazo" userId="19082e28a51afb61" providerId="LiveId" clId="{94990643-8E4E-4CF9-87DE-7C4FB3DD37DE}" dt="2023-09-14T01:58:01.923" v="474" actId="108"/>
        <pc:sldMkLst>
          <pc:docMk/>
          <pc:sldMk cId="3055528431" sldId="313"/>
        </pc:sldMkLst>
        <pc:spChg chg="mod">
          <ac:chgData name="Wilmer Ortega Erazo" userId="19082e28a51afb61" providerId="LiveId" clId="{94990643-8E4E-4CF9-87DE-7C4FB3DD37DE}" dt="2023-09-14T01:58:01.923" v="474" actId="108"/>
          <ac:spMkLst>
            <pc:docMk/>
            <pc:sldMk cId="3055528431" sldId="313"/>
            <ac:spMk id="2" creationId="{91A14A99-37E7-FD86-1156-A753F20D5A3A}"/>
          </ac:spMkLst>
        </pc:spChg>
        <pc:spChg chg="mod">
          <ac:chgData name="Wilmer Ortega Erazo" userId="19082e28a51afb61" providerId="LiveId" clId="{94990643-8E4E-4CF9-87DE-7C4FB3DD37DE}" dt="2023-09-14T01:57:10.648" v="468" actId="113"/>
          <ac:spMkLst>
            <pc:docMk/>
            <pc:sldMk cId="3055528431" sldId="313"/>
            <ac:spMk id="4" creationId="{A29C0834-3DBC-9FB3-0E0A-F77D599198EB}"/>
          </ac:spMkLst>
        </pc:spChg>
      </pc:sldChg>
      <pc:sldChg chg="modSp add mod">
        <pc:chgData name="Wilmer Ortega Erazo" userId="19082e28a51afb61" providerId="LiveId" clId="{94990643-8E4E-4CF9-87DE-7C4FB3DD37DE}" dt="2023-09-14T01:58:57.192" v="482" actId="207"/>
        <pc:sldMkLst>
          <pc:docMk/>
          <pc:sldMk cId="1411740308" sldId="314"/>
        </pc:sldMkLst>
        <pc:spChg chg="mod">
          <ac:chgData name="Wilmer Ortega Erazo" userId="19082e28a51afb61" providerId="LiveId" clId="{94990643-8E4E-4CF9-87DE-7C4FB3DD37DE}" dt="2023-09-14T01:58:05.676" v="475" actId="108"/>
          <ac:spMkLst>
            <pc:docMk/>
            <pc:sldMk cId="1411740308" sldId="314"/>
            <ac:spMk id="2" creationId="{91A14A99-37E7-FD86-1156-A753F20D5A3A}"/>
          </ac:spMkLst>
        </pc:spChg>
        <pc:spChg chg="mod">
          <ac:chgData name="Wilmer Ortega Erazo" userId="19082e28a51afb61" providerId="LiveId" clId="{94990643-8E4E-4CF9-87DE-7C4FB3DD37DE}" dt="2023-09-14T01:58:57.192" v="482" actId="207"/>
          <ac:spMkLst>
            <pc:docMk/>
            <pc:sldMk cId="1411740308" sldId="314"/>
            <ac:spMk id="4" creationId="{A29C0834-3DBC-9FB3-0E0A-F77D599198EB}"/>
          </ac:spMkLst>
        </pc:spChg>
      </pc:sldChg>
      <pc:sldChg chg="modSp add mod">
        <pc:chgData name="Wilmer Ortega Erazo" userId="19082e28a51afb61" providerId="LiveId" clId="{94990643-8E4E-4CF9-87DE-7C4FB3DD37DE}" dt="2023-09-14T02:04:32.486" v="560" actId="20577"/>
        <pc:sldMkLst>
          <pc:docMk/>
          <pc:sldMk cId="3199982045" sldId="315"/>
        </pc:sldMkLst>
        <pc:spChg chg="mod">
          <ac:chgData name="Wilmer Ortega Erazo" userId="19082e28a51afb61" providerId="LiveId" clId="{94990643-8E4E-4CF9-87DE-7C4FB3DD37DE}" dt="2023-09-14T02:01:38.110" v="516" actId="255"/>
          <ac:spMkLst>
            <pc:docMk/>
            <pc:sldMk cId="3199982045" sldId="315"/>
            <ac:spMk id="2" creationId="{91A14A99-37E7-FD86-1156-A753F20D5A3A}"/>
          </ac:spMkLst>
        </pc:spChg>
        <pc:spChg chg="mod">
          <ac:chgData name="Wilmer Ortega Erazo" userId="19082e28a51afb61" providerId="LiveId" clId="{94990643-8E4E-4CF9-87DE-7C4FB3DD37DE}" dt="2023-09-14T02:04:32.486" v="560" actId="20577"/>
          <ac:spMkLst>
            <pc:docMk/>
            <pc:sldMk cId="3199982045" sldId="315"/>
            <ac:spMk id="4" creationId="{A29C0834-3DBC-9FB3-0E0A-F77D599198EB}"/>
          </ac:spMkLst>
        </pc:spChg>
      </pc:sldChg>
      <pc:sldChg chg="addSp delSp modSp add del mod">
        <pc:chgData name="Wilmer Ortega Erazo" userId="19082e28a51afb61" providerId="LiveId" clId="{94990643-8E4E-4CF9-87DE-7C4FB3DD37DE}" dt="2023-09-18T21:46:16.487" v="574" actId="2696"/>
        <pc:sldMkLst>
          <pc:docMk/>
          <pc:sldMk cId="3959093443" sldId="316"/>
        </pc:sldMkLst>
        <pc:spChg chg="add mod">
          <ac:chgData name="Wilmer Ortega Erazo" userId="19082e28a51afb61" providerId="LiveId" clId="{94990643-8E4E-4CF9-87DE-7C4FB3DD37DE}" dt="2023-09-14T02:05:23.640" v="565" actId="14100"/>
          <ac:spMkLst>
            <pc:docMk/>
            <pc:sldMk cId="3959093443" sldId="316"/>
            <ac:spMk id="3" creationId="{99DF546A-0D3D-347D-CB4E-C5F059A3F8F8}"/>
          </ac:spMkLst>
        </pc:spChg>
        <pc:spChg chg="del">
          <ac:chgData name="Wilmer Ortega Erazo" userId="19082e28a51afb61" providerId="LiveId" clId="{94990643-8E4E-4CF9-87DE-7C4FB3DD37DE}" dt="2023-09-14T02:05:09.312" v="562" actId="478"/>
          <ac:spMkLst>
            <pc:docMk/>
            <pc:sldMk cId="3959093443" sldId="316"/>
            <ac:spMk id="4" creationId="{A29C0834-3DBC-9FB3-0E0A-F77D599198EB}"/>
          </ac:spMkLst>
        </pc:spChg>
        <pc:spChg chg="add mod">
          <ac:chgData name="Wilmer Ortega Erazo" userId="19082e28a51afb61" providerId="LiveId" clId="{94990643-8E4E-4CF9-87DE-7C4FB3DD37DE}" dt="2023-09-14T02:05:23.640" v="565" actId="14100"/>
          <ac:spMkLst>
            <pc:docMk/>
            <pc:sldMk cId="3959093443" sldId="316"/>
            <ac:spMk id="7" creationId="{0C962C26-BB35-2FF8-2527-258EF2FB1728}"/>
          </ac:spMkLst>
        </pc:spChg>
        <pc:graphicFrameChg chg="add mod">
          <ac:chgData name="Wilmer Ortega Erazo" userId="19082e28a51afb61" providerId="LiveId" clId="{94990643-8E4E-4CF9-87DE-7C4FB3DD37DE}" dt="2023-09-14T02:09:19.677" v="572"/>
          <ac:graphicFrameMkLst>
            <pc:docMk/>
            <pc:sldMk cId="3959093443" sldId="316"/>
            <ac:graphicFrameMk id="5" creationId="{C1964E51-33DF-8826-6E94-F4D1D6A3B912}"/>
          </ac:graphicFrameMkLst>
        </pc:graphicFrameChg>
        <pc:graphicFrameChg chg="add mod">
          <ac:chgData name="Wilmer Ortega Erazo" userId="19082e28a51afb61" providerId="LiveId" clId="{94990643-8E4E-4CF9-87DE-7C4FB3DD37DE}" dt="2023-09-14T02:09:16.213" v="571"/>
          <ac:graphicFrameMkLst>
            <pc:docMk/>
            <pc:sldMk cId="3959093443" sldId="316"/>
            <ac:graphicFrameMk id="6" creationId="{BB358B0A-DD0E-C858-ECB5-FE8B277DA2BA}"/>
          </ac:graphicFrameMkLst>
        </pc:graphicFrameChg>
      </pc:sldChg>
      <pc:sldChg chg="addSp modSp add mod">
        <pc:chgData name="Wilmer Ortega Erazo" userId="19082e28a51afb61" providerId="LiveId" clId="{94990643-8E4E-4CF9-87DE-7C4FB3DD37DE}" dt="2023-09-19T04:27:19.646" v="4082" actId="123"/>
        <pc:sldMkLst>
          <pc:docMk/>
          <pc:sldMk cId="4080923643" sldId="317"/>
        </pc:sldMkLst>
        <pc:spChg chg="mod">
          <ac:chgData name="Wilmer Ortega Erazo" userId="19082e28a51afb61" providerId="LiveId" clId="{94990643-8E4E-4CF9-87DE-7C4FB3DD37DE}" dt="2023-09-19T04:27:19.646" v="4082" actId="123"/>
          <ac:spMkLst>
            <pc:docMk/>
            <pc:sldMk cId="4080923643" sldId="317"/>
            <ac:spMk id="4" creationId="{A29C0834-3DBC-9FB3-0E0A-F77D599198EB}"/>
          </ac:spMkLst>
        </pc:spChg>
        <pc:picChg chg="add mod">
          <ac:chgData name="Wilmer Ortega Erazo" userId="19082e28a51afb61" providerId="LiveId" clId="{94990643-8E4E-4CF9-87DE-7C4FB3DD37DE}" dt="2023-09-18T22:03:33.454" v="894" actId="1076"/>
          <ac:picMkLst>
            <pc:docMk/>
            <pc:sldMk cId="4080923643" sldId="317"/>
            <ac:picMk id="5" creationId="{9965AA6B-8A87-31BC-9E77-791F6E2408DD}"/>
          </ac:picMkLst>
        </pc:picChg>
      </pc:sldChg>
      <pc:sldChg chg="addSp delSp modSp add mod">
        <pc:chgData name="Wilmer Ortega Erazo" userId="19082e28a51afb61" providerId="LiveId" clId="{94990643-8E4E-4CF9-87DE-7C4FB3DD37DE}" dt="2023-09-19T04:27:24.185" v="4083" actId="123"/>
        <pc:sldMkLst>
          <pc:docMk/>
          <pc:sldMk cId="2676643198" sldId="318"/>
        </pc:sldMkLst>
        <pc:spChg chg="mod">
          <ac:chgData name="Wilmer Ortega Erazo" userId="19082e28a51afb61" providerId="LiveId" clId="{94990643-8E4E-4CF9-87DE-7C4FB3DD37DE}" dt="2023-09-19T04:27:24.185" v="4083" actId="123"/>
          <ac:spMkLst>
            <pc:docMk/>
            <pc:sldMk cId="2676643198" sldId="318"/>
            <ac:spMk id="4" creationId="{A29C0834-3DBC-9FB3-0E0A-F77D599198EB}"/>
          </ac:spMkLst>
        </pc:spChg>
        <pc:picChg chg="del mod">
          <ac:chgData name="Wilmer Ortega Erazo" userId="19082e28a51afb61" providerId="LiveId" clId="{94990643-8E4E-4CF9-87DE-7C4FB3DD37DE}" dt="2023-09-18T22:05:37.321" v="1006" actId="478"/>
          <ac:picMkLst>
            <pc:docMk/>
            <pc:sldMk cId="2676643198" sldId="318"/>
            <ac:picMk id="5" creationId="{9965AA6B-8A87-31BC-9E77-791F6E2408DD}"/>
          </ac:picMkLst>
        </pc:picChg>
        <pc:picChg chg="add mod">
          <ac:chgData name="Wilmer Ortega Erazo" userId="19082e28a51afb61" providerId="LiveId" clId="{94990643-8E4E-4CF9-87DE-7C4FB3DD37DE}" dt="2023-09-18T22:07:40.940" v="1146" actId="14100"/>
          <ac:picMkLst>
            <pc:docMk/>
            <pc:sldMk cId="2676643198" sldId="318"/>
            <ac:picMk id="6" creationId="{BCCEFE54-ADA2-5D8C-2EA2-D23DC151E36E}"/>
          </ac:picMkLst>
        </pc:picChg>
      </pc:sldChg>
      <pc:sldChg chg="addSp delSp modSp add mod">
        <pc:chgData name="Wilmer Ortega Erazo" userId="19082e28a51afb61" providerId="LiveId" clId="{94990643-8E4E-4CF9-87DE-7C4FB3DD37DE}" dt="2023-09-19T04:27:36.019" v="4085" actId="123"/>
        <pc:sldMkLst>
          <pc:docMk/>
          <pc:sldMk cId="311752650" sldId="319"/>
        </pc:sldMkLst>
        <pc:spChg chg="mod">
          <ac:chgData name="Wilmer Ortega Erazo" userId="19082e28a51afb61" providerId="LiveId" clId="{94990643-8E4E-4CF9-87DE-7C4FB3DD37DE}" dt="2023-09-19T04:27:36.019" v="4085" actId="123"/>
          <ac:spMkLst>
            <pc:docMk/>
            <pc:sldMk cId="311752650" sldId="319"/>
            <ac:spMk id="4" creationId="{A29C0834-3DBC-9FB3-0E0A-F77D599198EB}"/>
          </ac:spMkLst>
        </pc:spChg>
        <pc:picChg chg="add mod">
          <ac:chgData name="Wilmer Ortega Erazo" userId="19082e28a51afb61" providerId="LiveId" clId="{94990643-8E4E-4CF9-87DE-7C4FB3DD37DE}" dt="2023-09-18T22:21:02.484" v="1726" actId="14100"/>
          <ac:picMkLst>
            <pc:docMk/>
            <pc:sldMk cId="311752650" sldId="319"/>
            <ac:picMk id="5" creationId="{2BA3009F-8411-9273-4870-0706BFF062E3}"/>
          </ac:picMkLst>
        </pc:picChg>
        <pc:picChg chg="del">
          <ac:chgData name="Wilmer Ortega Erazo" userId="19082e28a51afb61" providerId="LiveId" clId="{94990643-8E4E-4CF9-87DE-7C4FB3DD37DE}" dt="2023-09-18T22:12:21.794" v="1359" actId="478"/>
          <ac:picMkLst>
            <pc:docMk/>
            <pc:sldMk cId="311752650" sldId="319"/>
            <ac:picMk id="6" creationId="{BCCEFE54-ADA2-5D8C-2EA2-D23DC151E36E}"/>
          </ac:picMkLst>
        </pc:picChg>
      </pc:sldChg>
      <pc:sldChg chg="addSp delSp modSp add mod">
        <pc:chgData name="Wilmer Ortega Erazo" userId="19082e28a51afb61" providerId="LiveId" clId="{94990643-8E4E-4CF9-87DE-7C4FB3DD37DE}" dt="2023-09-19T04:27:57.228" v="4086" actId="2711"/>
        <pc:sldMkLst>
          <pc:docMk/>
          <pc:sldMk cId="3222143272" sldId="320"/>
        </pc:sldMkLst>
        <pc:spChg chg="mod">
          <ac:chgData name="Wilmer Ortega Erazo" userId="19082e28a51afb61" providerId="LiveId" clId="{94990643-8E4E-4CF9-87DE-7C4FB3DD37DE}" dt="2023-09-19T04:27:57.228" v="4086" actId="2711"/>
          <ac:spMkLst>
            <pc:docMk/>
            <pc:sldMk cId="3222143272" sldId="320"/>
            <ac:spMk id="4" creationId="{A29C0834-3DBC-9FB3-0E0A-F77D599198EB}"/>
          </ac:spMkLst>
        </pc:spChg>
        <pc:picChg chg="del">
          <ac:chgData name="Wilmer Ortega Erazo" userId="19082e28a51afb61" providerId="LiveId" clId="{94990643-8E4E-4CF9-87DE-7C4FB3DD37DE}" dt="2023-09-19T03:16:24.446" v="1728" actId="478"/>
          <ac:picMkLst>
            <pc:docMk/>
            <pc:sldMk cId="3222143272" sldId="320"/>
            <ac:picMk id="5" creationId="{2BA3009F-8411-9273-4870-0706BFF062E3}"/>
          </ac:picMkLst>
        </pc:picChg>
        <pc:picChg chg="add mod">
          <ac:chgData name="Wilmer Ortega Erazo" userId="19082e28a51afb61" providerId="LiveId" clId="{94990643-8E4E-4CF9-87DE-7C4FB3DD37DE}" dt="2023-09-19T03:20:22.168" v="1901" actId="1076"/>
          <ac:picMkLst>
            <pc:docMk/>
            <pc:sldMk cId="3222143272" sldId="320"/>
            <ac:picMk id="6" creationId="{376978CB-8DEA-8F59-9F02-6BEEBD9E6392}"/>
          </ac:picMkLst>
        </pc:picChg>
      </pc:sldChg>
      <pc:sldChg chg="addSp delSp modSp add mod">
        <pc:chgData name="Wilmer Ortega Erazo" userId="19082e28a51afb61" providerId="LiveId" clId="{94990643-8E4E-4CF9-87DE-7C4FB3DD37DE}" dt="2023-09-19T04:28:11.531" v="4089" actId="123"/>
        <pc:sldMkLst>
          <pc:docMk/>
          <pc:sldMk cId="100266501" sldId="321"/>
        </pc:sldMkLst>
        <pc:spChg chg="mod">
          <ac:chgData name="Wilmer Ortega Erazo" userId="19082e28a51afb61" providerId="LiveId" clId="{94990643-8E4E-4CF9-87DE-7C4FB3DD37DE}" dt="2023-09-19T04:28:11.531" v="4089" actId="123"/>
          <ac:spMkLst>
            <pc:docMk/>
            <pc:sldMk cId="100266501" sldId="321"/>
            <ac:spMk id="4" creationId="{A29C0834-3DBC-9FB3-0E0A-F77D599198EB}"/>
          </ac:spMkLst>
        </pc:spChg>
        <pc:picChg chg="add mod">
          <ac:chgData name="Wilmer Ortega Erazo" userId="19082e28a51afb61" providerId="LiveId" clId="{94990643-8E4E-4CF9-87DE-7C4FB3DD37DE}" dt="2023-09-19T03:27:34.916" v="2084" actId="1076"/>
          <ac:picMkLst>
            <pc:docMk/>
            <pc:sldMk cId="100266501" sldId="321"/>
            <ac:picMk id="5" creationId="{9BCDF1E7-A784-C99A-7740-707B30C0CDC1}"/>
          </ac:picMkLst>
        </pc:picChg>
        <pc:picChg chg="del">
          <ac:chgData name="Wilmer Ortega Erazo" userId="19082e28a51afb61" providerId="LiveId" clId="{94990643-8E4E-4CF9-87DE-7C4FB3DD37DE}" dt="2023-09-19T03:21:43.071" v="1903" actId="478"/>
          <ac:picMkLst>
            <pc:docMk/>
            <pc:sldMk cId="100266501" sldId="321"/>
            <ac:picMk id="6" creationId="{376978CB-8DEA-8F59-9F02-6BEEBD9E6392}"/>
          </ac:picMkLst>
        </pc:picChg>
      </pc:sldChg>
      <pc:sldChg chg="addSp delSp modSp add mod">
        <pc:chgData name="Wilmer Ortega Erazo" userId="19082e28a51afb61" providerId="LiveId" clId="{94990643-8E4E-4CF9-87DE-7C4FB3DD37DE}" dt="2023-09-19T04:28:18.489" v="4090" actId="123"/>
        <pc:sldMkLst>
          <pc:docMk/>
          <pc:sldMk cId="454617296" sldId="322"/>
        </pc:sldMkLst>
        <pc:spChg chg="mod">
          <ac:chgData name="Wilmer Ortega Erazo" userId="19082e28a51afb61" providerId="LiveId" clId="{94990643-8E4E-4CF9-87DE-7C4FB3DD37DE}" dt="2023-09-19T04:28:18.489" v="4090" actId="123"/>
          <ac:spMkLst>
            <pc:docMk/>
            <pc:sldMk cId="454617296" sldId="322"/>
            <ac:spMk id="4" creationId="{A29C0834-3DBC-9FB3-0E0A-F77D599198EB}"/>
          </ac:spMkLst>
        </pc:spChg>
        <pc:picChg chg="del">
          <ac:chgData name="Wilmer Ortega Erazo" userId="19082e28a51afb61" providerId="LiveId" clId="{94990643-8E4E-4CF9-87DE-7C4FB3DD37DE}" dt="2023-09-19T03:29:20.002" v="2086" actId="478"/>
          <ac:picMkLst>
            <pc:docMk/>
            <pc:sldMk cId="454617296" sldId="322"/>
            <ac:picMk id="5" creationId="{9BCDF1E7-A784-C99A-7740-707B30C0CDC1}"/>
          </ac:picMkLst>
        </pc:picChg>
        <pc:picChg chg="add mod">
          <ac:chgData name="Wilmer Ortega Erazo" userId="19082e28a51afb61" providerId="LiveId" clId="{94990643-8E4E-4CF9-87DE-7C4FB3DD37DE}" dt="2023-09-19T03:42:41.876" v="2409" actId="1076"/>
          <ac:picMkLst>
            <pc:docMk/>
            <pc:sldMk cId="454617296" sldId="322"/>
            <ac:picMk id="6" creationId="{819A11E5-159E-6828-03CD-5BADFD69DF42}"/>
          </ac:picMkLst>
        </pc:picChg>
      </pc:sldChg>
      <pc:sldChg chg="addSp delSp modSp add mod">
        <pc:chgData name="Wilmer Ortega Erazo" userId="19082e28a51afb61" providerId="LiveId" clId="{94990643-8E4E-4CF9-87DE-7C4FB3DD37DE}" dt="2023-09-19T04:28:23.822" v="4092" actId="1076"/>
        <pc:sldMkLst>
          <pc:docMk/>
          <pc:sldMk cId="386398042" sldId="323"/>
        </pc:sldMkLst>
        <pc:spChg chg="mod">
          <ac:chgData name="Wilmer Ortega Erazo" userId="19082e28a51afb61" providerId="LiveId" clId="{94990643-8E4E-4CF9-87DE-7C4FB3DD37DE}" dt="2023-09-19T04:28:23.822" v="4092" actId="1076"/>
          <ac:spMkLst>
            <pc:docMk/>
            <pc:sldMk cId="386398042" sldId="323"/>
            <ac:spMk id="4" creationId="{A29C0834-3DBC-9FB3-0E0A-F77D599198EB}"/>
          </ac:spMkLst>
        </pc:spChg>
        <pc:picChg chg="add mod">
          <ac:chgData name="Wilmer Ortega Erazo" userId="19082e28a51afb61" providerId="LiveId" clId="{94990643-8E4E-4CF9-87DE-7C4FB3DD37DE}" dt="2023-09-19T03:43:42.861" v="2415" actId="1076"/>
          <ac:picMkLst>
            <pc:docMk/>
            <pc:sldMk cId="386398042" sldId="323"/>
            <ac:picMk id="5" creationId="{8622CB4B-5B5C-758C-E4DA-39498579D826}"/>
          </ac:picMkLst>
        </pc:picChg>
        <pc:picChg chg="del">
          <ac:chgData name="Wilmer Ortega Erazo" userId="19082e28a51afb61" providerId="LiveId" clId="{94990643-8E4E-4CF9-87DE-7C4FB3DD37DE}" dt="2023-09-19T03:43:34.412" v="2411" actId="478"/>
          <ac:picMkLst>
            <pc:docMk/>
            <pc:sldMk cId="386398042" sldId="323"/>
            <ac:picMk id="6" creationId="{819A11E5-159E-6828-03CD-5BADFD69DF42}"/>
          </ac:picMkLst>
        </pc:picChg>
      </pc:sldChg>
      <pc:sldChg chg="addSp delSp modSp add mod ord">
        <pc:chgData name="Wilmer Ortega Erazo" userId="19082e28a51afb61" providerId="LiveId" clId="{94990643-8E4E-4CF9-87DE-7C4FB3DD37DE}" dt="2023-09-19T04:28:40.559" v="4093" actId="123"/>
        <pc:sldMkLst>
          <pc:docMk/>
          <pc:sldMk cId="3930966444" sldId="324"/>
        </pc:sldMkLst>
        <pc:spChg chg="mod">
          <ac:chgData name="Wilmer Ortega Erazo" userId="19082e28a51afb61" providerId="LiveId" clId="{94990643-8E4E-4CF9-87DE-7C4FB3DD37DE}" dt="2023-09-19T04:25:33.628" v="4073" actId="2711"/>
          <ac:spMkLst>
            <pc:docMk/>
            <pc:sldMk cId="3930966444" sldId="324"/>
            <ac:spMk id="4" creationId="{A29C0834-3DBC-9FB3-0E0A-F77D599198EB}"/>
          </ac:spMkLst>
        </pc:spChg>
        <pc:spChg chg="add del mod">
          <ac:chgData name="Wilmer Ortega Erazo" userId="19082e28a51afb61" providerId="LiveId" clId="{94990643-8E4E-4CF9-87DE-7C4FB3DD37DE}" dt="2023-09-19T03:53:54.597" v="2470"/>
          <ac:spMkLst>
            <pc:docMk/>
            <pc:sldMk cId="3930966444" sldId="324"/>
            <ac:spMk id="7" creationId="{B6593129-4AE1-F765-D59C-40A30AC882F3}"/>
          </ac:spMkLst>
        </pc:spChg>
        <pc:spChg chg="add mod">
          <ac:chgData name="Wilmer Ortega Erazo" userId="19082e28a51afb61" providerId="LiveId" clId="{94990643-8E4E-4CF9-87DE-7C4FB3DD37DE}" dt="2023-09-19T04:28:40.559" v="4093" actId="123"/>
          <ac:spMkLst>
            <pc:docMk/>
            <pc:sldMk cId="3930966444" sldId="324"/>
            <ac:spMk id="8" creationId="{9BB1B317-CA90-E36B-CD49-4AA503EB36B9}"/>
          </ac:spMkLst>
        </pc:spChg>
        <pc:spChg chg="add mod">
          <ac:chgData name="Wilmer Ortega Erazo" userId="19082e28a51afb61" providerId="LiveId" clId="{94990643-8E4E-4CF9-87DE-7C4FB3DD37DE}" dt="2023-09-19T03:58:36.617" v="2749" actId="20577"/>
          <ac:spMkLst>
            <pc:docMk/>
            <pc:sldMk cId="3930966444" sldId="324"/>
            <ac:spMk id="11" creationId="{329B9794-0D56-1C75-7B8E-EAD67A76DEDA}"/>
          </ac:spMkLst>
        </pc:spChg>
        <pc:picChg chg="add mod">
          <ac:chgData name="Wilmer Ortega Erazo" userId="19082e28a51afb61" providerId="LiveId" clId="{94990643-8E4E-4CF9-87DE-7C4FB3DD37DE}" dt="2023-09-19T03:57:17.155" v="2621" actId="1076"/>
          <ac:picMkLst>
            <pc:docMk/>
            <pc:sldMk cId="3930966444" sldId="324"/>
            <ac:picMk id="5" creationId="{D044DBAD-126F-C961-E533-E94CDB4AD9D7}"/>
          </ac:picMkLst>
        </pc:picChg>
        <pc:picChg chg="del">
          <ac:chgData name="Wilmer Ortega Erazo" userId="19082e28a51afb61" providerId="LiveId" clId="{94990643-8E4E-4CF9-87DE-7C4FB3DD37DE}" dt="2023-09-19T03:52:24.741" v="2464" actId="478"/>
          <ac:picMkLst>
            <pc:docMk/>
            <pc:sldMk cId="3930966444" sldId="324"/>
            <ac:picMk id="6" creationId="{819A11E5-159E-6828-03CD-5BADFD69DF42}"/>
          </ac:picMkLst>
        </pc:picChg>
        <pc:picChg chg="add mod">
          <ac:chgData name="Wilmer Ortega Erazo" userId="19082e28a51afb61" providerId="LiveId" clId="{94990643-8E4E-4CF9-87DE-7C4FB3DD37DE}" dt="2023-09-19T03:57:35.800" v="2628" actId="1076"/>
          <ac:picMkLst>
            <pc:docMk/>
            <pc:sldMk cId="3930966444" sldId="324"/>
            <ac:picMk id="10" creationId="{C22CE398-D06D-389E-323B-B42B34B757A4}"/>
          </ac:picMkLst>
        </pc:picChg>
        <pc:picChg chg="add mod">
          <ac:chgData name="Wilmer Ortega Erazo" userId="19082e28a51afb61" providerId="LiveId" clId="{94990643-8E4E-4CF9-87DE-7C4FB3DD37DE}" dt="2023-09-19T03:58:48.974" v="2751" actId="1076"/>
          <ac:picMkLst>
            <pc:docMk/>
            <pc:sldMk cId="3930966444" sldId="324"/>
            <ac:picMk id="13" creationId="{85B7C29C-B3DB-6310-6DD9-AF7C7E617698}"/>
          </ac:picMkLst>
        </pc:picChg>
      </pc:sldChg>
      <pc:sldChg chg="addSp delSp modSp add mod">
        <pc:chgData name="Wilmer Ortega Erazo" userId="19082e28a51afb61" providerId="LiveId" clId="{94990643-8E4E-4CF9-87DE-7C4FB3DD37DE}" dt="2023-09-19T04:01:34.109" v="2796" actId="14100"/>
        <pc:sldMkLst>
          <pc:docMk/>
          <pc:sldMk cId="3169525786" sldId="325"/>
        </pc:sldMkLst>
        <pc:spChg chg="mod">
          <ac:chgData name="Wilmer Ortega Erazo" userId="19082e28a51afb61" providerId="LiveId" clId="{94990643-8E4E-4CF9-87DE-7C4FB3DD37DE}" dt="2023-09-19T04:00:39.909" v="2784" actId="20577"/>
          <ac:spMkLst>
            <pc:docMk/>
            <pc:sldMk cId="3169525786" sldId="325"/>
            <ac:spMk id="4" creationId="{A29C0834-3DBC-9FB3-0E0A-F77D599198EB}"/>
          </ac:spMkLst>
        </pc:spChg>
        <pc:spChg chg="del">
          <ac:chgData name="Wilmer Ortega Erazo" userId="19082e28a51afb61" providerId="LiveId" clId="{94990643-8E4E-4CF9-87DE-7C4FB3DD37DE}" dt="2023-09-19T04:00:29.637" v="2756" actId="478"/>
          <ac:spMkLst>
            <pc:docMk/>
            <pc:sldMk cId="3169525786" sldId="325"/>
            <ac:spMk id="8" creationId="{9BB1B317-CA90-E36B-CD49-4AA503EB36B9}"/>
          </ac:spMkLst>
        </pc:spChg>
        <pc:spChg chg="del">
          <ac:chgData name="Wilmer Ortega Erazo" userId="19082e28a51afb61" providerId="LiveId" clId="{94990643-8E4E-4CF9-87DE-7C4FB3DD37DE}" dt="2023-09-19T04:00:26.935" v="2754" actId="478"/>
          <ac:spMkLst>
            <pc:docMk/>
            <pc:sldMk cId="3169525786" sldId="325"/>
            <ac:spMk id="11" creationId="{329B9794-0D56-1C75-7B8E-EAD67A76DEDA}"/>
          </ac:spMkLst>
        </pc:spChg>
        <pc:picChg chg="del">
          <ac:chgData name="Wilmer Ortega Erazo" userId="19082e28a51afb61" providerId="LiveId" clId="{94990643-8E4E-4CF9-87DE-7C4FB3DD37DE}" dt="2023-09-19T04:00:30.989" v="2757" actId="478"/>
          <ac:picMkLst>
            <pc:docMk/>
            <pc:sldMk cId="3169525786" sldId="325"/>
            <ac:picMk id="5" creationId="{D044DBAD-126F-C961-E533-E94CDB4AD9D7}"/>
          </ac:picMkLst>
        </pc:picChg>
        <pc:picChg chg="add mod">
          <ac:chgData name="Wilmer Ortega Erazo" userId="19082e28a51afb61" providerId="LiveId" clId="{94990643-8E4E-4CF9-87DE-7C4FB3DD37DE}" dt="2023-09-19T04:01:34.109" v="2796" actId="14100"/>
          <ac:picMkLst>
            <pc:docMk/>
            <pc:sldMk cId="3169525786" sldId="325"/>
            <ac:picMk id="6" creationId="{F16365BD-9035-F2D3-67EB-9A87DE9BDBCC}"/>
          </ac:picMkLst>
        </pc:picChg>
        <pc:picChg chg="add mod">
          <ac:chgData name="Wilmer Ortega Erazo" userId="19082e28a51afb61" providerId="LiveId" clId="{94990643-8E4E-4CF9-87DE-7C4FB3DD37DE}" dt="2023-09-19T04:01:31.294" v="2795" actId="1076"/>
          <ac:picMkLst>
            <pc:docMk/>
            <pc:sldMk cId="3169525786" sldId="325"/>
            <ac:picMk id="9" creationId="{D7114A93-5EAD-EDEF-937B-FD6156993D6D}"/>
          </ac:picMkLst>
        </pc:picChg>
        <pc:picChg chg="del">
          <ac:chgData name="Wilmer Ortega Erazo" userId="19082e28a51afb61" providerId="LiveId" clId="{94990643-8E4E-4CF9-87DE-7C4FB3DD37DE}" dt="2023-09-19T04:00:27.829" v="2755" actId="478"/>
          <ac:picMkLst>
            <pc:docMk/>
            <pc:sldMk cId="3169525786" sldId="325"/>
            <ac:picMk id="10" creationId="{C22CE398-D06D-389E-323B-B42B34B757A4}"/>
          </ac:picMkLst>
        </pc:picChg>
        <pc:picChg chg="del">
          <ac:chgData name="Wilmer Ortega Erazo" userId="19082e28a51afb61" providerId="LiveId" clId="{94990643-8E4E-4CF9-87DE-7C4FB3DD37DE}" dt="2023-09-19T04:00:25.541" v="2753" actId="478"/>
          <ac:picMkLst>
            <pc:docMk/>
            <pc:sldMk cId="3169525786" sldId="325"/>
            <ac:picMk id="13" creationId="{85B7C29C-B3DB-6310-6DD9-AF7C7E617698}"/>
          </ac:picMkLst>
        </pc:picChg>
      </pc:sldChg>
      <pc:sldChg chg="addSp delSp modSp add mod ord">
        <pc:chgData name="Wilmer Ortega Erazo" userId="19082e28a51afb61" providerId="LiveId" clId="{94990643-8E4E-4CF9-87DE-7C4FB3DD37DE}" dt="2023-09-19T04:29:28.287" v="4101" actId="20577"/>
        <pc:sldMkLst>
          <pc:docMk/>
          <pc:sldMk cId="3192899345" sldId="326"/>
        </pc:sldMkLst>
        <pc:spChg chg="mod">
          <ac:chgData name="Wilmer Ortega Erazo" userId="19082e28a51afb61" providerId="LiveId" clId="{94990643-8E4E-4CF9-87DE-7C4FB3DD37DE}" dt="2023-09-19T04:29:28.287" v="4101" actId="20577"/>
          <ac:spMkLst>
            <pc:docMk/>
            <pc:sldMk cId="3192899345" sldId="326"/>
            <ac:spMk id="4" creationId="{A29C0834-3DBC-9FB3-0E0A-F77D599198EB}"/>
          </ac:spMkLst>
        </pc:spChg>
        <pc:spChg chg="del">
          <ac:chgData name="Wilmer Ortega Erazo" userId="19082e28a51afb61" providerId="LiveId" clId="{94990643-8E4E-4CF9-87DE-7C4FB3DD37DE}" dt="2023-09-19T04:05:34.931" v="2829" actId="478"/>
          <ac:spMkLst>
            <pc:docMk/>
            <pc:sldMk cId="3192899345" sldId="326"/>
            <ac:spMk id="8" creationId="{9BB1B317-CA90-E36B-CD49-4AA503EB36B9}"/>
          </ac:spMkLst>
        </pc:spChg>
        <pc:spChg chg="del">
          <ac:chgData name="Wilmer Ortega Erazo" userId="19082e28a51afb61" providerId="LiveId" clId="{94990643-8E4E-4CF9-87DE-7C4FB3DD37DE}" dt="2023-09-19T04:05:32.565" v="2827" actId="478"/>
          <ac:spMkLst>
            <pc:docMk/>
            <pc:sldMk cId="3192899345" sldId="326"/>
            <ac:spMk id="11" creationId="{329B9794-0D56-1C75-7B8E-EAD67A76DEDA}"/>
          </ac:spMkLst>
        </pc:spChg>
        <pc:picChg chg="del">
          <ac:chgData name="Wilmer Ortega Erazo" userId="19082e28a51afb61" providerId="LiveId" clId="{94990643-8E4E-4CF9-87DE-7C4FB3DD37DE}" dt="2023-09-19T04:05:35.893" v="2830" actId="478"/>
          <ac:picMkLst>
            <pc:docMk/>
            <pc:sldMk cId="3192899345" sldId="326"/>
            <ac:picMk id="5" creationId="{D044DBAD-126F-C961-E533-E94CDB4AD9D7}"/>
          </ac:picMkLst>
        </pc:picChg>
        <pc:picChg chg="add mod">
          <ac:chgData name="Wilmer Ortega Erazo" userId="19082e28a51afb61" providerId="LiveId" clId="{94990643-8E4E-4CF9-87DE-7C4FB3DD37DE}" dt="2023-09-19T04:29:20.862" v="4098" actId="1076"/>
          <ac:picMkLst>
            <pc:docMk/>
            <pc:sldMk cId="3192899345" sldId="326"/>
            <ac:picMk id="6" creationId="{67557298-F4DD-4F11-94B0-4B83051F4E38}"/>
          </ac:picMkLst>
        </pc:picChg>
        <pc:picChg chg="add mod">
          <ac:chgData name="Wilmer Ortega Erazo" userId="19082e28a51afb61" providerId="LiveId" clId="{94990643-8E4E-4CF9-87DE-7C4FB3DD37DE}" dt="2023-09-19T04:09:25.982" v="3061" actId="1076"/>
          <ac:picMkLst>
            <pc:docMk/>
            <pc:sldMk cId="3192899345" sldId="326"/>
            <ac:picMk id="9" creationId="{8939DE73-4F69-8875-6FD6-1EDCEF6D4805}"/>
          </ac:picMkLst>
        </pc:picChg>
        <pc:picChg chg="del">
          <ac:chgData name="Wilmer Ortega Erazo" userId="19082e28a51afb61" providerId="LiveId" clId="{94990643-8E4E-4CF9-87DE-7C4FB3DD37DE}" dt="2023-09-19T04:05:33.413" v="2828" actId="478"/>
          <ac:picMkLst>
            <pc:docMk/>
            <pc:sldMk cId="3192899345" sldId="326"/>
            <ac:picMk id="10" creationId="{C22CE398-D06D-389E-323B-B42B34B757A4}"/>
          </ac:picMkLst>
        </pc:picChg>
        <pc:picChg chg="del">
          <ac:chgData name="Wilmer Ortega Erazo" userId="19082e28a51afb61" providerId="LiveId" clId="{94990643-8E4E-4CF9-87DE-7C4FB3DD37DE}" dt="2023-09-19T04:05:31.392" v="2826" actId="478"/>
          <ac:picMkLst>
            <pc:docMk/>
            <pc:sldMk cId="3192899345" sldId="326"/>
            <ac:picMk id="13" creationId="{85B7C29C-B3DB-6310-6DD9-AF7C7E617698}"/>
          </ac:picMkLst>
        </pc:picChg>
      </pc:sldChg>
      <pc:sldChg chg="delSp modSp add mod">
        <pc:chgData name="Wilmer Ortega Erazo" userId="19082e28a51afb61" providerId="LiveId" clId="{94990643-8E4E-4CF9-87DE-7C4FB3DD37DE}" dt="2023-09-19T04:29:41.130" v="4103" actId="123"/>
        <pc:sldMkLst>
          <pc:docMk/>
          <pc:sldMk cId="489716390" sldId="327"/>
        </pc:sldMkLst>
        <pc:spChg chg="mod">
          <ac:chgData name="Wilmer Ortega Erazo" userId="19082e28a51afb61" providerId="LiveId" clId="{94990643-8E4E-4CF9-87DE-7C4FB3DD37DE}" dt="2023-09-19T04:29:41.130" v="4103" actId="123"/>
          <ac:spMkLst>
            <pc:docMk/>
            <pc:sldMk cId="489716390" sldId="327"/>
            <ac:spMk id="4" creationId="{A29C0834-3DBC-9FB3-0E0A-F77D599198EB}"/>
          </ac:spMkLst>
        </pc:spChg>
        <pc:picChg chg="del">
          <ac:chgData name="Wilmer Ortega Erazo" userId="19082e28a51afb61" providerId="LiveId" clId="{94990643-8E4E-4CF9-87DE-7C4FB3DD37DE}" dt="2023-09-19T04:13:35.877" v="3103" actId="478"/>
          <ac:picMkLst>
            <pc:docMk/>
            <pc:sldMk cId="489716390" sldId="327"/>
            <ac:picMk id="6" creationId="{67557298-F4DD-4F11-94B0-4B83051F4E38}"/>
          </ac:picMkLst>
        </pc:picChg>
        <pc:picChg chg="del">
          <ac:chgData name="Wilmer Ortega Erazo" userId="19082e28a51afb61" providerId="LiveId" clId="{94990643-8E4E-4CF9-87DE-7C4FB3DD37DE}" dt="2023-09-19T04:13:36.828" v="3104" actId="478"/>
          <ac:picMkLst>
            <pc:docMk/>
            <pc:sldMk cId="489716390" sldId="327"/>
            <ac:picMk id="9" creationId="{8939DE73-4F69-8875-6FD6-1EDCEF6D4805}"/>
          </ac:picMkLst>
        </pc:picChg>
      </pc:sldChg>
      <pc:sldChg chg="modSp add mod">
        <pc:chgData name="Wilmer Ortega Erazo" userId="19082e28a51afb61" providerId="LiveId" clId="{94990643-8E4E-4CF9-87DE-7C4FB3DD37DE}" dt="2023-09-19T04:36:04.789" v="4628" actId="14100"/>
        <pc:sldMkLst>
          <pc:docMk/>
          <pc:sldMk cId="4151778330" sldId="328"/>
        </pc:sldMkLst>
        <pc:spChg chg="mod">
          <ac:chgData name="Wilmer Ortega Erazo" userId="19082e28a51afb61" providerId="LiveId" clId="{94990643-8E4E-4CF9-87DE-7C4FB3DD37DE}" dt="2023-09-19T04:36:04.789" v="4628" actId="14100"/>
          <ac:spMkLst>
            <pc:docMk/>
            <pc:sldMk cId="4151778330" sldId="328"/>
            <ac:spMk id="4" creationId="{A29C0834-3DBC-9FB3-0E0A-F77D599198EB}"/>
          </ac:spMkLst>
        </pc:spChg>
      </pc:sldChg>
      <pc:sldChg chg="addSp modSp add mod">
        <pc:chgData name="Wilmer Ortega Erazo" userId="19082e28a51afb61" providerId="LiveId" clId="{94990643-8E4E-4CF9-87DE-7C4FB3DD37DE}" dt="2023-09-19T04:44:56.920" v="4831" actId="1076"/>
        <pc:sldMkLst>
          <pc:docMk/>
          <pc:sldMk cId="950599006" sldId="329"/>
        </pc:sldMkLst>
        <pc:spChg chg="mod">
          <ac:chgData name="Wilmer Ortega Erazo" userId="19082e28a51afb61" providerId="LiveId" clId="{94990643-8E4E-4CF9-87DE-7C4FB3DD37DE}" dt="2023-09-19T04:44:19.975" v="4828" actId="20577"/>
          <ac:spMkLst>
            <pc:docMk/>
            <pc:sldMk cId="950599006" sldId="329"/>
            <ac:spMk id="4" creationId="{A29C0834-3DBC-9FB3-0E0A-F77D599198EB}"/>
          </ac:spMkLst>
        </pc:spChg>
        <pc:picChg chg="add mod">
          <ac:chgData name="Wilmer Ortega Erazo" userId="19082e28a51afb61" providerId="LiveId" clId="{94990643-8E4E-4CF9-87DE-7C4FB3DD37DE}" dt="2023-09-19T04:44:56.920" v="4831" actId="1076"/>
          <ac:picMkLst>
            <pc:docMk/>
            <pc:sldMk cId="950599006" sldId="329"/>
            <ac:picMk id="8" creationId="{7CA2898E-3EA9-E3F1-6628-DC44D166E28F}"/>
          </ac:picMkLst>
        </pc:picChg>
        <pc:cxnChg chg="add mod">
          <ac:chgData name="Wilmer Ortega Erazo" userId="19082e28a51afb61" providerId="LiveId" clId="{94990643-8E4E-4CF9-87DE-7C4FB3DD37DE}" dt="2023-09-19T04:42:46.748" v="4708" actId="1076"/>
          <ac:cxnSpMkLst>
            <pc:docMk/>
            <pc:sldMk cId="950599006" sldId="329"/>
            <ac:cxnSpMk id="5" creationId="{0CFB5B08-5F59-0927-D8A5-E5C619B9A19D}"/>
          </ac:cxnSpMkLst>
        </pc:cxnChg>
      </pc:sldChg>
      <pc:sldChg chg="addSp delSp modSp add mod">
        <pc:chgData name="Wilmer Ortega Erazo" userId="19082e28a51afb61" providerId="LiveId" clId="{94990643-8E4E-4CF9-87DE-7C4FB3DD37DE}" dt="2023-09-19T04:54:51.385" v="5283" actId="1076"/>
        <pc:sldMkLst>
          <pc:docMk/>
          <pc:sldMk cId="2182126900" sldId="330"/>
        </pc:sldMkLst>
        <pc:spChg chg="mod">
          <ac:chgData name="Wilmer Ortega Erazo" userId="19082e28a51afb61" providerId="LiveId" clId="{94990643-8E4E-4CF9-87DE-7C4FB3DD37DE}" dt="2023-09-19T04:52:45.636" v="5279" actId="5793"/>
          <ac:spMkLst>
            <pc:docMk/>
            <pc:sldMk cId="2182126900" sldId="330"/>
            <ac:spMk id="4" creationId="{A29C0834-3DBC-9FB3-0E0A-F77D599198EB}"/>
          </ac:spMkLst>
        </pc:spChg>
        <pc:picChg chg="del">
          <ac:chgData name="Wilmer Ortega Erazo" userId="19082e28a51afb61" providerId="LiveId" clId="{94990643-8E4E-4CF9-87DE-7C4FB3DD37DE}" dt="2023-09-19T04:52:00.912" v="5180" actId="478"/>
          <ac:picMkLst>
            <pc:docMk/>
            <pc:sldMk cId="2182126900" sldId="330"/>
            <ac:picMk id="8" creationId="{7CA2898E-3EA9-E3F1-6628-DC44D166E28F}"/>
          </ac:picMkLst>
        </pc:picChg>
        <pc:picChg chg="add mod">
          <ac:chgData name="Wilmer Ortega Erazo" userId="19082e28a51afb61" providerId="LiveId" clId="{94990643-8E4E-4CF9-87DE-7C4FB3DD37DE}" dt="2023-09-19T04:54:51.385" v="5283" actId="1076"/>
          <ac:picMkLst>
            <pc:docMk/>
            <pc:sldMk cId="2182126900" sldId="330"/>
            <ac:picMk id="9" creationId="{5EF678D8-5182-1E37-D451-C3DA995C298C}"/>
          </ac:picMkLst>
        </pc:picChg>
        <pc:cxnChg chg="del">
          <ac:chgData name="Wilmer Ortega Erazo" userId="19082e28a51afb61" providerId="LiveId" clId="{94990643-8E4E-4CF9-87DE-7C4FB3DD37DE}" dt="2023-09-19T04:47:01.651" v="4846" actId="478"/>
          <ac:cxnSpMkLst>
            <pc:docMk/>
            <pc:sldMk cId="2182126900" sldId="330"/>
            <ac:cxnSpMk id="5" creationId="{0CFB5B08-5F59-0927-D8A5-E5C619B9A19D}"/>
          </ac:cxnSpMkLst>
        </pc:cxnChg>
        <pc:cxnChg chg="add mod">
          <ac:chgData name="Wilmer Ortega Erazo" userId="19082e28a51afb61" providerId="LiveId" clId="{94990643-8E4E-4CF9-87DE-7C4FB3DD37DE}" dt="2023-09-19T04:48:21.232" v="4909" actId="13822"/>
          <ac:cxnSpMkLst>
            <pc:docMk/>
            <pc:sldMk cId="2182126900" sldId="330"/>
            <ac:cxnSpMk id="6" creationId="{728725CE-C062-73AA-A4F9-2DC0123FEA7C}"/>
          </ac:cxnSpMkLst>
        </pc:cxnChg>
      </pc:sldChg>
      <pc:sldChg chg="delSp modSp add mod">
        <pc:chgData name="Wilmer Ortega Erazo" userId="19082e28a51afb61" providerId="LiveId" clId="{94990643-8E4E-4CF9-87DE-7C4FB3DD37DE}" dt="2023-09-19T05:15:54.024" v="5832" actId="20577"/>
        <pc:sldMkLst>
          <pc:docMk/>
          <pc:sldMk cId="1530406308" sldId="331"/>
        </pc:sldMkLst>
        <pc:spChg chg="mod">
          <ac:chgData name="Wilmer Ortega Erazo" userId="19082e28a51afb61" providerId="LiveId" clId="{94990643-8E4E-4CF9-87DE-7C4FB3DD37DE}" dt="2023-09-19T05:15:54.024" v="5832" actId="20577"/>
          <ac:spMkLst>
            <pc:docMk/>
            <pc:sldMk cId="1530406308" sldId="331"/>
            <ac:spMk id="4" creationId="{A29C0834-3DBC-9FB3-0E0A-F77D599198EB}"/>
          </ac:spMkLst>
        </pc:spChg>
        <pc:picChg chg="del">
          <ac:chgData name="Wilmer Ortega Erazo" userId="19082e28a51afb61" providerId="LiveId" clId="{94990643-8E4E-4CF9-87DE-7C4FB3DD37DE}" dt="2023-09-19T04:58:24.927" v="5285" actId="478"/>
          <ac:picMkLst>
            <pc:docMk/>
            <pc:sldMk cId="1530406308" sldId="331"/>
            <ac:picMk id="9" creationId="{5EF678D8-5182-1E37-D451-C3DA995C298C}"/>
          </ac:picMkLst>
        </pc:picChg>
        <pc:cxnChg chg="del">
          <ac:chgData name="Wilmer Ortega Erazo" userId="19082e28a51afb61" providerId="LiveId" clId="{94990643-8E4E-4CF9-87DE-7C4FB3DD37DE}" dt="2023-09-19T05:00:31.262" v="5304" actId="478"/>
          <ac:cxnSpMkLst>
            <pc:docMk/>
            <pc:sldMk cId="1530406308" sldId="331"/>
            <ac:cxnSpMk id="6" creationId="{728725CE-C062-73AA-A4F9-2DC0123FEA7C}"/>
          </ac:cxnSpMkLst>
        </pc:cxnChg>
      </pc:sldChg>
      <pc:sldChg chg="delSp modSp add mod">
        <pc:chgData name="Wilmer Ortega Erazo" userId="19082e28a51afb61" providerId="LiveId" clId="{94990643-8E4E-4CF9-87DE-7C4FB3DD37DE}" dt="2023-09-19T05:07:02.120" v="5625" actId="255"/>
        <pc:sldMkLst>
          <pc:docMk/>
          <pc:sldMk cId="2658430548" sldId="332"/>
        </pc:sldMkLst>
        <pc:spChg chg="mod">
          <ac:chgData name="Wilmer Ortega Erazo" userId="19082e28a51afb61" providerId="LiveId" clId="{94990643-8E4E-4CF9-87DE-7C4FB3DD37DE}" dt="2023-09-19T05:07:02.120" v="5625" actId="255"/>
          <ac:spMkLst>
            <pc:docMk/>
            <pc:sldMk cId="2658430548" sldId="332"/>
            <ac:spMk id="4" creationId="{A29C0834-3DBC-9FB3-0E0A-F77D599198EB}"/>
          </ac:spMkLst>
        </pc:spChg>
        <pc:picChg chg="del">
          <ac:chgData name="Wilmer Ortega Erazo" userId="19082e28a51afb61" providerId="LiveId" clId="{94990643-8E4E-4CF9-87DE-7C4FB3DD37DE}" dt="2023-09-19T05:04:26.928" v="5420" actId="478"/>
          <ac:picMkLst>
            <pc:docMk/>
            <pc:sldMk cId="2658430548" sldId="332"/>
            <ac:picMk id="9" creationId="{5EF678D8-5182-1E37-D451-C3DA995C298C}"/>
          </ac:picMkLst>
        </pc:picChg>
        <pc:cxnChg chg="del">
          <ac:chgData name="Wilmer Ortega Erazo" userId="19082e28a51afb61" providerId="LiveId" clId="{94990643-8E4E-4CF9-87DE-7C4FB3DD37DE}" dt="2023-09-19T05:02:51.110" v="5378" actId="478"/>
          <ac:cxnSpMkLst>
            <pc:docMk/>
            <pc:sldMk cId="2658430548" sldId="332"/>
            <ac:cxnSpMk id="6" creationId="{728725CE-C062-73AA-A4F9-2DC0123FEA7C}"/>
          </ac:cxnSpMkLst>
        </pc:cxnChg>
      </pc:sldChg>
      <pc:sldChg chg="addSp delSp modSp add mod ord">
        <pc:chgData name="Wilmer Ortega Erazo" userId="19082e28a51afb61" providerId="LiveId" clId="{94990643-8E4E-4CF9-87DE-7C4FB3DD37DE}" dt="2023-09-19T05:12:56.921" v="5831" actId="1076"/>
        <pc:sldMkLst>
          <pc:docMk/>
          <pc:sldMk cId="634442229" sldId="333"/>
        </pc:sldMkLst>
        <pc:spChg chg="mod">
          <ac:chgData name="Wilmer Ortega Erazo" userId="19082e28a51afb61" providerId="LiveId" clId="{94990643-8E4E-4CF9-87DE-7C4FB3DD37DE}" dt="2023-09-19T05:11:13.682" v="5825" actId="20577"/>
          <ac:spMkLst>
            <pc:docMk/>
            <pc:sldMk cId="634442229" sldId="333"/>
            <ac:spMk id="4" creationId="{A29C0834-3DBC-9FB3-0E0A-F77D599198EB}"/>
          </ac:spMkLst>
        </pc:spChg>
        <pc:picChg chg="add mod">
          <ac:chgData name="Wilmer Ortega Erazo" userId="19082e28a51afb61" providerId="LiveId" clId="{94990643-8E4E-4CF9-87DE-7C4FB3DD37DE}" dt="2023-09-19T05:12:56.921" v="5831" actId="1076"/>
          <ac:picMkLst>
            <pc:docMk/>
            <pc:sldMk cId="634442229" sldId="333"/>
            <ac:picMk id="5" creationId="{43257F2B-500A-1407-C71C-01B50405940B}"/>
          </ac:picMkLst>
        </pc:picChg>
        <pc:picChg chg="del">
          <ac:chgData name="Wilmer Ortega Erazo" userId="19082e28a51afb61" providerId="LiveId" clId="{94990643-8E4E-4CF9-87DE-7C4FB3DD37DE}" dt="2023-09-19T05:07:16.146" v="5629" actId="478"/>
          <ac:picMkLst>
            <pc:docMk/>
            <pc:sldMk cId="634442229" sldId="333"/>
            <ac:picMk id="9" creationId="{5EF678D8-5182-1E37-D451-C3DA995C298C}"/>
          </ac:picMkLst>
        </pc:picChg>
        <pc:cxnChg chg="del">
          <ac:chgData name="Wilmer Ortega Erazo" userId="19082e28a51afb61" providerId="LiveId" clId="{94990643-8E4E-4CF9-87DE-7C4FB3DD37DE}" dt="2023-09-19T05:09:05.249" v="5652" actId="478"/>
          <ac:cxnSpMkLst>
            <pc:docMk/>
            <pc:sldMk cId="634442229" sldId="333"/>
            <ac:cxnSpMk id="6" creationId="{728725CE-C062-73AA-A4F9-2DC0123FEA7C}"/>
          </ac:cxnSpMkLst>
        </pc:cxnChg>
      </pc:sldChg>
      <pc:sldChg chg="addSp delSp modSp add mod">
        <pc:chgData name="Wilmer Ortega Erazo" userId="19082e28a51afb61" providerId="LiveId" clId="{94990643-8E4E-4CF9-87DE-7C4FB3DD37DE}" dt="2023-09-19T05:25:16.430" v="5958" actId="20577"/>
        <pc:sldMkLst>
          <pc:docMk/>
          <pc:sldMk cId="1656004892" sldId="334"/>
        </pc:sldMkLst>
        <pc:spChg chg="add mod">
          <ac:chgData name="Wilmer Ortega Erazo" userId="19082e28a51afb61" providerId="LiveId" clId="{94990643-8E4E-4CF9-87DE-7C4FB3DD37DE}" dt="2023-09-19T05:24:34.332" v="5929" actId="27636"/>
          <ac:spMkLst>
            <pc:docMk/>
            <pc:sldMk cId="1656004892" sldId="334"/>
            <ac:spMk id="3" creationId="{37B4DB73-5D1B-85E7-7BEF-74327D13EB7F}"/>
          </ac:spMkLst>
        </pc:spChg>
        <pc:spChg chg="del mod">
          <ac:chgData name="Wilmer Ortega Erazo" userId="19082e28a51afb61" providerId="LiveId" clId="{94990643-8E4E-4CF9-87DE-7C4FB3DD37DE}" dt="2023-09-19T05:16:11.376" v="5835" actId="478"/>
          <ac:spMkLst>
            <pc:docMk/>
            <pc:sldMk cId="1656004892" sldId="334"/>
            <ac:spMk id="4" creationId="{A29C0834-3DBC-9FB3-0E0A-F77D599198EB}"/>
          </ac:spMkLst>
        </pc:spChg>
        <pc:spChg chg="mod">
          <ac:chgData name="Wilmer Ortega Erazo" userId="19082e28a51afb61" providerId="LiveId" clId="{94990643-8E4E-4CF9-87DE-7C4FB3DD37DE}" dt="2023-09-19T05:24:18.602" v="5924" actId="1076"/>
          <ac:spMkLst>
            <pc:docMk/>
            <pc:sldMk cId="1656004892" sldId="334"/>
            <ac:spMk id="6" creationId="{67557586-9E97-CEE3-34F3-BE9BC2FA0605}"/>
          </ac:spMkLst>
        </pc:spChg>
        <pc:spChg chg="mod">
          <ac:chgData name="Wilmer Ortega Erazo" userId="19082e28a51afb61" providerId="LiveId" clId="{94990643-8E4E-4CF9-87DE-7C4FB3DD37DE}" dt="2023-09-19T05:25:16.430" v="5958" actId="20577"/>
          <ac:spMkLst>
            <pc:docMk/>
            <pc:sldMk cId="1656004892" sldId="334"/>
            <ac:spMk id="7" creationId="{80EFB5E9-E451-9268-A910-2B1F80ABDB8B}"/>
          </ac:spMkLst>
        </pc:spChg>
        <pc:grpChg chg="add mod">
          <ac:chgData name="Wilmer Ortega Erazo" userId="19082e28a51afb61" providerId="LiveId" clId="{94990643-8E4E-4CF9-87DE-7C4FB3DD37DE}" dt="2023-09-19T05:24:18.602" v="5924" actId="1076"/>
          <ac:grpSpMkLst>
            <pc:docMk/>
            <pc:sldMk cId="1656004892" sldId="334"/>
            <ac:grpSpMk id="5" creationId="{C312F2B0-B996-873E-B28A-69432277C514}"/>
          </ac:grpSpMkLst>
        </pc:grpChg>
      </pc:sldChg>
      <pc:sldChg chg="modSp add mod ord">
        <pc:chgData name="Wilmer Ortega Erazo" userId="19082e28a51afb61" providerId="LiveId" clId="{94990643-8E4E-4CF9-87DE-7C4FB3DD37DE}" dt="2023-09-19T05:18:53.809" v="5864" actId="790"/>
        <pc:sldMkLst>
          <pc:docMk/>
          <pc:sldMk cId="2332564257" sldId="335"/>
        </pc:sldMkLst>
        <pc:spChg chg="mod">
          <ac:chgData name="Wilmer Ortega Erazo" userId="19082e28a51afb61" providerId="LiveId" clId="{94990643-8E4E-4CF9-87DE-7C4FB3DD37DE}" dt="2023-09-19T05:18:53.809" v="5864" actId="790"/>
          <ac:spMkLst>
            <pc:docMk/>
            <pc:sldMk cId="2332564257" sldId="335"/>
            <ac:spMk id="4" creationId="{A29C0834-3DBC-9FB3-0E0A-F77D599198EB}"/>
          </ac:spMkLst>
        </pc:spChg>
      </pc:sldChg>
      <pc:sldChg chg="modSp add mod">
        <pc:chgData name="Wilmer Ortega Erazo" userId="19082e28a51afb61" providerId="LiveId" clId="{94990643-8E4E-4CF9-87DE-7C4FB3DD37DE}" dt="2023-09-19T05:21:49.280" v="5906" actId="20577"/>
        <pc:sldMkLst>
          <pc:docMk/>
          <pc:sldMk cId="1030916952" sldId="336"/>
        </pc:sldMkLst>
        <pc:spChg chg="mod">
          <ac:chgData name="Wilmer Ortega Erazo" userId="19082e28a51afb61" providerId="LiveId" clId="{94990643-8E4E-4CF9-87DE-7C4FB3DD37DE}" dt="2023-09-19T05:21:49.280" v="5906" actId="20577"/>
          <ac:spMkLst>
            <pc:docMk/>
            <pc:sldMk cId="1030916952" sldId="336"/>
            <ac:spMk id="4" creationId="{A29C0834-3DBC-9FB3-0E0A-F77D599198EB}"/>
          </ac:spMkLst>
        </pc:spChg>
      </pc:sldChg>
      <pc:sldChg chg="modSp add mod">
        <pc:chgData name="Wilmer Ortega Erazo" userId="19082e28a51afb61" providerId="LiveId" clId="{94990643-8E4E-4CF9-87DE-7C4FB3DD37DE}" dt="2023-09-19T05:23:33.583" v="5916" actId="11"/>
        <pc:sldMkLst>
          <pc:docMk/>
          <pc:sldMk cId="1746969026" sldId="337"/>
        </pc:sldMkLst>
        <pc:spChg chg="mod">
          <ac:chgData name="Wilmer Ortega Erazo" userId="19082e28a51afb61" providerId="LiveId" clId="{94990643-8E4E-4CF9-87DE-7C4FB3DD37DE}" dt="2023-09-19T05:23:33.583" v="5916" actId="11"/>
          <ac:spMkLst>
            <pc:docMk/>
            <pc:sldMk cId="1746969026" sldId="337"/>
            <ac:spMk id="4" creationId="{A29C0834-3DBC-9FB3-0E0A-F77D599198EB}"/>
          </ac:spMkLst>
        </pc:spChg>
      </pc:sldChg>
      <pc:sldChg chg="modSp add mod">
        <pc:chgData name="Wilmer Ortega Erazo" userId="19082e28a51afb61" providerId="LiveId" clId="{94990643-8E4E-4CF9-87DE-7C4FB3DD37DE}" dt="2023-09-19T05:23:56.947" v="5920" actId="11"/>
        <pc:sldMkLst>
          <pc:docMk/>
          <pc:sldMk cId="347407109" sldId="338"/>
        </pc:sldMkLst>
        <pc:spChg chg="mod">
          <ac:chgData name="Wilmer Ortega Erazo" userId="19082e28a51afb61" providerId="LiveId" clId="{94990643-8E4E-4CF9-87DE-7C4FB3DD37DE}" dt="2023-09-19T05:23:56.947" v="5920" actId="11"/>
          <ac:spMkLst>
            <pc:docMk/>
            <pc:sldMk cId="347407109" sldId="338"/>
            <ac:spMk id="4" creationId="{A29C0834-3DBC-9FB3-0E0A-F77D599198EB}"/>
          </ac:spMkLst>
        </pc:spChg>
      </pc:sldChg>
    </pc:docChg>
  </pc:docChgLst>
  <pc:docChgLst>
    <pc:chgData name="Wilmer Ortega Erazo" userId="19082e28a51afb61" providerId="LiveId" clId="{3AF631D2-C106-40CF-B00F-2AE2F875672D}"/>
    <pc:docChg chg="undo redo custSel addSld delSld modSld sldOrd">
      <pc:chgData name="Wilmer Ortega Erazo" userId="19082e28a51afb61" providerId="LiveId" clId="{3AF631D2-C106-40CF-B00F-2AE2F875672D}" dt="2023-11-12T22:03:53.433" v="438" actId="255"/>
      <pc:docMkLst>
        <pc:docMk/>
      </pc:docMkLst>
      <pc:sldChg chg="modSp mod">
        <pc:chgData name="Wilmer Ortega Erazo" userId="19082e28a51afb61" providerId="LiveId" clId="{3AF631D2-C106-40CF-B00F-2AE2F875672D}" dt="2023-11-12T21:16:03.178" v="23" actId="20577"/>
        <pc:sldMkLst>
          <pc:docMk/>
          <pc:sldMk cId="1286385962" sldId="257"/>
        </pc:sldMkLst>
        <pc:spChg chg="mod">
          <ac:chgData name="Wilmer Ortega Erazo" userId="19082e28a51afb61" providerId="LiveId" clId="{3AF631D2-C106-40CF-B00F-2AE2F875672D}" dt="2023-11-12T21:16:03.178" v="23" actId="20577"/>
          <ac:spMkLst>
            <pc:docMk/>
            <pc:sldMk cId="1286385962" sldId="257"/>
            <ac:spMk id="4" creationId="{A29C0834-3DBC-9FB3-0E0A-F77D599198EB}"/>
          </ac:spMkLst>
        </pc:spChg>
      </pc:sldChg>
      <pc:sldChg chg="modSp mod">
        <pc:chgData name="Wilmer Ortega Erazo" userId="19082e28a51afb61" providerId="LiveId" clId="{3AF631D2-C106-40CF-B00F-2AE2F875672D}" dt="2023-11-12T21:18:25.565" v="34" actId="255"/>
        <pc:sldMkLst>
          <pc:docMk/>
          <pc:sldMk cId="3431946679" sldId="265"/>
        </pc:sldMkLst>
        <pc:spChg chg="mod">
          <ac:chgData name="Wilmer Ortega Erazo" userId="19082e28a51afb61" providerId="LiveId" clId="{3AF631D2-C106-40CF-B00F-2AE2F875672D}" dt="2023-11-12T21:17:50.855" v="29" actId="20577"/>
          <ac:spMkLst>
            <pc:docMk/>
            <pc:sldMk cId="3431946679" sldId="265"/>
            <ac:spMk id="2" creationId="{91A14A99-37E7-FD86-1156-A753F20D5A3A}"/>
          </ac:spMkLst>
        </pc:spChg>
        <pc:spChg chg="mod">
          <ac:chgData name="Wilmer Ortega Erazo" userId="19082e28a51afb61" providerId="LiveId" clId="{3AF631D2-C106-40CF-B00F-2AE2F875672D}" dt="2023-11-12T21:18:25.565" v="34" actId="255"/>
          <ac:spMkLst>
            <pc:docMk/>
            <pc:sldMk cId="3431946679" sldId="265"/>
            <ac:spMk id="4" creationId="{A29C0834-3DBC-9FB3-0E0A-F77D599198EB}"/>
          </ac:spMkLst>
        </pc:spChg>
      </pc:sldChg>
      <pc:sldChg chg="addSp modSp add mod">
        <pc:chgData name="Wilmer Ortega Erazo" userId="19082e28a51afb61" providerId="LiveId" clId="{3AF631D2-C106-40CF-B00F-2AE2F875672D}" dt="2023-11-12T21:20:03.072" v="44" actId="1076"/>
        <pc:sldMkLst>
          <pc:docMk/>
          <pc:sldMk cId="3413775637" sldId="266"/>
        </pc:sldMkLst>
        <pc:spChg chg="mod">
          <ac:chgData name="Wilmer Ortega Erazo" userId="19082e28a51afb61" providerId="LiveId" clId="{3AF631D2-C106-40CF-B00F-2AE2F875672D}" dt="2023-11-12T21:19:55.002" v="42" actId="255"/>
          <ac:spMkLst>
            <pc:docMk/>
            <pc:sldMk cId="3413775637" sldId="266"/>
            <ac:spMk id="4" creationId="{A29C0834-3DBC-9FB3-0E0A-F77D599198EB}"/>
          </ac:spMkLst>
        </pc:spChg>
        <pc:picChg chg="add mod">
          <ac:chgData name="Wilmer Ortega Erazo" userId="19082e28a51afb61" providerId="LiveId" clId="{3AF631D2-C106-40CF-B00F-2AE2F875672D}" dt="2023-11-12T21:20:00.496" v="43" actId="1076"/>
          <ac:picMkLst>
            <pc:docMk/>
            <pc:sldMk cId="3413775637" sldId="266"/>
            <ac:picMk id="3" creationId="{A1D218DD-8A32-C759-6D91-F1F057ADA771}"/>
          </ac:picMkLst>
        </pc:picChg>
        <pc:picChg chg="add mod">
          <ac:chgData name="Wilmer Ortega Erazo" userId="19082e28a51afb61" providerId="LiveId" clId="{3AF631D2-C106-40CF-B00F-2AE2F875672D}" dt="2023-11-12T21:20:03.072" v="44" actId="1076"/>
          <ac:picMkLst>
            <pc:docMk/>
            <pc:sldMk cId="3413775637" sldId="266"/>
            <ac:picMk id="5" creationId="{0099EF8D-FDD2-1B2C-435D-942B82D52B8D}"/>
          </ac:picMkLst>
        </pc:picChg>
      </pc:sldChg>
      <pc:sldChg chg="del">
        <pc:chgData name="Wilmer Ortega Erazo" userId="19082e28a51afb61" providerId="LiveId" clId="{3AF631D2-C106-40CF-B00F-2AE2F875672D}" dt="2023-11-12T21:15:10.506" v="0" actId="2696"/>
        <pc:sldMkLst>
          <pc:docMk/>
          <pc:sldMk cId="4174490874" sldId="266"/>
        </pc:sldMkLst>
      </pc:sldChg>
      <pc:sldChg chg="addSp delSp modSp add mod">
        <pc:chgData name="Wilmer Ortega Erazo" userId="19082e28a51afb61" providerId="LiveId" clId="{3AF631D2-C106-40CF-B00F-2AE2F875672D}" dt="2023-11-12T21:40:25.553" v="55" actId="1076"/>
        <pc:sldMkLst>
          <pc:docMk/>
          <pc:sldMk cId="147154938" sldId="267"/>
        </pc:sldMkLst>
        <pc:spChg chg="mod">
          <ac:chgData name="Wilmer Ortega Erazo" userId="19082e28a51afb61" providerId="LiveId" clId="{3AF631D2-C106-40CF-B00F-2AE2F875672D}" dt="2023-11-12T21:40:11.840" v="52" actId="33524"/>
          <ac:spMkLst>
            <pc:docMk/>
            <pc:sldMk cId="147154938" sldId="267"/>
            <ac:spMk id="4" creationId="{A29C0834-3DBC-9FB3-0E0A-F77D599198EB}"/>
          </ac:spMkLst>
        </pc:spChg>
        <pc:picChg chg="del">
          <ac:chgData name="Wilmer Ortega Erazo" userId="19082e28a51afb61" providerId="LiveId" clId="{3AF631D2-C106-40CF-B00F-2AE2F875672D}" dt="2023-11-12T21:20:17.437" v="46" actId="478"/>
          <ac:picMkLst>
            <pc:docMk/>
            <pc:sldMk cId="147154938" sldId="267"/>
            <ac:picMk id="3" creationId="{A1D218DD-8A32-C759-6D91-F1F057ADA771}"/>
          </ac:picMkLst>
        </pc:picChg>
        <pc:picChg chg="del">
          <ac:chgData name="Wilmer Ortega Erazo" userId="19082e28a51afb61" providerId="LiveId" clId="{3AF631D2-C106-40CF-B00F-2AE2F875672D}" dt="2023-11-12T21:20:17.437" v="46" actId="478"/>
          <ac:picMkLst>
            <pc:docMk/>
            <pc:sldMk cId="147154938" sldId="267"/>
            <ac:picMk id="5" creationId="{0099EF8D-FDD2-1B2C-435D-942B82D52B8D}"/>
          </ac:picMkLst>
        </pc:picChg>
        <pc:picChg chg="add mod">
          <ac:chgData name="Wilmer Ortega Erazo" userId="19082e28a51afb61" providerId="LiveId" clId="{3AF631D2-C106-40CF-B00F-2AE2F875672D}" dt="2023-11-12T21:40:20.785" v="54" actId="1076"/>
          <ac:picMkLst>
            <pc:docMk/>
            <pc:sldMk cId="147154938" sldId="267"/>
            <ac:picMk id="6" creationId="{56119E8C-C502-0B67-11A5-A50F0DD183E3}"/>
          </ac:picMkLst>
        </pc:picChg>
        <pc:picChg chg="add mod">
          <ac:chgData name="Wilmer Ortega Erazo" userId="19082e28a51afb61" providerId="LiveId" clId="{3AF631D2-C106-40CF-B00F-2AE2F875672D}" dt="2023-11-12T21:40:25.553" v="55" actId="1076"/>
          <ac:picMkLst>
            <pc:docMk/>
            <pc:sldMk cId="147154938" sldId="267"/>
            <ac:picMk id="7" creationId="{CE786312-EFF6-1CC5-F97E-F097371AA9DB}"/>
          </ac:picMkLst>
        </pc:picChg>
      </pc:sldChg>
      <pc:sldChg chg="del">
        <pc:chgData name="Wilmer Ortega Erazo" userId="19082e28a51afb61" providerId="LiveId" clId="{3AF631D2-C106-40CF-B00F-2AE2F875672D}" dt="2023-11-12T21:15:10.506" v="0" actId="2696"/>
        <pc:sldMkLst>
          <pc:docMk/>
          <pc:sldMk cId="1740811249" sldId="267"/>
        </pc:sldMkLst>
      </pc:sldChg>
      <pc:sldChg chg="delSp modSp add mod">
        <pc:chgData name="Wilmer Ortega Erazo" userId="19082e28a51afb61" providerId="LiveId" clId="{3AF631D2-C106-40CF-B00F-2AE2F875672D}" dt="2023-11-12T21:41:28.033" v="74" actId="33524"/>
        <pc:sldMkLst>
          <pc:docMk/>
          <pc:sldMk cId="1348188907" sldId="268"/>
        </pc:sldMkLst>
        <pc:spChg chg="mod">
          <ac:chgData name="Wilmer Ortega Erazo" userId="19082e28a51afb61" providerId="LiveId" clId="{3AF631D2-C106-40CF-B00F-2AE2F875672D}" dt="2023-11-12T21:41:00.583" v="68" actId="20577"/>
          <ac:spMkLst>
            <pc:docMk/>
            <pc:sldMk cId="1348188907" sldId="268"/>
            <ac:spMk id="2" creationId="{91A14A99-37E7-FD86-1156-A753F20D5A3A}"/>
          </ac:spMkLst>
        </pc:spChg>
        <pc:spChg chg="mod">
          <ac:chgData name="Wilmer Ortega Erazo" userId="19082e28a51afb61" providerId="LiveId" clId="{3AF631D2-C106-40CF-B00F-2AE2F875672D}" dt="2023-11-12T21:41:28.033" v="74" actId="33524"/>
          <ac:spMkLst>
            <pc:docMk/>
            <pc:sldMk cId="1348188907" sldId="268"/>
            <ac:spMk id="4" creationId="{A29C0834-3DBC-9FB3-0E0A-F77D599198EB}"/>
          </ac:spMkLst>
        </pc:spChg>
        <pc:picChg chg="del">
          <ac:chgData name="Wilmer Ortega Erazo" userId="19082e28a51afb61" providerId="LiveId" clId="{3AF631D2-C106-40CF-B00F-2AE2F875672D}" dt="2023-11-12T21:41:08.456" v="70" actId="478"/>
          <ac:picMkLst>
            <pc:docMk/>
            <pc:sldMk cId="1348188907" sldId="268"/>
            <ac:picMk id="6" creationId="{56119E8C-C502-0B67-11A5-A50F0DD183E3}"/>
          </ac:picMkLst>
        </pc:picChg>
        <pc:picChg chg="del mod">
          <ac:chgData name="Wilmer Ortega Erazo" userId="19082e28a51afb61" providerId="LiveId" clId="{3AF631D2-C106-40CF-B00F-2AE2F875672D}" dt="2023-11-12T21:41:08.456" v="70" actId="478"/>
          <ac:picMkLst>
            <pc:docMk/>
            <pc:sldMk cId="1348188907" sldId="268"/>
            <ac:picMk id="7" creationId="{CE786312-EFF6-1CC5-F97E-F097371AA9DB}"/>
          </ac:picMkLst>
        </pc:picChg>
      </pc:sldChg>
      <pc:sldChg chg="del">
        <pc:chgData name="Wilmer Ortega Erazo" userId="19082e28a51afb61" providerId="LiveId" clId="{3AF631D2-C106-40CF-B00F-2AE2F875672D}" dt="2023-11-12T21:15:10.506" v="0" actId="2696"/>
        <pc:sldMkLst>
          <pc:docMk/>
          <pc:sldMk cId="1829306844" sldId="268"/>
        </pc:sldMkLst>
      </pc:sldChg>
      <pc:sldChg chg="del">
        <pc:chgData name="Wilmer Ortega Erazo" userId="19082e28a51afb61" providerId="LiveId" clId="{3AF631D2-C106-40CF-B00F-2AE2F875672D}" dt="2023-11-12T21:15:10.506" v="0" actId="2696"/>
        <pc:sldMkLst>
          <pc:docMk/>
          <pc:sldMk cId="1741062176" sldId="269"/>
        </pc:sldMkLst>
      </pc:sldChg>
      <pc:sldChg chg="modSp add mod">
        <pc:chgData name="Wilmer Ortega Erazo" userId="19082e28a51afb61" providerId="LiveId" clId="{3AF631D2-C106-40CF-B00F-2AE2F875672D}" dt="2023-11-12T21:42:04.183" v="82" actId="33524"/>
        <pc:sldMkLst>
          <pc:docMk/>
          <pc:sldMk cId="2522645288" sldId="269"/>
        </pc:sldMkLst>
        <pc:spChg chg="mod">
          <ac:chgData name="Wilmer Ortega Erazo" userId="19082e28a51afb61" providerId="LiveId" clId="{3AF631D2-C106-40CF-B00F-2AE2F875672D}" dt="2023-11-12T21:42:04.183" v="82" actId="33524"/>
          <ac:spMkLst>
            <pc:docMk/>
            <pc:sldMk cId="2522645288" sldId="269"/>
            <ac:spMk id="4" creationId="{A29C0834-3DBC-9FB3-0E0A-F77D599198EB}"/>
          </ac:spMkLst>
        </pc:spChg>
      </pc:sldChg>
      <pc:sldChg chg="del">
        <pc:chgData name="Wilmer Ortega Erazo" userId="19082e28a51afb61" providerId="LiveId" clId="{3AF631D2-C106-40CF-B00F-2AE2F875672D}" dt="2023-11-12T21:15:10.506" v="0" actId="2696"/>
        <pc:sldMkLst>
          <pc:docMk/>
          <pc:sldMk cId="241043996" sldId="270"/>
        </pc:sldMkLst>
      </pc:sldChg>
      <pc:sldChg chg="addSp modSp add mod">
        <pc:chgData name="Wilmer Ortega Erazo" userId="19082e28a51afb61" providerId="LiveId" clId="{3AF631D2-C106-40CF-B00F-2AE2F875672D}" dt="2023-11-12T21:42:38.329" v="90" actId="1076"/>
        <pc:sldMkLst>
          <pc:docMk/>
          <pc:sldMk cId="3473754440" sldId="270"/>
        </pc:sldMkLst>
        <pc:spChg chg="mod">
          <ac:chgData name="Wilmer Ortega Erazo" userId="19082e28a51afb61" providerId="LiveId" clId="{3AF631D2-C106-40CF-B00F-2AE2F875672D}" dt="2023-11-12T21:42:31.113" v="88" actId="33524"/>
          <ac:spMkLst>
            <pc:docMk/>
            <pc:sldMk cId="3473754440" sldId="270"/>
            <ac:spMk id="4" creationId="{A29C0834-3DBC-9FB3-0E0A-F77D599198EB}"/>
          </ac:spMkLst>
        </pc:spChg>
        <pc:picChg chg="add mod">
          <ac:chgData name="Wilmer Ortega Erazo" userId="19082e28a51afb61" providerId="LiveId" clId="{3AF631D2-C106-40CF-B00F-2AE2F875672D}" dt="2023-11-12T21:42:38.329" v="90" actId="1076"/>
          <ac:picMkLst>
            <pc:docMk/>
            <pc:sldMk cId="3473754440" sldId="270"/>
            <ac:picMk id="3" creationId="{3D87AF3D-1416-C3D1-8967-E4F59D04E34C}"/>
          </ac:picMkLst>
        </pc:picChg>
      </pc:sldChg>
      <pc:sldChg chg="addSp delSp modSp add mod">
        <pc:chgData name="Wilmer Ortega Erazo" userId="19082e28a51afb61" providerId="LiveId" clId="{3AF631D2-C106-40CF-B00F-2AE2F875672D}" dt="2023-11-12T21:43:21.337" v="103" actId="1076"/>
        <pc:sldMkLst>
          <pc:docMk/>
          <pc:sldMk cId="380443000" sldId="271"/>
        </pc:sldMkLst>
        <pc:spChg chg="mod">
          <ac:chgData name="Wilmer Ortega Erazo" userId="19082e28a51afb61" providerId="LiveId" clId="{3AF631D2-C106-40CF-B00F-2AE2F875672D}" dt="2023-11-12T21:43:15.136" v="101" actId="33524"/>
          <ac:spMkLst>
            <pc:docMk/>
            <pc:sldMk cId="380443000" sldId="271"/>
            <ac:spMk id="4" creationId="{A29C0834-3DBC-9FB3-0E0A-F77D599198EB}"/>
          </ac:spMkLst>
        </pc:spChg>
        <pc:picChg chg="del">
          <ac:chgData name="Wilmer Ortega Erazo" userId="19082e28a51afb61" providerId="LiveId" clId="{3AF631D2-C106-40CF-B00F-2AE2F875672D}" dt="2023-11-12T21:42:53.111" v="92" actId="478"/>
          <ac:picMkLst>
            <pc:docMk/>
            <pc:sldMk cId="380443000" sldId="271"/>
            <ac:picMk id="3" creationId="{3D87AF3D-1416-C3D1-8967-E4F59D04E34C}"/>
          </ac:picMkLst>
        </pc:picChg>
        <pc:picChg chg="add mod">
          <ac:chgData name="Wilmer Ortega Erazo" userId="19082e28a51afb61" providerId="LiveId" clId="{3AF631D2-C106-40CF-B00F-2AE2F875672D}" dt="2023-11-12T21:43:21.337" v="103" actId="1076"/>
          <ac:picMkLst>
            <pc:docMk/>
            <pc:sldMk cId="380443000" sldId="271"/>
            <ac:picMk id="5" creationId="{DD2BDCD8-49C0-D3E7-89CF-A2888D9E8C4F}"/>
          </ac:picMkLst>
        </pc:picChg>
      </pc:sldChg>
      <pc:sldChg chg="del">
        <pc:chgData name="Wilmer Ortega Erazo" userId="19082e28a51afb61" providerId="LiveId" clId="{3AF631D2-C106-40CF-B00F-2AE2F875672D}" dt="2023-11-12T21:15:10.506" v="0" actId="2696"/>
        <pc:sldMkLst>
          <pc:docMk/>
          <pc:sldMk cId="3575138044" sldId="271"/>
        </pc:sldMkLst>
      </pc:sldChg>
      <pc:sldChg chg="delSp modSp add mod">
        <pc:chgData name="Wilmer Ortega Erazo" userId="19082e28a51afb61" providerId="LiveId" clId="{3AF631D2-C106-40CF-B00F-2AE2F875672D}" dt="2023-11-12T21:46:18.371" v="133" actId="313"/>
        <pc:sldMkLst>
          <pc:docMk/>
          <pc:sldMk cId="921820898" sldId="272"/>
        </pc:sldMkLst>
        <pc:spChg chg="mod">
          <ac:chgData name="Wilmer Ortega Erazo" userId="19082e28a51afb61" providerId="LiveId" clId="{3AF631D2-C106-40CF-B00F-2AE2F875672D}" dt="2023-11-12T21:45:24.137" v="125" actId="20577"/>
          <ac:spMkLst>
            <pc:docMk/>
            <pc:sldMk cId="921820898" sldId="272"/>
            <ac:spMk id="2" creationId="{91A14A99-37E7-FD86-1156-A753F20D5A3A}"/>
          </ac:spMkLst>
        </pc:spChg>
        <pc:spChg chg="mod">
          <ac:chgData name="Wilmer Ortega Erazo" userId="19082e28a51afb61" providerId="LiveId" clId="{3AF631D2-C106-40CF-B00F-2AE2F875672D}" dt="2023-11-12T21:46:18.371" v="133" actId="313"/>
          <ac:spMkLst>
            <pc:docMk/>
            <pc:sldMk cId="921820898" sldId="272"/>
            <ac:spMk id="4" creationId="{A29C0834-3DBC-9FB3-0E0A-F77D599198EB}"/>
          </ac:spMkLst>
        </pc:spChg>
        <pc:picChg chg="del">
          <ac:chgData name="Wilmer Ortega Erazo" userId="19082e28a51afb61" providerId="LiveId" clId="{3AF631D2-C106-40CF-B00F-2AE2F875672D}" dt="2023-11-12T21:43:36.007" v="105" actId="478"/>
          <ac:picMkLst>
            <pc:docMk/>
            <pc:sldMk cId="921820898" sldId="272"/>
            <ac:picMk id="5" creationId="{DD2BDCD8-49C0-D3E7-89CF-A2888D9E8C4F}"/>
          </ac:picMkLst>
        </pc:picChg>
      </pc:sldChg>
      <pc:sldChg chg="del">
        <pc:chgData name="Wilmer Ortega Erazo" userId="19082e28a51afb61" providerId="LiveId" clId="{3AF631D2-C106-40CF-B00F-2AE2F875672D}" dt="2023-11-12T21:15:10.506" v="0" actId="2696"/>
        <pc:sldMkLst>
          <pc:docMk/>
          <pc:sldMk cId="1613072232" sldId="272"/>
        </pc:sldMkLst>
      </pc:sldChg>
      <pc:sldChg chg="del">
        <pc:chgData name="Wilmer Ortega Erazo" userId="19082e28a51afb61" providerId="LiveId" clId="{3AF631D2-C106-40CF-B00F-2AE2F875672D}" dt="2023-11-12T21:15:10.506" v="0" actId="2696"/>
        <pc:sldMkLst>
          <pc:docMk/>
          <pc:sldMk cId="2091347457" sldId="273"/>
        </pc:sldMkLst>
      </pc:sldChg>
      <pc:sldChg chg="modSp add mod">
        <pc:chgData name="Wilmer Ortega Erazo" userId="19082e28a51afb61" providerId="LiveId" clId="{3AF631D2-C106-40CF-B00F-2AE2F875672D}" dt="2023-11-12T21:46:50.134" v="139" actId="255"/>
        <pc:sldMkLst>
          <pc:docMk/>
          <pc:sldMk cId="3290430429" sldId="273"/>
        </pc:sldMkLst>
        <pc:spChg chg="mod">
          <ac:chgData name="Wilmer Ortega Erazo" userId="19082e28a51afb61" providerId="LiveId" clId="{3AF631D2-C106-40CF-B00F-2AE2F875672D}" dt="2023-11-12T21:46:50.134" v="139" actId="255"/>
          <ac:spMkLst>
            <pc:docMk/>
            <pc:sldMk cId="3290430429" sldId="273"/>
            <ac:spMk id="4" creationId="{A29C0834-3DBC-9FB3-0E0A-F77D599198EB}"/>
          </ac:spMkLst>
        </pc:spChg>
      </pc:sldChg>
      <pc:sldChg chg="del">
        <pc:chgData name="Wilmer Ortega Erazo" userId="19082e28a51afb61" providerId="LiveId" clId="{3AF631D2-C106-40CF-B00F-2AE2F875672D}" dt="2023-11-12T21:15:10.506" v="0" actId="2696"/>
        <pc:sldMkLst>
          <pc:docMk/>
          <pc:sldMk cId="1212974123" sldId="274"/>
        </pc:sldMkLst>
      </pc:sldChg>
      <pc:sldChg chg="modSp add mod">
        <pc:chgData name="Wilmer Ortega Erazo" userId="19082e28a51afb61" providerId="LiveId" clId="{3AF631D2-C106-40CF-B00F-2AE2F875672D}" dt="2023-11-12T21:47:06.850" v="142" actId="6549"/>
        <pc:sldMkLst>
          <pc:docMk/>
          <pc:sldMk cId="3506450710" sldId="274"/>
        </pc:sldMkLst>
        <pc:spChg chg="mod">
          <ac:chgData name="Wilmer Ortega Erazo" userId="19082e28a51afb61" providerId="LiveId" clId="{3AF631D2-C106-40CF-B00F-2AE2F875672D}" dt="2023-11-12T21:47:06.850" v="142" actId="6549"/>
          <ac:spMkLst>
            <pc:docMk/>
            <pc:sldMk cId="3506450710" sldId="274"/>
            <ac:spMk id="4" creationId="{A29C0834-3DBC-9FB3-0E0A-F77D599198EB}"/>
          </ac:spMkLst>
        </pc:spChg>
      </pc:sldChg>
      <pc:sldChg chg="modSp add mod">
        <pc:chgData name="Wilmer Ortega Erazo" userId="19082e28a51afb61" providerId="LiveId" clId="{3AF631D2-C106-40CF-B00F-2AE2F875672D}" dt="2023-11-12T21:47:37.910" v="146" actId="255"/>
        <pc:sldMkLst>
          <pc:docMk/>
          <pc:sldMk cId="921752367" sldId="275"/>
        </pc:sldMkLst>
        <pc:spChg chg="mod">
          <ac:chgData name="Wilmer Ortega Erazo" userId="19082e28a51afb61" providerId="LiveId" clId="{3AF631D2-C106-40CF-B00F-2AE2F875672D}" dt="2023-11-12T21:47:37.910" v="146" actId="255"/>
          <ac:spMkLst>
            <pc:docMk/>
            <pc:sldMk cId="921752367" sldId="275"/>
            <ac:spMk id="4" creationId="{A29C0834-3DBC-9FB3-0E0A-F77D599198EB}"/>
          </ac:spMkLst>
        </pc:spChg>
      </pc:sldChg>
      <pc:sldChg chg="del">
        <pc:chgData name="Wilmer Ortega Erazo" userId="19082e28a51afb61" providerId="LiveId" clId="{3AF631D2-C106-40CF-B00F-2AE2F875672D}" dt="2023-11-12T21:15:10.506" v="0" actId="2696"/>
        <pc:sldMkLst>
          <pc:docMk/>
          <pc:sldMk cId="2319815427" sldId="275"/>
        </pc:sldMkLst>
      </pc:sldChg>
      <pc:sldChg chg="del">
        <pc:chgData name="Wilmer Ortega Erazo" userId="19082e28a51afb61" providerId="LiveId" clId="{3AF631D2-C106-40CF-B00F-2AE2F875672D}" dt="2023-11-12T21:15:10.506" v="0" actId="2696"/>
        <pc:sldMkLst>
          <pc:docMk/>
          <pc:sldMk cId="1244493863" sldId="276"/>
        </pc:sldMkLst>
      </pc:sldChg>
      <pc:sldChg chg="modSp add mod">
        <pc:chgData name="Wilmer Ortega Erazo" userId="19082e28a51afb61" providerId="LiveId" clId="{3AF631D2-C106-40CF-B00F-2AE2F875672D}" dt="2023-11-12T21:48:24.984" v="154" actId="33524"/>
        <pc:sldMkLst>
          <pc:docMk/>
          <pc:sldMk cId="1510688845" sldId="276"/>
        </pc:sldMkLst>
        <pc:spChg chg="mod">
          <ac:chgData name="Wilmer Ortega Erazo" userId="19082e28a51afb61" providerId="LiveId" clId="{3AF631D2-C106-40CF-B00F-2AE2F875672D}" dt="2023-11-12T21:48:24.984" v="154" actId="33524"/>
          <ac:spMkLst>
            <pc:docMk/>
            <pc:sldMk cId="1510688845" sldId="276"/>
            <ac:spMk id="4" creationId="{A29C0834-3DBC-9FB3-0E0A-F77D599198EB}"/>
          </ac:spMkLst>
        </pc:spChg>
      </pc:sldChg>
      <pc:sldChg chg="del">
        <pc:chgData name="Wilmer Ortega Erazo" userId="19082e28a51afb61" providerId="LiveId" clId="{3AF631D2-C106-40CF-B00F-2AE2F875672D}" dt="2023-11-12T21:15:10.506" v="0" actId="2696"/>
        <pc:sldMkLst>
          <pc:docMk/>
          <pc:sldMk cId="1188996019" sldId="277"/>
        </pc:sldMkLst>
      </pc:sldChg>
      <pc:sldChg chg="modSp add mod">
        <pc:chgData name="Wilmer Ortega Erazo" userId="19082e28a51afb61" providerId="LiveId" clId="{3AF631D2-C106-40CF-B00F-2AE2F875672D}" dt="2023-11-12T21:49:12.492" v="164" actId="255"/>
        <pc:sldMkLst>
          <pc:docMk/>
          <pc:sldMk cId="2813364897" sldId="277"/>
        </pc:sldMkLst>
        <pc:spChg chg="mod">
          <ac:chgData name="Wilmer Ortega Erazo" userId="19082e28a51afb61" providerId="LiveId" clId="{3AF631D2-C106-40CF-B00F-2AE2F875672D}" dt="2023-11-12T21:49:12.492" v="164" actId="255"/>
          <ac:spMkLst>
            <pc:docMk/>
            <pc:sldMk cId="2813364897" sldId="277"/>
            <ac:spMk id="2" creationId="{91A14A99-37E7-FD86-1156-A753F20D5A3A}"/>
          </ac:spMkLst>
        </pc:spChg>
        <pc:spChg chg="mod">
          <ac:chgData name="Wilmer Ortega Erazo" userId="19082e28a51afb61" providerId="LiveId" clId="{3AF631D2-C106-40CF-B00F-2AE2F875672D}" dt="2023-11-12T21:48:46.058" v="159" actId="20577"/>
          <ac:spMkLst>
            <pc:docMk/>
            <pc:sldMk cId="2813364897" sldId="277"/>
            <ac:spMk id="4" creationId="{A29C0834-3DBC-9FB3-0E0A-F77D599198EB}"/>
          </ac:spMkLst>
        </pc:spChg>
      </pc:sldChg>
      <pc:sldChg chg="modSp add mod">
        <pc:chgData name="Wilmer Ortega Erazo" userId="19082e28a51afb61" providerId="LiveId" clId="{3AF631D2-C106-40CF-B00F-2AE2F875672D}" dt="2023-11-12T21:49:40.744" v="169" actId="255"/>
        <pc:sldMkLst>
          <pc:docMk/>
          <pc:sldMk cId="354069190" sldId="278"/>
        </pc:sldMkLst>
        <pc:spChg chg="mod">
          <ac:chgData name="Wilmer Ortega Erazo" userId="19082e28a51afb61" providerId="LiveId" clId="{3AF631D2-C106-40CF-B00F-2AE2F875672D}" dt="2023-11-12T21:49:40.744" v="169" actId="255"/>
          <ac:spMkLst>
            <pc:docMk/>
            <pc:sldMk cId="354069190" sldId="278"/>
            <ac:spMk id="4" creationId="{A29C0834-3DBC-9FB3-0E0A-F77D599198EB}"/>
          </ac:spMkLst>
        </pc:spChg>
      </pc:sldChg>
      <pc:sldChg chg="del">
        <pc:chgData name="Wilmer Ortega Erazo" userId="19082e28a51afb61" providerId="LiveId" clId="{3AF631D2-C106-40CF-B00F-2AE2F875672D}" dt="2023-11-12T21:15:10.506" v="0" actId="2696"/>
        <pc:sldMkLst>
          <pc:docMk/>
          <pc:sldMk cId="3135676213" sldId="278"/>
        </pc:sldMkLst>
      </pc:sldChg>
      <pc:sldChg chg="addSp modSp add mod">
        <pc:chgData name="Wilmer Ortega Erazo" userId="19082e28a51afb61" providerId="LiveId" clId="{3AF631D2-C106-40CF-B00F-2AE2F875672D}" dt="2023-11-12T21:50:07.897" v="175" actId="1076"/>
        <pc:sldMkLst>
          <pc:docMk/>
          <pc:sldMk cId="2462792865" sldId="279"/>
        </pc:sldMkLst>
        <pc:spChg chg="mod">
          <ac:chgData name="Wilmer Ortega Erazo" userId="19082e28a51afb61" providerId="LiveId" clId="{3AF631D2-C106-40CF-B00F-2AE2F875672D}" dt="2023-11-12T21:50:03.023" v="173" actId="255"/>
          <ac:spMkLst>
            <pc:docMk/>
            <pc:sldMk cId="2462792865" sldId="279"/>
            <ac:spMk id="4" creationId="{A29C0834-3DBC-9FB3-0E0A-F77D599198EB}"/>
          </ac:spMkLst>
        </pc:spChg>
        <pc:picChg chg="add mod">
          <ac:chgData name="Wilmer Ortega Erazo" userId="19082e28a51afb61" providerId="LiveId" clId="{3AF631D2-C106-40CF-B00F-2AE2F875672D}" dt="2023-11-12T21:50:07.897" v="175" actId="1076"/>
          <ac:picMkLst>
            <pc:docMk/>
            <pc:sldMk cId="2462792865" sldId="279"/>
            <ac:picMk id="3" creationId="{F988FC49-D5B9-C6E1-7269-4C0D82E91D04}"/>
          </ac:picMkLst>
        </pc:picChg>
      </pc:sldChg>
      <pc:sldChg chg="del">
        <pc:chgData name="Wilmer Ortega Erazo" userId="19082e28a51afb61" providerId="LiveId" clId="{3AF631D2-C106-40CF-B00F-2AE2F875672D}" dt="2023-11-12T21:15:10.506" v="0" actId="2696"/>
        <pc:sldMkLst>
          <pc:docMk/>
          <pc:sldMk cId="3452294737" sldId="279"/>
        </pc:sldMkLst>
      </pc:sldChg>
      <pc:sldChg chg="del">
        <pc:chgData name="Wilmer Ortega Erazo" userId="19082e28a51afb61" providerId="LiveId" clId="{3AF631D2-C106-40CF-B00F-2AE2F875672D}" dt="2023-11-12T21:15:10.506" v="0" actId="2696"/>
        <pc:sldMkLst>
          <pc:docMk/>
          <pc:sldMk cId="1249436642" sldId="280"/>
        </pc:sldMkLst>
      </pc:sldChg>
      <pc:sldChg chg="delSp modSp add mod">
        <pc:chgData name="Wilmer Ortega Erazo" userId="19082e28a51afb61" providerId="LiveId" clId="{3AF631D2-C106-40CF-B00F-2AE2F875672D}" dt="2023-11-12T21:50:37.924" v="182" actId="20577"/>
        <pc:sldMkLst>
          <pc:docMk/>
          <pc:sldMk cId="1953031084" sldId="280"/>
        </pc:sldMkLst>
        <pc:spChg chg="mod">
          <ac:chgData name="Wilmer Ortega Erazo" userId="19082e28a51afb61" providerId="LiveId" clId="{3AF631D2-C106-40CF-B00F-2AE2F875672D}" dt="2023-11-12T21:50:37.924" v="182" actId="20577"/>
          <ac:spMkLst>
            <pc:docMk/>
            <pc:sldMk cId="1953031084" sldId="280"/>
            <ac:spMk id="4" creationId="{A29C0834-3DBC-9FB3-0E0A-F77D599198EB}"/>
          </ac:spMkLst>
        </pc:spChg>
        <pc:picChg chg="del">
          <ac:chgData name="Wilmer Ortega Erazo" userId="19082e28a51afb61" providerId="LiveId" clId="{3AF631D2-C106-40CF-B00F-2AE2F875672D}" dt="2023-11-12T21:50:16.641" v="177" actId="478"/>
          <ac:picMkLst>
            <pc:docMk/>
            <pc:sldMk cId="1953031084" sldId="280"/>
            <ac:picMk id="3" creationId="{F988FC49-D5B9-C6E1-7269-4C0D82E91D04}"/>
          </ac:picMkLst>
        </pc:picChg>
      </pc:sldChg>
      <pc:sldChg chg="del">
        <pc:chgData name="Wilmer Ortega Erazo" userId="19082e28a51afb61" providerId="LiveId" clId="{3AF631D2-C106-40CF-B00F-2AE2F875672D}" dt="2023-11-12T21:15:10.506" v="0" actId="2696"/>
        <pc:sldMkLst>
          <pc:docMk/>
          <pc:sldMk cId="968171575" sldId="281"/>
        </pc:sldMkLst>
      </pc:sldChg>
      <pc:sldChg chg="modSp add mod">
        <pc:chgData name="Wilmer Ortega Erazo" userId="19082e28a51afb61" providerId="LiveId" clId="{3AF631D2-C106-40CF-B00F-2AE2F875672D}" dt="2023-11-12T21:52:10.709" v="194" actId="6549"/>
        <pc:sldMkLst>
          <pc:docMk/>
          <pc:sldMk cId="3735352646" sldId="281"/>
        </pc:sldMkLst>
        <pc:spChg chg="mod">
          <ac:chgData name="Wilmer Ortega Erazo" userId="19082e28a51afb61" providerId="LiveId" clId="{3AF631D2-C106-40CF-B00F-2AE2F875672D}" dt="2023-11-12T21:52:10.709" v="194" actId="6549"/>
          <ac:spMkLst>
            <pc:docMk/>
            <pc:sldMk cId="3735352646" sldId="281"/>
            <ac:spMk id="4" creationId="{A29C0834-3DBC-9FB3-0E0A-F77D599198EB}"/>
          </ac:spMkLst>
        </pc:spChg>
      </pc:sldChg>
      <pc:sldChg chg="del">
        <pc:chgData name="Wilmer Ortega Erazo" userId="19082e28a51afb61" providerId="LiveId" clId="{3AF631D2-C106-40CF-B00F-2AE2F875672D}" dt="2023-11-12T21:15:10.506" v="0" actId="2696"/>
        <pc:sldMkLst>
          <pc:docMk/>
          <pc:sldMk cId="304477602" sldId="282"/>
        </pc:sldMkLst>
      </pc:sldChg>
      <pc:sldChg chg="modSp add mod">
        <pc:chgData name="Wilmer Ortega Erazo" userId="19082e28a51afb61" providerId="LiveId" clId="{3AF631D2-C106-40CF-B00F-2AE2F875672D}" dt="2023-11-12T21:52:05.859" v="193" actId="6549"/>
        <pc:sldMkLst>
          <pc:docMk/>
          <pc:sldMk cId="3433687346" sldId="282"/>
        </pc:sldMkLst>
        <pc:spChg chg="mod">
          <ac:chgData name="Wilmer Ortega Erazo" userId="19082e28a51afb61" providerId="LiveId" clId="{3AF631D2-C106-40CF-B00F-2AE2F875672D}" dt="2023-11-12T21:52:05.859" v="193" actId="6549"/>
          <ac:spMkLst>
            <pc:docMk/>
            <pc:sldMk cId="3433687346" sldId="282"/>
            <ac:spMk id="4" creationId="{A29C0834-3DBC-9FB3-0E0A-F77D599198EB}"/>
          </ac:spMkLst>
        </pc:spChg>
      </pc:sldChg>
      <pc:sldChg chg="del">
        <pc:chgData name="Wilmer Ortega Erazo" userId="19082e28a51afb61" providerId="LiveId" clId="{3AF631D2-C106-40CF-B00F-2AE2F875672D}" dt="2023-11-12T21:15:10.506" v="0" actId="2696"/>
        <pc:sldMkLst>
          <pc:docMk/>
          <pc:sldMk cId="3524006769" sldId="283"/>
        </pc:sldMkLst>
      </pc:sldChg>
      <pc:sldChg chg="modSp add mod">
        <pc:chgData name="Wilmer Ortega Erazo" userId="19082e28a51afb61" providerId="LiveId" clId="{3AF631D2-C106-40CF-B00F-2AE2F875672D}" dt="2023-11-12T21:52:55.008" v="214" actId="20577"/>
        <pc:sldMkLst>
          <pc:docMk/>
          <pc:sldMk cId="3969038115" sldId="283"/>
        </pc:sldMkLst>
        <pc:spChg chg="mod">
          <ac:chgData name="Wilmer Ortega Erazo" userId="19082e28a51afb61" providerId="LiveId" clId="{3AF631D2-C106-40CF-B00F-2AE2F875672D}" dt="2023-11-12T21:52:55.008" v="214" actId="20577"/>
          <ac:spMkLst>
            <pc:docMk/>
            <pc:sldMk cId="3969038115" sldId="283"/>
            <ac:spMk id="2" creationId="{91A14A99-37E7-FD86-1156-A753F20D5A3A}"/>
          </ac:spMkLst>
        </pc:spChg>
        <pc:spChg chg="mod">
          <ac:chgData name="Wilmer Ortega Erazo" userId="19082e28a51afb61" providerId="LiveId" clId="{3AF631D2-C106-40CF-B00F-2AE2F875672D}" dt="2023-11-12T21:52:45.671" v="202" actId="33524"/>
          <ac:spMkLst>
            <pc:docMk/>
            <pc:sldMk cId="3969038115" sldId="283"/>
            <ac:spMk id="4" creationId="{A29C0834-3DBC-9FB3-0E0A-F77D599198EB}"/>
          </ac:spMkLst>
        </pc:spChg>
      </pc:sldChg>
      <pc:sldChg chg="modSp add mod">
        <pc:chgData name="Wilmer Ortega Erazo" userId="19082e28a51afb61" providerId="LiveId" clId="{3AF631D2-C106-40CF-B00F-2AE2F875672D}" dt="2023-11-12T21:53:41.226" v="222" actId="255"/>
        <pc:sldMkLst>
          <pc:docMk/>
          <pc:sldMk cId="45686078" sldId="284"/>
        </pc:sldMkLst>
        <pc:spChg chg="mod">
          <ac:chgData name="Wilmer Ortega Erazo" userId="19082e28a51afb61" providerId="LiveId" clId="{3AF631D2-C106-40CF-B00F-2AE2F875672D}" dt="2023-11-12T21:53:32.281" v="221" actId="6549"/>
          <ac:spMkLst>
            <pc:docMk/>
            <pc:sldMk cId="45686078" sldId="284"/>
            <ac:spMk id="2" creationId="{91A14A99-37E7-FD86-1156-A753F20D5A3A}"/>
          </ac:spMkLst>
        </pc:spChg>
        <pc:spChg chg="mod">
          <ac:chgData name="Wilmer Ortega Erazo" userId="19082e28a51afb61" providerId="LiveId" clId="{3AF631D2-C106-40CF-B00F-2AE2F875672D}" dt="2023-11-12T21:53:41.226" v="222" actId="255"/>
          <ac:spMkLst>
            <pc:docMk/>
            <pc:sldMk cId="45686078" sldId="284"/>
            <ac:spMk id="4" creationId="{A29C0834-3DBC-9FB3-0E0A-F77D599198EB}"/>
          </ac:spMkLst>
        </pc:spChg>
      </pc:sldChg>
      <pc:sldChg chg="del">
        <pc:chgData name="Wilmer Ortega Erazo" userId="19082e28a51afb61" providerId="LiveId" clId="{3AF631D2-C106-40CF-B00F-2AE2F875672D}" dt="2023-11-12T21:15:10.506" v="0" actId="2696"/>
        <pc:sldMkLst>
          <pc:docMk/>
          <pc:sldMk cId="1493926123" sldId="284"/>
        </pc:sldMkLst>
      </pc:sldChg>
      <pc:sldChg chg="del">
        <pc:chgData name="Wilmer Ortega Erazo" userId="19082e28a51afb61" providerId="LiveId" clId="{3AF631D2-C106-40CF-B00F-2AE2F875672D}" dt="2023-11-12T21:15:10.506" v="0" actId="2696"/>
        <pc:sldMkLst>
          <pc:docMk/>
          <pc:sldMk cId="391979419" sldId="285"/>
        </pc:sldMkLst>
      </pc:sldChg>
      <pc:sldChg chg="addSp delSp modSp add mod">
        <pc:chgData name="Wilmer Ortega Erazo" userId="19082e28a51afb61" providerId="LiveId" clId="{3AF631D2-C106-40CF-B00F-2AE2F875672D}" dt="2023-11-12T21:54:57.518" v="236" actId="255"/>
        <pc:sldMkLst>
          <pc:docMk/>
          <pc:sldMk cId="2765830287" sldId="285"/>
        </pc:sldMkLst>
        <pc:spChg chg="add del mod">
          <ac:chgData name="Wilmer Ortega Erazo" userId="19082e28a51afb61" providerId="LiveId" clId="{3AF631D2-C106-40CF-B00F-2AE2F875672D}" dt="2023-11-12T21:54:30.851" v="232" actId="478"/>
          <ac:spMkLst>
            <pc:docMk/>
            <pc:sldMk cId="2765830287" sldId="285"/>
            <ac:spMk id="3" creationId="{D28F6CA7-BE24-79B5-AEC4-DD7F2E88DFDF}"/>
          </ac:spMkLst>
        </pc:spChg>
        <pc:spChg chg="mod">
          <ac:chgData name="Wilmer Ortega Erazo" userId="19082e28a51afb61" providerId="LiveId" clId="{3AF631D2-C106-40CF-B00F-2AE2F875672D}" dt="2023-11-12T21:54:57.518" v="236" actId="255"/>
          <ac:spMkLst>
            <pc:docMk/>
            <pc:sldMk cId="2765830287" sldId="285"/>
            <ac:spMk id="4" creationId="{A29C0834-3DBC-9FB3-0E0A-F77D599198EB}"/>
          </ac:spMkLst>
        </pc:spChg>
      </pc:sldChg>
      <pc:sldChg chg="del">
        <pc:chgData name="Wilmer Ortega Erazo" userId="19082e28a51afb61" providerId="LiveId" clId="{3AF631D2-C106-40CF-B00F-2AE2F875672D}" dt="2023-11-12T21:15:10.506" v="0" actId="2696"/>
        <pc:sldMkLst>
          <pc:docMk/>
          <pc:sldMk cId="939997241" sldId="286"/>
        </pc:sldMkLst>
      </pc:sldChg>
      <pc:sldChg chg="addSp delSp modSp add del mod">
        <pc:chgData name="Wilmer Ortega Erazo" userId="19082e28a51afb61" providerId="LiveId" clId="{3AF631D2-C106-40CF-B00F-2AE2F875672D}" dt="2023-11-12T21:59:58.243" v="342" actId="2696"/>
        <pc:sldMkLst>
          <pc:docMk/>
          <pc:sldMk cId="1871153355" sldId="286"/>
        </pc:sldMkLst>
        <pc:spChg chg="mod">
          <ac:chgData name="Wilmer Ortega Erazo" userId="19082e28a51afb61" providerId="LiveId" clId="{3AF631D2-C106-40CF-B00F-2AE2F875672D}" dt="2023-11-12T21:57:16.980" v="249" actId="6549"/>
          <ac:spMkLst>
            <pc:docMk/>
            <pc:sldMk cId="1871153355" sldId="286"/>
            <ac:spMk id="2" creationId="{91A14A99-37E7-FD86-1156-A753F20D5A3A}"/>
          </ac:spMkLst>
        </pc:spChg>
        <pc:spChg chg="add mod">
          <ac:chgData name="Wilmer Ortega Erazo" userId="19082e28a51afb61" providerId="LiveId" clId="{3AF631D2-C106-40CF-B00F-2AE2F875672D}" dt="2023-11-12T21:57:32.818" v="252" actId="1076"/>
          <ac:spMkLst>
            <pc:docMk/>
            <pc:sldMk cId="1871153355" sldId="286"/>
            <ac:spMk id="3" creationId="{34DCEF90-7991-F7A4-C493-5CB44C408C38}"/>
          </ac:spMkLst>
        </pc:spChg>
        <pc:spChg chg="del mod">
          <ac:chgData name="Wilmer Ortega Erazo" userId="19082e28a51afb61" providerId="LiveId" clId="{3AF631D2-C106-40CF-B00F-2AE2F875672D}" dt="2023-11-12T21:57:19.296" v="250" actId="478"/>
          <ac:spMkLst>
            <pc:docMk/>
            <pc:sldMk cId="1871153355" sldId="286"/>
            <ac:spMk id="4" creationId="{A29C0834-3DBC-9FB3-0E0A-F77D599198EB}"/>
          </ac:spMkLst>
        </pc:spChg>
        <pc:spChg chg="add mod">
          <ac:chgData name="Wilmer Ortega Erazo" userId="19082e28a51afb61" providerId="LiveId" clId="{3AF631D2-C106-40CF-B00F-2AE2F875672D}" dt="2023-11-12T21:58:08.368" v="325" actId="20577"/>
          <ac:spMkLst>
            <pc:docMk/>
            <pc:sldMk cId="1871153355" sldId="286"/>
            <ac:spMk id="5" creationId="{7468528E-3622-024F-7F50-429918AA8617}"/>
          </ac:spMkLst>
        </pc:spChg>
      </pc:sldChg>
      <pc:sldChg chg="add del">
        <pc:chgData name="Wilmer Ortega Erazo" userId="19082e28a51afb61" providerId="LiveId" clId="{3AF631D2-C106-40CF-B00F-2AE2F875672D}" dt="2023-11-12T21:58:19.409" v="327" actId="2696"/>
        <pc:sldMkLst>
          <pc:docMk/>
          <pc:sldMk cId="885624664" sldId="287"/>
        </pc:sldMkLst>
      </pc:sldChg>
      <pc:sldChg chg="del">
        <pc:chgData name="Wilmer Ortega Erazo" userId="19082e28a51afb61" providerId="LiveId" clId="{3AF631D2-C106-40CF-B00F-2AE2F875672D}" dt="2023-11-12T21:15:10.506" v="0" actId="2696"/>
        <pc:sldMkLst>
          <pc:docMk/>
          <pc:sldMk cId="906179917" sldId="287"/>
        </pc:sldMkLst>
      </pc:sldChg>
      <pc:sldChg chg="modSp add mod ord">
        <pc:chgData name="Wilmer Ortega Erazo" userId="19082e28a51afb61" providerId="LiveId" clId="{3AF631D2-C106-40CF-B00F-2AE2F875672D}" dt="2023-11-12T22:02:32.779" v="402"/>
        <pc:sldMkLst>
          <pc:docMk/>
          <pc:sldMk cId="2669387643" sldId="287"/>
        </pc:sldMkLst>
        <pc:spChg chg="mod">
          <ac:chgData name="Wilmer Ortega Erazo" userId="19082e28a51afb61" providerId="LiveId" clId="{3AF631D2-C106-40CF-B00F-2AE2F875672D}" dt="2023-11-12T21:59:53.574" v="341"/>
          <ac:spMkLst>
            <pc:docMk/>
            <pc:sldMk cId="2669387643" sldId="287"/>
            <ac:spMk id="2" creationId="{91A14A99-37E7-FD86-1156-A753F20D5A3A}"/>
          </ac:spMkLst>
        </pc:spChg>
        <pc:spChg chg="mod">
          <ac:chgData name="Wilmer Ortega Erazo" userId="19082e28a51afb61" providerId="LiveId" clId="{3AF631D2-C106-40CF-B00F-2AE2F875672D}" dt="2023-11-12T22:02:32.779" v="402"/>
          <ac:spMkLst>
            <pc:docMk/>
            <pc:sldMk cId="2669387643" sldId="287"/>
            <ac:spMk id="4" creationId="{A29C0834-3DBC-9FB3-0E0A-F77D599198EB}"/>
          </ac:spMkLst>
        </pc:spChg>
      </pc:sldChg>
      <pc:sldChg chg="add del">
        <pc:chgData name="Wilmer Ortega Erazo" userId="19082e28a51afb61" providerId="LiveId" clId="{3AF631D2-C106-40CF-B00F-2AE2F875672D}" dt="2023-11-12T22:01:59.145" v="398" actId="2696"/>
        <pc:sldMkLst>
          <pc:docMk/>
          <pc:sldMk cId="1125332064" sldId="288"/>
        </pc:sldMkLst>
      </pc:sldChg>
      <pc:sldChg chg="del">
        <pc:chgData name="Wilmer Ortega Erazo" userId="19082e28a51afb61" providerId="LiveId" clId="{3AF631D2-C106-40CF-B00F-2AE2F875672D}" dt="2023-11-12T21:15:10.506" v="0" actId="2696"/>
        <pc:sldMkLst>
          <pc:docMk/>
          <pc:sldMk cId="2106481261" sldId="288"/>
        </pc:sldMkLst>
      </pc:sldChg>
      <pc:sldChg chg="modSp add mod">
        <pc:chgData name="Wilmer Ortega Erazo" userId="19082e28a51afb61" providerId="LiveId" clId="{3AF631D2-C106-40CF-B00F-2AE2F875672D}" dt="2023-11-12T22:03:53.433" v="438" actId="255"/>
        <pc:sldMkLst>
          <pc:docMk/>
          <pc:sldMk cId="14523574" sldId="289"/>
        </pc:sldMkLst>
        <pc:spChg chg="mod">
          <ac:chgData name="Wilmer Ortega Erazo" userId="19082e28a51afb61" providerId="LiveId" clId="{3AF631D2-C106-40CF-B00F-2AE2F875672D}" dt="2023-11-12T22:03:53.433" v="438" actId="255"/>
          <ac:spMkLst>
            <pc:docMk/>
            <pc:sldMk cId="14523574" sldId="289"/>
            <ac:spMk id="4" creationId="{A29C0834-3DBC-9FB3-0E0A-F77D599198EB}"/>
          </ac:spMkLst>
        </pc:spChg>
      </pc:sldChg>
      <pc:sldChg chg="del">
        <pc:chgData name="Wilmer Ortega Erazo" userId="19082e28a51afb61" providerId="LiveId" clId="{3AF631D2-C106-40CF-B00F-2AE2F875672D}" dt="2023-11-12T21:15:10.506" v="0" actId="2696"/>
        <pc:sldMkLst>
          <pc:docMk/>
          <pc:sldMk cId="3945025521" sldId="289"/>
        </pc:sldMkLst>
      </pc:sldChg>
      <pc:sldChg chg="del">
        <pc:chgData name="Wilmer Ortega Erazo" userId="19082e28a51afb61" providerId="LiveId" clId="{3AF631D2-C106-40CF-B00F-2AE2F875672D}" dt="2023-11-12T21:15:10.506" v="0" actId="2696"/>
        <pc:sldMkLst>
          <pc:docMk/>
          <pc:sldMk cId="4279495897" sldId="290"/>
        </pc:sldMkLst>
      </pc:sldChg>
      <pc:sldChg chg="del">
        <pc:chgData name="Wilmer Ortega Erazo" userId="19082e28a51afb61" providerId="LiveId" clId="{3AF631D2-C106-40CF-B00F-2AE2F875672D}" dt="2023-11-12T21:15:10.506" v="0" actId="2696"/>
        <pc:sldMkLst>
          <pc:docMk/>
          <pc:sldMk cId="1339230634" sldId="291"/>
        </pc:sldMkLst>
      </pc:sldChg>
      <pc:sldChg chg="del">
        <pc:chgData name="Wilmer Ortega Erazo" userId="19082e28a51afb61" providerId="LiveId" clId="{3AF631D2-C106-40CF-B00F-2AE2F875672D}" dt="2023-11-12T21:15:10.506" v="0" actId="2696"/>
        <pc:sldMkLst>
          <pc:docMk/>
          <pc:sldMk cId="475750214" sldId="292"/>
        </pc:sldMkLst>
      </pc:sldChg>
      <pc:sldChg chg="del">
        <pc:chgData name="Wilmer Ortega Erazo" userId="19082e28a51afb61" providerId="LiveId" clId="{3AF631D2-C106-40CF-B00F-2AE2F875672D}" dt="2023-11-12T21:15:10.506" v="0" actId="2696"/>
        <pc:sldMkLst>
          <pc:docMk/>
          <pc:sldMk cId="386768506" sldId="293"/>
        </pc:sldMkLst>
      </pc:sldChg>
      <pc:sldChg chg="del">
        <pc:chgData name="Wilmer Ortega Erazo" userId="19082e28a51afb61" providerId="LiveId" clId="{3AF631D2-C106-40CF-B00F-2AE2F875672D}" dt="2023-11-12T21:15:10.506" v="0" actId="2696"/>
        <pc:sldMkLst>
          <pc:docMk/>
          <pc:sldMk cId="3404988024" sldId="294"/>
        </pc:sldMkLst>
      </pc:sldChg>
      <pc:sldChg chg="del">
        <pc:chgData name="Wilmer Ortega Erazo" userId="19082e28a51afb61" providerId="LiveId" clId="{3AF631D2-C106-40CF-B00F-2AE2F875672D}" dt="2023-11-12T21:15:10.506" v="0" actId="2696"/>
        <pc:sldMkLst>
          <pc:docMk/>
          <pc:sldMk cId="1810781759" sldId="295"/>
        </pc:sldMkLst>
      </pc:sldChg>
      <pc:sldChg chg="del">
        <pc:chgData name="Wilmer Ortega Erazo" userId="19082e28a51afb61" providerId="LiveId" clId="{3AF631D2-C106-40CF-B00F-2AE2F875672D}" dt="2023-11-12T21:15:10.506" v="0" actId="2696"/>
        <pc:sldMkLst>
          <pc:docMk/>
          <pc:sldMk cId="3094856676" sldId="296"/>
        </pc:sldMkLst>
      </pc:sldChg>
      <pc:sldChg chg="del">
        <pc:chgData name="Wilmer Ortega Erazo" userId="19082e28a51afb61" providerId="LiveId" clId="{3AF631D2-C106-40CF-B00F-2AE2F875672D}" dt="2023-11-12T21:15:10.506" v="0" actId="2696"/>
        <pc:sldMkLst>
          <pc:docMk/>
          <pc:sldMk cId="2900673992" sldId="297"/>
        </pc:sldMkLst>
      </pc:sldChg>
      <pc:sldChg chg="del">
        <pc:chgData name="Wilmer Ortega Erazo" userId="19082e28a51afb61" providerId="LiveId" clId="{3AF631D2-C106-40CF-B00F-2AE2F875672D}" dt="2023-11-12T21:15:10.506" v="0" actId="2696"/>
        <pc:sldMkLst>
          <pc:docMk/>
          <pc:sldMk cId="1698005168" sldId="298"/>
        </pc:sldMkLst>
      </pc:sldChg>
      <pc:sldChg chg="del">
        <pc:chgData name="Wilmer Ortega Erazo" userId="19082e28a51afb61" providerId="LiveId" clId="{3AF631D2-C106-40CF-B00F-2AE2F875672D}" dt="2023-11-12T21:15:10.506" v="0" actId="2696"/>
        <pc:sldMkLst>
          <pc:docMk/>
          <pc:sldMk cId="77465205" sldId="299"/>
        </pc:sldMkLst>
      </pc:sldChg>
      <pc:sldChg chg="del">
        <pc:chgData name="Wilmer Ortega Erazo" userId="19082e28a51afb61" providerId="LiveId" clId="{3AF631D2-C106-40CF-B00F-2AE2F875672D}" dt="2023-11-12T21:15:10.506" v="0" actId="2696"/>
        <pc:sldMkLst>
          <pc:docMk/>
          <pc:sldMk cId="3855636165" sldId="300"/>
        </pc:sldMkLst>
      </pc:sldChg>
      <pc:sldChg chg="del">
        <pc:chgData name="Wilmer Ortega Erazo" userId="19082e28a51afb61" providerId="LiveId" clId="{3AF631D2-C106-40CF-B00F-2AE2F875672D}" dt="2023-11-12T21:15:10.506" v="0" actId="2696"/>
        <pc:sldMkLst>
          <pc:docMk/>
          <pc:sldMk cId="717445376" sldId="301"/>
        </pc:sldMkLst>
      </pc:sldChg>
      <pc:sldChg chg="del">
        <pc:chgData name="Wilmer Ortega Erazo" userId="19082e28a51afb61" providerId="LiveId" clId="{3AF631D2-C106-40CF-B00F-2AE2F875672D}" dt="2023-11-12T21:15:10.506" v="0" actId="2696"/>
        <pc:sldMkLst>
          <pc:docMk/>
          <pc:sldMk cId="3236091124" sldId="302"/>
        </pc:sldMkLst>
      </pc:sldChg>
      <pc:sldChg chg="del">
        <pc:chgData name="Wilmer Ortega Erazo" userId="19082e28a51afb61" providerId="LiveId" clId="{3AF631D2-C106-40CF-B00F-2AE2F875672D}" dt="2023-11-12T21:15:10.506" v="0" actId="2696"/>
        <pc:sldMkLst>
          <pc:docMk/>
          <pc:sldMk cId="3611105292" sldId="303"/>
        </pc:sldMkLst>
      </pc:sldChg>
      <pc:sldChg chg="del">
        <pc:chgData name="Wilmer Ortega Erazo" userId="19082e28a51afb61" providerId="LiveId" clId="{3AF631D2-C106-40CF-B00F-2AE2F875672D}" dt="2023-11-12T21:15:10.506" v="0" actId="2696"/>
        <pc:sldMkLst>
          <pc:docMk/>
          <pc:sldMk cId="3636620521" sldId="304"/>
        </pc:sldMkLst>
      </pc:sldChg>
      <pc:sldChg chg="del">
        <pc:chgData name="Wilmer Ortega Erazo" userId="19082e28a51afb61" providerId="LiveId" clId="{3AF631D2-C106-40CF-B00F-2AE2F875672D}" dt="2023-11-12T21:15:10.506" v="0" actId="2696"/>
        <pc:sldMkLst>
          <pc:docMk/>
          <pc:sldMk cId="3889286629" sldId="305"/>
        </pc:sldMkLst>
      </pc:sldChg>
      <pc:sldChg chg="del">
        <pc:chgData name="Wilmer Ortega Erazo" userId="19082e28a51afb61" providerId="LiveId" clId="{3AF631D2-C106-40CF-B00F-2AE2F875672D}" dt="2023-11-12T21:15:10.506" v="0" actId="2696"/>
        <pc:sldMkLst>
          <pc:docMk/>
          <pc:sldMk cId="3290689773" sldId="306"/>
        </pc:sldMkLst>
      </pc:sldChg>
      <pc:sldChg chg="del">
        <pc:chgData name="Wilmer Ortega Erazo" userId="19082e28a51afb61" providerId="LiveId" clId="{3AF631D2-C106-40CF-B00F-2AE2F875672D}" dt="2023-11-12T21:15:10.506" v="0" actId="2696"/>
        <pc:sldMkLst>
          <pc:docMk/>
          <pc:sldMk cId="2106618839" sldId="307"/>
        </pc:sldMkLst>
      </pc:sldChg>
      <pc:sldChg chg="del">
        <pc:chgData name="Wilmer Ortega Erazo" userId="19082e28a51afb61" providerId="LiveId" clId="{3AF631D2-C106-40CF-B00F-2AE2F875672D}" dt="2023-11-12T21:15:10.506" v="0" actId="2696"/>
        <pc:sldMkLst>
          <pc:docMk/>
          <pc:sldMk cId="4218856161" sldId="308"/>
        </pc:sldMkLst>
      </pc:sldChg>
      <pc:sldChg chg="del">
        <pc:chgData name="Wilmer Ortega Erazo" userId="19082e28a51afb61" providerId="LiveId" clId="{3AF631D2-C106-40CF-B00F-2AE2F875672D}" dt="2023-11-12T21:15:10.506" v="0" actId="2696"/>
        <pc:sldMkLst>
          <pc:docMk/>
          <pc:sldMk cId="2090083842" sldId="309"/>
        </pc:sldMkLst>
      </pc:sldChg>
      <pc:sldChg chg="del">
        <pc:chgData name="Wilmer Ortega Erazo" userId="19082e28a51afb61" providerId="LiveId" clId="{3AF631D2-C106-40CF-B00F-2AE2F875672D}" dt="2023-11-12T21:15:10.506" v="0" actId="2696"/>
        <pc:sldMkLst>
          <pc:docMk/>
          <pc:sldMk cId="4231000121" sldId="310"/>
        </pc:sldMkLst>
      </pc:sldChg>
      <pc:sldChg chg="del">
        <pc:chgData name="Wilmer Ortega Erazo" userId="19082e28a51afb61" providerId="LiveId" clId="{3AF631D2-C106-40CF-B00F-2AE2F875672D}" dt="2023-11-12T21:15:10.506" v="0" actId="2696"/>
        <pc:sldMkLst>
          <pc:docMk/>
          <pc:sldMk cId="2402282868" sldId="311"/>
        </pc:sldMkLst>
      </pc:sldChg>
      <pc:sldChg chg="del">
        <pc:chgData name="Wilmer Ortega Erazo" userId="19082e28a51afb61" providerId="LiveId" clId="{3AF631D2-C106-40CF-B00F-2AE2F875672D}" dt="2023-11-12T21:15:10.506" v="0" actId="2696"/>
        <pc:sldMkLst>
          <pc:docMk/>
          <pc:sldMk cId="2947220556" sldId="312"/>
        </pc:sldMkLst>
      </pc:sldChg>
      <pc:sldChg chg="del">
        <pc:chgData name="Wilmer Ortega Erazo" userId="19082e28a51afb61" providerId="LiveId" clId="{3AF631D2-C106-40CF-B00F-2AE2F875672D}" dt="2023-11-12T21:15:10.506" v="0" actId="2696"/>
        <pc:sldMkLst>
          <pc:docMk/>
          <pc:sldMk cId="2471225204" sldId="313"/>
        </pc:sldMkLst>
      </pc:sldChg>
      <pc:sldChg chg="del">
        <pc:chgData name="Wilmer Ortega Erazo" userId="19082e28a51afb61" providerId="LiveId" clId="{3AF631D2-C106-40CF-B00F-2AE2F875672D}" dt="2023-11-12T21:15:10.506" v="0" actId="2696"/>
        <pc:sldMkLst>
          <pc:docMk/>
          <pc:sldMk cId="2713206301" sldId="314"/>
        </pc:sldMkLst>
      </pc:sldChg>
    </pc:docChg>
  </pc:docChgLst>
  <pc:docChgLst>
    <pc:chgData name="Wilmer Ortega Erazo" userId="19082e28a51afb61" providerId="LiveId" clId="{865003FC-1581-41DD-AA89-35FD4BC3E962}"/>
    <pc:docChg chg="undo custSel addSld modSld">
      <pc:chgData name="Wilmer Ortega Erazo" userId="19082e28a51afb61" providerId="LiveId" clId="{865003FC-1581-41DD-AA89-35FD4BC3E962}" dt="2023-08-28T02:26:26.873" v="158" actId="1440"/>
      <pc:docMkLst>
        <pc:docMk/>
      </pc:docMkLst>
      <pc:sldChg chg="addSp delSp modSp add mod">
        <pc:chgData name="Wilmer Ortega Erazo" userId="19082e28a51afb61" providerId="LiveId" clId="{865003FC-1581-41DD-AA89-35FD4BC3E962}" dt="2023-08-28T02:12:10.465" v="118" actId="1076"/>
        <pc:sldMkLst>
          <pc:docMk/>
          <pc:sldMk cId="1414673962" sldId="261"/>
        </pc:sldMkLst>
        <pc:spChg chg="mod">
          <ac:chgData name="Wilmer Ortega Erazo" userId="19082e28a51afb61" providerId="LiveId" clId="{865003FC-1581-41DD-AA89-35FD4BC3E962}" dt="2023-08-28T01:55:01.994" v="11" actId="1076"/>
          <ac:spMkLst>
            <pc:docMk/>
            <pc:sldMk cId="1414673962" sldId="261"/>
            <ac:spMk id="2" creationId="{91A14A99-37E7-FD86-1156-A753F20D5A3A}"/>
          </ac:spMkLst>
        </pc:spChg>
        <pc:spChg chg="mod">
          <ac:chgData name="Wilmer Ortega Erazo" userId="19082e28a51afb61" providerId="LiveId" clId="{865003FC-1581-41DD-AA89-35FD4BC3E962}" dt="2023-08-28T02:12:10.465" v="118" actId="1076"/>
          <ac:spMkLst>
            <pc:docMk/>
            <pc:sldMk cId="1414673962" sldId="261"/>
            <ac:spMk id="4" creationId="{A29C0834-3DBC-9FB3-0E0A-F77D599198EB}"/>
          </ac:spMkLst>
        </pc:spChg>
        <pc:picChg chg="del">
          <ac:chgData name="Wilmer Ortega Erazo" userId="19082e28a51afb61" providerId="LiveId" clId="{865003FC-1581-41DD-AA89-35FD4BC3E962}" dt="2023-08-28T01:55:11.334" v="12" actId="478"/>
          <ac:picMkLst>
            <pc:docMk/>
            <pc:sldMk cId="1414673962" sldId="261"/>
            <ac:picMk id="5" creationId="{F56745AA-55D0-EEB6-4053-9F575DF1C10E}"/>
          </ac:picMkLst>
        </pc:picChg>
        <pc:picChg chg="add mod">
          <ac:chgData name="Wilmer Ortega Erazo" userId="19082e28a51afb61" providerId="LiveId" clId="{865003FC-1581-41DD-AA89-35FD4BC3E962}" dt="2023-08-28T02:11:49.088" v="116" actId="1440"/>
          <ac:picMkLst>
            <pc:docMk/>
            <pc:sldMk cId="1414673962" sldId="261"/>
            <ac:picMk id="6" creationId="{2E7470FF-733C-24AD-3104-A69EC926A476}"/>
          </ac:picMkLst>
        </pc:picChg>
        <pc:picChg chg="add mod">
          <ac:chgData name="Wilmer Ortega Erazo" userId="19082e28a51afb61" providerId="LiveId" clId="{865003FC-1581-41DD-AA89-35FD4BC3E962}" dt="2023-08-28T02:12:03.706" v="117" actId="1440"/>
          <ac:picMkLst>
            <pc:docMk/>
            <pc:sldMk cId="1414673962" sldId="261"/>
            <ac:picMk id="8" creationId="{8D10AC4D-D07F-B96F-9EEE-93BADDB46BEC}"/>
          </ac:picMkLst>
        </pc:picChg>
        <pc:picChg chg="del">
          <ac:chgData name="Wilmer Ortega Erazo" userId="19082e28a51afb61" providerId="LiveId" clId="{865003FC-1581-41DD-AA89-35FD4BC3E962}" dt="2023-08-28T01:55:11.804" v="13" actId="478"/>
          <ac:picMkLst>
            <pc:docMk/>
            <pc:sldMk cId="1414673962" sldId="261"/>
            <ac:picMk id="9" creationId="{9B113F48-7B98-C193-3564-65A8EF5F4BEB}"/>
          </ac:picMkLst>
        </pc:picChg>
      </pc:sldChg>
      <pc:sldChg chg="addSp delSp modSp add mod">
        <pc:chgData name="Wilmer Ortega Erazo" userId="19082e28a51afb61" providerId="LiveId" clId="{865003FC-1581-41DD-AA89-35FD4BC3E962}" dt="2023-08-28T02:17:54.780" v="128" actId="1440"/>
        <pc:sldMkLst>
          <pc:docMk/>
          <pc:sldMk cId="2927838113" sldId="262"/>
        </pc:sldMkLst>
        <pc:spChg chg="mod">
          <ac:chgData name="Wilmer Ortega Erazo" userId="19082e28a51afb61" providerId="LiveId" clId="{865003FC-1581-41DD-AA89-35FD4BC3E962}" dt="2023-08-28T02:04:00.749" v="105" actId="20577"/>
          <ac:spMkLst>
            <pc:docMk/>
            <pc:sldMk cId="2927838113" sldId="262"/>
            <ac:spMk id="4" creationId="{A29C0834-3DBC-9FB3-0E0A-F77D599198EB}"/>
          </ac:spMkLst>
        </pc:spChg>
        <pc:picChg chg="add mod">
          <ac:chgData name="Wilmer Ortega Erazo" userId="19082e28a51afb61" providerId="LiveId" clId="{865003FC-1581-41DD-AA89-35FD4BC3E962}" dt="2023-08-28T02:17:52.209" v="127" actId="1440"/>
          <ac:picMkLst>
            <pc:docMk/>
            <pc:sldMk cId="2927838113" sldId="262"/>
            <ac:picMk id="5" creationId="{FCFAF5DD-2955-0F0D-463E-5E731A4CCFE6}"/>
          </ac:picMkLst>
        </pc:picChg>
        <pc:picChg chg="add del">
          <ac:chgData name="Wilmer Ortega Erazo" userId="19082e28a51afb61" providerId="LiveId" clId="{865003FC-1581-41DD-AA89-35FD4BC3E962}" dt="2023-08-28T02:17:21.343" v="123" actId="22"/>
          <ac:picMkLst>
            <pc:docMk/>
            <pc:sldMk cId="2927838113" sldId="262"/>
            <ac:picMk id="7" creationId="{86399246-F669-27EB-389E-6566E542143F}"/>
          </ac:picMkLst>
        </pc:picChg>
        <pc:picChg chg="add mod">
          <ac:chgData name="Wilmer Ortega Erazo" userId="19082e28a51afb61" providerId="LiveId" clId="{865003FC-1581-41DD-AA89-35FD4BC3E962}" dt="2023-08-28T02:17:54.780" v="128" actId="1440"/>
          <ac:picMkLst>
            <pc:docMk/>
            <pc:sldMk cId="2927838113" sldId="262"/>
            <ac:picMk id="1026" creationId="{E97E9200-6E24-3337-5795-CD2DA8378E04}"/>
          </ac:picMkLst>
        </pc:picChg>
      </pc:sldChg>
      <pc:sldChg chg="addSp delSp modSp add mod">
        <pc:chgData name="Wilmer Ortega Erazo" userId="19082e28a51afb61" providerId="LiveId" clId="{865003FC-1581-41DD-AA89-35FD4BC3E962}" dt="2023-08-28T02:26:26.873" v="158" actId="1440"/>
        <pc:sldMkLst>
          <pc:docMk/>
          <pc:sldMk cId="2948409753" sldId="263"/>
        </pc:sldMkLst>
        <pc:spChg chg="mod">
          <ac:chgData name="Wilmer Ortega Erazo" userId="19082e28a51afb61" providerId="LiveId" clId="{865003FC-1581-41DD-AA89-35FD4BC3E962}" dt="2023-08-28T02:18:24.574" v="131" actId="255"/>
          <ac:spMkLst>
            <pc:docMk/>
            <pc:sldMk cId="2948409753" sldId="263"/>
            <ac:spMk id="2" creationId="{91A14A99-37E7-FD86-1156-A753F20D5A3A}"/>
          </ac:spMkLst>
        </pc:spChg>
        <pc:spChg chg="mod">
          <ac:chgData name="Wilmer Ortega Erazo" userId="19082e28a51afb61" providerId="LiveId" clId="{865003FC-1581-41DD-AA89-35FD4BC3E962}" dt="2023-08-28T02:19:59.330" v="143"/>
          <ac:spMkLst>
            <pc:docMk/>
            <pc:sldMk cId="2948409753" sldId="263"/>
            <ac:spMk id="4" creationId="{A29C0834-3DBC-9FB3-0E0A-F77D599198EB}"/>
          </ac:spMkLst>
        </pc:spChg>
        <pc:picChg chg="del">
          <ac:chgData name="Wilmer Ortega Erazo" userId="19082e28a51afb61" providerId="LiveId" clId="{865003FC-1581-41DD-AA89-35FD4BC3E962}" dt="2023-08-28T02:18:27.824" v="132" actId="478"/>
          <ac:picMkLst>
            <pc:docMk/>
            <pc:sldMk cId="2948409753" sldId="263"/>
            <ac:picMk id="5" creationId="{FCFAF5DD-2955-0F0D-463E-5E731A4CCFE6}"/>
          </ac:picMkLst>
        </pc:picChg>
        <pc:picChg chg="add mod">
          <ac:chgData name="Wilmer Ortega Erazo" userId="19082e28a51afb61" providerId="LiveId" clId="{865003FC-1581-41DD-AA89-35FD4BC3E962}" dt="2023-08-28T02:26:01.490" v="157" actId="1440"/>
          <ac:picMkLst>
            <pc:docMk/>
            <pc:sldMk cId="2948409753" sldId="263"/>
            <ac:picMk id="6" creationId="{B933694F-943A-473B-B49F-8904BBF93E16}"/>
          </ac:picMkLst>
        </pc:picChg>
        <pc:picChg chg="del">
          <ac:chgData name="Wilmer Ortega Erazo" userId="19082e28a51afb61" providerId="LiveId" clId="{865003FC-1581-41DD-AA89-35FD4BC3E962}" dt="2023-08-28T02:18:27.824" v="132" actId="478"/>
          <ac:picMkLst>
            <pc:docMk/>
            <pc:sldMk cId="2948409753" sldId="263"/>
            <ac:picMk id="1026" creationId="{E97E9200-6E24-3337-5795-CD2DA8378E04}"/>
          </ac:picMkLst>
        </pc:picChg>
        <pc:picChg chg="add mod">
          <ac:chgData name="Wilmer Ortega Erazo" userId="19082e28a51afb61" providerId="LiveId" clId="{865003FC-1581-41DD-AA89-35FD4BC3E962}" dt="2023-08-28T02:26:26.873" v="158" actId="1440"/>
          <ac:picMkLst>
            <pc:docMk/>
            <pc:sldMk cId="2948409753" sldId="263"/>
            <ac:picMk id="2050" creationId="{F4540764-72E5-99A1-FD86-AB0E6F7D3421}"/>
          </ac:picMkLst>
        </pc:picChg>
      </pc:sldChg>
    </pc:docChg>
  </pc:docChgLst>
  <pc:docChgLst>
    <pc:chgData name="Wilmer Ortega Erazo" userId="19082e28a51afb61" providerId="LiveId" clId="{37358661-0E72-41EC-A063-1B1439718DDA}"/>
    <pc:docChg chg="undo custSel addSld delSld modSld sldOrd">
      <pc:chgData name="Wilmer Ortega Erazo" userId="19082e28a51afb61" providerId="LiveId" clId="{37358661-0E72-41EC-A063-1B1439718DDA}" dt="2023-11-06T01:00:22.803" v="1406" actId="33524"/>
      <pc:docMkLst>
        <pc:docMk/>
      </pc:docMkLst>
      <pc:sldChg chg="modSp mod">
        <pc:chgData name="Wilmer Ortega Erazo" userId="19082e28a51afb61" providerId="LiveId" clId="{37358661-0E72-41EC-A063-1B1439718DDA}" dt="2023-10-30T00:45:01.347" v="35" actId="6549"/>
        <pc:sldMkLst>
          <pc:docMk/>
          <pc:sldMk cId="1286385962" sldId="257"/>
        </pc:sldMkLst>
        <pc:spChg chg="mod">
          <ac:chgData name="Wilmer Ortega Erazo" userId="19082e28a51afb61" providerId="LiveId" clId="{37358661-0E72-41EC-A063-1B1439718DDA}" dt="2023-10-30T00:45:01.347" v="35" actId="6549"/>
          <ac:spMkLst>
            <pc:docMk/>
            <pc:sldMk cId="1286385962" sldId="257"/>
            <ac:spMk id="4" creationId="{A29C0834-3DBC-9FB3-0E0A-F77D599198EB}"/>
          </ac:spMkLst>
        </pc:spChg>
      </pc:sldChg>
      <pc:sldChg chg="modSp mod">
        <pc:chgData name="Wilmer Ortega Erazo" userId="19082e28a51afb61" providerId="LiveId" clId="{37358661-0E72-41EC-A063-1B1439718DDA}" dt="2023-10-30T00:49:37.713" v="51" actId="790"/>
        <pc:sldMkLst>
          <pc:docMk/>
          <pc:sldMk cId="3431946679" sldId="265"/>
        </pc:sldMkLst>
        <pc:spChg chg="mod">
          <ac:chgData name="Wilmer Ortega Erazo" userId="19082e28a51afb61" providerId="LiveId" clId="{37358661-0E72-41EC-A063-1B1439718DDA}" dt="2023-10-30T00:49:37.713" v="51" actId="790"/>
          <ac:spMkLst>
            <pc:docMk/>
            <pc:sldMk cId="3431946679" sldId="265"/>
            <ac:spMk id="2" creationId="{91A14A99-37E7-FD86-1156-A753F20D5A3A}"/>
          </ac:spMkLst>
        </pc:spChg>
        <pc:spChg chg="mod">
          <ac:chgData name="Wilmer Ortega Erazo" userId="19082e28a51afb61" providerId="LiveId" clId="{37358661-0E72-41EC-A063-1B1439718DDA}" dt="2023-10-30T00:47:22.064" v="41" actId="255"/>
          <ac:spMkLst>
            <pc:docMk/>
            <pc:sldMk cId="3431946679" sldId="265"/>
            <ac:spMk id="4" creationId="{A29C0834-3DBC-9FB3-0E0A-F77D599198EB}"/>
          </ac:spMkLst>
        </pc:spChg>
      </pc:sldChg>
      <pc:sldChg chg="modSp add mod">
        <pc:chgData name="Wilmer Ortega Erazo" userId="19082e28a51afb61" providerId="LiveId" clId="{37358661-0E72-41EC-A063-1B1439718DDA}" dt="2023-10-30T00:51:44.963" v="63" actId="790"/>
        <pc:sldMkLst>
          <pc:docMk/>
          <pc:sldMk cId="4174490874" sldId="266"/>
        </pc:sldMkLst>
        <pc:spChg chg="mod">
          <ac:chgData name="Wilmer Ortega Erazo" userId="19082e28a51afb61" providerId="LiveId" clId="{37358661-0E72-41EC-A063-1B1439718DDA}" dt="2023-10-30T00:49:55.898" v="53" actId="255"/>
          <ac:spMkLst>
            <pc:docMk/>
            <pc:sldMk cId="4174490874" sldId="266"/>
            <ac:spMk id="2" creationId="{91A14A99-37E7-FD86-1156-A753F20D5A3A}"/>
          </ac:spMkLst>
        </pc:spChg>
        <pc:spChg chg="mod">
          <ac:chgData name="Wilmer Ortega Erazo" userId="19082e28a51afb61" providerId="LiveId" clId="{37358661-0E72-41EC-A063-1B1439718DDA}" dt="2023-10-30T00:51:44.963" v="63" actId="790"/>
          <ac:spMkLst>
            <pc:docMk/>
            <pc:sldMk cId="4174490874" sldId="266"/>
            <ac:spMk id="4" creationId="{A29C0834-3DBC-9FB3-0E0A-F77D599198EB}"/>
          </ac:spMkLst>
        </pc:spChg>
      </pc:sldChg>
      <pc:sldChg chg="addSp modSp add mod">
        <pc:chgData name="Wilmer Ortega Erazo" userId="19082e28a51afb61" providerId="LiveId" clId="{37358661-0E72-41EC-A063-1B1439718DDA}" dt="2023-10-30T00:56:27.860" v="95" actId="313"/>
        <pc:sldMkLst>
          <pc:docMk/>
          <pc:sldMk cId="1740811249" sldId="267"/>
        </pc:sldMkLst>
        <pc:spChg chg="mod">
          <ac:chgData name="Wilmer Ortega Erazo" userId="19082e28a51afb61" providerId="LiveId" clId="{37358661-0E72-41EC-A063-1B1439718DDA}" dt="2023-10-30T00:52:05.712" v="68" actId="2711"/>
          <ac:spMkLst>
            <pc:docMk/>
            <pc:sldMk cId="1740811249" sldId="267"/>
            <ac:spMk id="4" creationId="{A29C0834-3DBC-9FB3-0E0A-F77D599198EB}"/>
          </ac:spMkLst>
        </pc:spChg>
        <pc:spChg chg="add mod">
          <ac:chgData name="Wilmer Ortega Erazo" userId="19082e28a51afb61" providerId="LiveId" clId="{37358661-0E72-41EC-A063-1B1439718DDA}" dt="2023-10-30T00:52:20.839" v="70" actId="1076"/>
          <ac:spMkLst>
            <pc:docMk/>
            <pc:sldMk cId="1740811249" sldId="267"/>
            <ac:spMk id="5" creationId="{CCEA8020-B3AA-3F92-612A-A2743A262AC7}"/>
          </ac:spMkLst>
        </pc:spChg>
        <pc:spChg chg="add mod">
          <ac:chgData name="Wilmer Ortega Erazo" userId="19082e28a51afb61" providerId="LiveId" clId="{37358661-0E72-41EC-A063-1B1439718DDA}" dt="2023-10-30T00:52:28.350" v="71" actId="1076"/>
          <ac:spMkLst>
            <pc:docMk/>
            <pc:sldMk cId="1740811249" sldId="267"/>
            <ac:spMk id="6" creationId="{4ADF12B9-C484-6A3C-74B4-B02D4DE12F46}"/>
          </ac:spMkLst>
        </pc:spChg>
        <pc:spChg chg="add mod">
          <ac:chgData name="Wilmer Ortega Erazo" userId="19082e28a51afb61" providerId="LiveId" clId="{37358661-0E72-41EC-A063-1B1439718DDA}" dt="2023-10-30T00:56:27.860" v="95" actId="313"/>
          <ac:spMkLst>
            <pc:docMk/>
            <pc:sldMk cId="1740811249" sldId="267"/>
            <ac:spMk id="8" creationId="{4E795774-4A0A-22B0-6E7C-94B42DE02D57}"/>
          </ac:spMkLst>
        </pc:spChg>
        <pc:graphicFrameChg chg="add mod">
          <ac:chgData name="Wilmer Ortega Erazo" userId="19082e28a51afb61" providerId="LiveId" clId="{37358661-0E72-41EC-A063-1B1439718DDA}" dt="2023-10-30T00:55:23.734" v="90"/>
          <ac:graphicFrameMkLst>
            <pc:docMk/>
            <pc:sldMk cId="1740811249" sldId="267"/>
            <ac:graphicFrameMk id="3" creationId="{6A0B82A3-0C37-B584-1A1B-CA106BE61DE1}"/>
          </ac:graphicFrameMkLst>
        </pc:graphicFrameChg>
        <pc:graphicFrameChg chg="add mod">
          <ac:chgData name="Wilmer Ortega Erazo" userId="19082e28a51afb61" providerId="LiveId" clId="{37358661-0E72-41EC-A063-1B1439718DDA}" dt="2023-10-30T00:54:59.207" v="85"/>
          <ac:graphicFrameMkLst>
            <pc:docMk/>
            <pc:sldMk cId="1740811249" sldId="267"/>
            <ac:graphicFrameMk id="7" creationId="{CE6A826B-02D1-1C77-0EDB-DA81E7EB9D04}"/>
          </ac:graphicFrameMkLst>
        </pc:graphicFrameChg>
        <pc:graphicFrameChg chg="add mod">
          <ac:chgData name="Wilmer Ortega Erazo" userId="19082e28a51afb61" providerId="LiveId" clId="{37358661-0E72-41EC-A063-1B1439718DDA}" dt="2023-10-30T00:55:54.272" v="94"/>
          <ac:graphicFrameMkLst>
            <pc:docMk/>
            <pc:sldMk cId="1740811249" sldId="267"/>
            <ac:graphicFrameMk id="9" creationId="{CBF83E7A-3679-C37A-05D1-2C7D4100386F}"/>
          </ac:graphicFrameMkLst>
        </pc:graphicFrameChg>
      </pc:sldChg>
      <pc:sldChg chg="addSp delSp modSp add mod">
        <pc:chgData name="Wilmer Ortega Erazo" userId="19082e28a51afb61" providerId="LiveId" clId="{37358661-0E72-41EC-A063-1B1439718DDA}" dt="2023-10-30T00:57:22.310" v="101" actId="1076"/>
        <pc:sldMkLst>
          <pc:docMk/>
          <pc:sldMk cId="1829306844" sldId="268"/>
        </pc:sldMkLst>
        <pc:spChg chg="mod">
          <ac:chgData name="Wilmer Ortega Erazo" userId="19082e28a51afb61" providerId="LiveId" clId="{37358661-0E72-41EC-A063-1B1439718DDA}" dt="2023-10-30T00:57:10.224" v="99" actId="2711"/>
          <ac:spMkLst>
            <pc:docMk/>
            <pc:sldMk cId="1829306844" sldId="268"/>
            <ac:spMk id="4" creationId="{A29C0834-3DBC-9FB3-0E0A-F77D599198EB}"/>
          </ac:spMkLst>
        </pc:spChg>
        <pc:spChg chg="del">
          <ac:chgData name="Wilmer Ortega Erazo" userId="19082e28a51afb61" providerId="LiveId" clId="{37358661-0E72-41EC-A063-1B1439718DDA}" dt="2023-10-30T00:56:51.438" v="97" actId="478"/>
          <ac:spMkLst>
            <pc:docMk/>
            <pc:sldMk cId="1829306844" sldId="268"/>
            <ac:spMk id="5" creationId="{CCEA8020-B3AA-3F92-612A-A2743A262AC7}"/>
          </ac:spMkLst>
        </pc:spChg>
        <pc:spChg chg="del">
          <ac:chgData name="Wilmer Ortega Erazo" userId="19082e28a51afb61" providerId="LiveId" clId="{37358661-0E72-41EC-A063-1B1439718DDA}" dt="2023-10-30T00:56:51.438" v="97" actId="478"/>
          <ac:spMkLst>
            <pc:docMk/>
            <pc:sldMk cId="1829306844" sldId="268"/>
            <ac:spMk id="6" creationId="{4ADF12B9-C484-6A3C-74B4-B02D4DE12F46}"/>
          </ac:spMkLst>
        </pc:spChg>
        <pc:spChg chg="del">
          <ac:chgData name="Wilmer Ortega Erazo" userId="19082e28a51afb61" providerId="LiveId" clId="{37358661-0E72-41EC-A063-1B1439718DDA}" dt="2023-10-30T00:56:51.438" v="97" actId="478"/>
          <ac:spMkLst>
            <pc:docMk/>
            <pc:sldMk cId="1829306844" sldId="268"/>
            <ac:spMk id="8" creationId="{4E795774-4A0A-22B0-6E7C-94B42DE02D57}"/>
          </ac:spMkLst>
        </pc:spChg>
        <pc:graphicFrameChg chg="del">
          <ac:chgData name="Wilmer Ortega Erazo" userId="19082e28a51afb61" providerId="LiveId" clId="{37358661-0E72-41EC-A063-1B1439718DDA}" dt="2023-10-30T00:56:51.438" v="97" actId="478"/>
          <ac:graphicFrameMkLst>
            <pc:docMk/>
            <pc:sldMk cId="1829306844" sldId="268"/>
            <ac:graphicFrameMk id="3" creationId="{6A0B82A3-0C37-B584-1A1B-CA106BE61DE1}"/>
          </ac:graphicFrameMkLst>
        </pc:graphicFrameChg>
        <pc:graphicFrameChg chg="del">
          <ac:chgData name="Wilmer Ortega Erazo" userId="19082e28a51afb61" providerId="LiveId" clId="{37358661-0E72-41EC-A063-1B1439718DDA}" dt="2023-10-30T00:56:51.438" v="97" actId="478"/>
          <ac:graphicFrameMkLst>
            <pc:docMk/>
            <pc:sldMk cId="1829306844" sldId="268"/>
            <ac:graphicFrameMk id="7" creationId="{CE6A826B-02D1-1C77-0EDB-DA81E7EB9D04}"/>
          </ac:graphicFrameMkLst>
        </pc:graphicFrameChg>
        <pc:graphicFrameChg chg="del">
          <ac:chgData name="Wilmer Ortega Erazo" userId="19082e28a51afb61" providerId="LiveId" clId="{37358661-0E72-41EC-A063-1B1439718DDA}" dt="2023-10-30T00:56:51.438" v="97" actId="478"/>
          <ac:graphicFrameMkLst>
            <pc:docMk/>
            <pc:sldMk cId="1829306844" sldId="268"/>
            <ac:graphicFrameMk id="9" creationId="{CBF83E7A-3679-C37A-05D1-2C7D4100386F}"/>
          </ac:graphicFrameMkLst>
        </pc:graphicFrameChg>
        <pc:graphicFrameChg chg="add mod">
          <ac:chgData name="Wilmer Ortega Erazo" userId="19082e28a51afb61" providerId="LiveId" clId="{37358661-0E72-41EC-A063-1B1439718DDA}" dt="2023-10-30T00:57:22.310" v="101" actId="1076"/>
          <ac:graphicFrameMkLst>
            <pc:docMk/>
            <pc:sldMk cId="1829306844" sldId="268"/>
            <ac:graphicFrameMk id="10" creationId="{024F427C-B5B6-3247-E28A-A8E09F2CC892}"/>
          </ac:graphicFrameMkLst>
        </pc:graphicFrameChg>
        <pc:graphicFrameChg chg="add mod">
          <ac:chgData name="Wilmer Ortega Erazo" userId="19082e28a51afb61" providerId="LiveId" clId="{37358661-0E72-41EC-A063-1B1439718DDA}" dt="2023-10-30T00:57:22.310" v="101" actId="1076"/>
          <ac:graphicFrameMkLst>
            <pc:docMk/>
            <pc:sldMk cId="1829306844" sldId="268"/>
            <ac:graphicFrameMk id="11" creationId="{7A9524C5-177F-5AF7-936B-7CD682370302}"/>
          </ac:graphicFrameMkLst>
        </pc:graphicFrameChg>
      </pc:sldChg>
      <pc:sldChg chg="delSp modSp add mod">
        <pc:chgData name="Wilmer Ortega Erazo" userId="19082e28a51afb61" providerId="LiveId" clId="{37358661-0E72-41EC-A063-1B1439718DDA}" dt="2023-10-30T01:30:04" v="130" actId="33524"/>
        <pc:sldMkLst>
          <pc:docMk/>
          <pc:sldMk cId="1741062176" sldId="269"/>
        </pc:sldMkLst>
        <pc:spChg chg="mod">
          <ac:chgData name="Wilmer Ortega Erazo" userId="19082e28a51afb61" providerId="LiveId" clId="{37358661-0E72-41EC-A063-1B1439718DDA}" dt="2023-10-30T01:27:39.547" v="123" actId="20577"/>
          <ac:spMkLst>
            <pc:docMk/>
            <pc:sldMk cId="1741062176" sldId="269"/>
            <ac:spMk id="2" creationId="{91A14A99-37E7-FD86-1156-A753F20D5A3A}"/>
          </ac:spMkLst>
        </pc:spChg>
        <pc:spChg chg="mod">
          <ac:chgData name="Wilmer Ortega Erazo" userId="19082e28a51afb61" providerId="LiveId" clId="{37358661-0E72-41EC-A063-1B1439718DDA}" dt="2023-10-30T01:30:04" v="130" actId="33524"/>
          <ac:spMkLst>
            <pc:docMk/>
            <pc:sldMk cId="1741062176" sldId="269"/>
            <ac:spMk id="4" creationId="{A29C0834-3DBC-9FB3-0E0A-F77D599198EB}"/>
          </ac:spMkLst>
        </pc:spChg>
        <pc:graphicFrameChg chg="del">
          <ac:chgData name="Wilmer Ortega Erazo" userId="19082e28a51afb61" providerId="LiveId" clId="{37358661-0E72-41EC-A063-1B1439718DDA}" dt="2023-10-30T01:27:43.581" v="124" actId="478"/>
          <ac:graphicFrameMkLst>
            <pc:docMk/>
            <pc:sldMk cId="1741062176" sldId="269"/>
            <ac:graphicFrameMk id="10" creationId="{024F427C-B5B6-3247-E28A-A8E09F2CC892}"/>
          </ac:graphicFrameMkLst>
        </pc:graphicFrameChg>
        <pc:graphicFrameChg chg="del">
          <ac:chgData name="Wilmer Ortega Erazo" userId="19082e28a51afb61" providerId="LiveId" clId="{37358661-0E72-41EC-A063-1B1439718DDA}" dt="2023-10-30T01:27:43.581" v="124" actId="478"/>
          <ac:graphicFrameMkLst>
            <pc:docMk/>
            <pc:sldMk cId="1741062176" sldId="269"/>
            <ac:graphicFrameMk id="11" creationId="{7A9524C5-177F-5AF7-936B-7CD682370302}"/>
          </ac:graphicFrameMkLst>
        </pc:graphicFrameChg>
      </pc:sldChg>
      <pc:sldChg chg="modSp add mod">
        <pc:chgData name="Wilmer Ortega Erazo" userId="19082e28a51afb61" providerId="LiveId" clId="{37358661-0E72-41EC-A063-1B1439718DDA}" dt="2023-10-30T01:39:09.714" v="132"/>
        <pc:sldMkLst>
          <pc:docMk/>
          <pc:sldMk cId="241043996" sldId="270"/>
        </pc:sldMkLst>
        <pc:spChg chg="mod">
          <ac:chgData name="Wilmer Ortega Erazo" userId="19082e28a51afb61" providerId="LiveId" clId="{37358661-0E72-41EC-A063-1B1439718DDA}" dt="2023-10-30T01:39:09.714" v="132"/>
          <ac:spMkLst>
            <pc:docMk/>
            <pc:sldMk cId="241043996" sldId="270"/>
            <ac:spMk id="4" creationId="{A29C0834-3DBC-9FB3-0E0A-F77D599198EB}"/>
          </ac:spMkLst>
        </pc:spChg>
      </pc:sldChg>
      <pc:sldChg chg="modSp add mod">
        <pc:chgData name="Wilmer Ortega Erazo" userId="19082e28a51afb61" providerId="LiveId" clId="{37358661-0E72-41EC-A063-1B1439718DDA}" dt="2023-10-30T01:47:32.361" v="196" actId="790"/>
        <pc:sldMkLst>
          <pc:docMk/>
          <pc:sldMk cId="3575138044" sldId="271"/>
        </pc:sldMkLst>
        <pc:spChg chg="mod">
          <ac:chgData name="Wilmer Ortega Erazo" userId="19082e28a51afb61" providerId="LiveId" clId="{37358661-0E72-41EC-A063-1B1439718DDA}" dt="2023-10-30T01:47:32.361" v="196" actId="790"/>
          <ac:spMkLst>
            <pc:docMk/>
            <pc:sldMk cId="3575138044" sldId="271"/>
            <ac:spMk id="4" creationId="{A29C0834-3DBC-9FB3-0E0A-F77D599198EB}"/>
          </ac:spMkLst>
        </pc:spChg>
      </pc:sldChg>
      <pc:sldChg chg="modSp add mod">
        <pc:chgData name="Wilmer Ortega Erazo" userId="19082e28a51afb61" providerId="LiveId" clId="{37358661-0E72-41EC-A063-1B1439718DDA}" dt="2023-10-30T01:41:45.380" v="142" actId="790"/>
        <pc:sldMkLst>
          <pc:docMk/>
          <pc:sldMk cId="1613072232" sldId="272"/>
        </pc:sldMkLst>
        <pc:spChg chg="mod">
          <ac:chgData name="Wilmer Ortega Erazo" userId="19082e28a51afb61" providerId="LiveId" clId="{37358661-0E72-41EC-A063-1B1439718DDA}" dt="2023-10-30T01:41:45.380" v="142" actId="790"/>
          <ac:spMkLst>
            <pc:docMk/>
            <pc:sldMk cId="1613072232" sldId="272"/>
            <ac:spMk id="4" creationId="{A29C0834-3DBC-9FB3-0E0A-F77D599198EB}"/>
          </ac:spMkLst>
        </pc:spChg>
      </pc:sldChg>
      <pc:sldChg chg="modSp add mod">
        <pc:chgData name="Wilmer Ortega Erazo" userId="19082e28a51afb61" providerId="LiveId" clId="{37358661-0E72-41EC-A063-1B1439718DDA}" dt="2023-10-30T01:45:09.148" v="173" actId="20577"/>
        <pc:sldMkLst>
          <pc:docMk/>
          <pc:sldMk cId="2091347457" sldId="273"/>
        </pc:sldMkLst>
        <pc:spChg chg="mod">
          <ac:chgData name="Wilmer Ortega Erazo" userId="19082e28a51afb61" providerId="LiveId" clId="{37358661-0E72-41EC-A063-1B1439718DDA}" dt="2023-10-30T01:45:09.148" v="173" actId="20577"/>
          <ac:spMkLst>
            <pc:docMk/>
            <pc:sldMk cId="2091347457" sldId="273"/>
            <ac:spMk id="2" creationId="{91A14A99-37E7-FD86-1156-A753F20D5A3A}"/>
          </ac:spMkLst>
        </pc:spChg>
        <pc:spChg chg="mod">
          <ac:chgData name="Wilmer Ortega Erazo" userId="19082e28a51afb61" providerId="LiveId" clId="{37358661-0E72-41EC-A063-1B1439718DDA}" dt="2023-10-30T01:44:53.824" v="150" actId="20577"/>
          <ac:spMkLst>
            <pc:docMk/>
            <pc:sldMk cId="2091347457" sldId="273"/>
            <ac:spMk id="4" creationId="{A29C0834-3DBC-9FB3-0E0A-F77D599198EB}"/>
          </ac:spMkLst>
        </pc:spChg>
      </pc:sldChg>
      <pc:sldChg chg="new del">
        <pc:chgData name="Wilmer Ortega Erazo" userId="19082e28a51afb61" providerId="LiveId" clId="{37358661-0E72-41EC-A063-1B1439718DDA}" dt="2023-10-30T01:44:26.435" v="144" actId="2696"/>
        <pc:sldMkLst>
          <pc:docMk/>
          <pc:sldMk cId="2265983643" sldId="273"/>
        </pc:sldMkLst>
      </pc:sldChg>
      <pc:sldChg chg="addSp delSp modSp add mod">
        <pc:chgData name="Wilmer Ortega Erazo" userId="19082e28a51afb61" providerId="LiveId" clId="{37358661-0E72-41EC-A063-1B1439718DDA}" dt="2023-10-30T01:46:17.506" v="193" actId="20577"/>
        <pc:sldMkLst>
          <pc:docMk/>
          <pc:sldMk cId="1212974123" sldId="274"/>
        </pc:sldMkLst>
        <pc:spChg chg="mod">
          <ac:chgData name="Wilmer Ortega Erazo" userId="19082e28a51afb61" providerId="LiveId" clId="{37358661-0E72-41EC-A063-1B1439718DDA}" dt="2023-10-30T01:46:17.506" v="193" actId="20577"/>
          <ac:spMkLst>
            <pc:docMk/>
            <pc:sldMk cId="1212974123" sldId="274"/>
            <ac:spMk id="4" creationId="{A29C0834-3DBC-9FB3-0E0A-F77D599198EB}"/>
          </ac:spMkLst>
        </pc:spChg>
        <pc:spChg chg="add del">
          <ac:chgData name="Wilmer Ortega Erazo" userId="19082e28a51afb61" providerId="LiveId" clId="{37358661-0E72-41EC-A063-1B1439718DDA}" dt="2023-10-30T01:45:41.849" v="178" actId="22"/>
          <ac:spMkLst>
            <pc:docMk/>
            <pc:sldMk cId="1212974123" sldId="274"/>
            <ac:spMk id="5" creationId="{569C37AF-3738-6809-DBF7-02071AA8EF7D}"/>
          </ac:spMkLst>
        </pc:spChg>
        <pc:spChg chg="add del mod">
          <ac:chgData name="Wilmer Ortega Erazo" userId="19082e28a51afb61" providerId="LiveId" clId="{37358661-0E72-41EC-A063-1B1439718DDA}" dt="2023-10-30T01:46:03.710" v="182" actId="478"/>
          <ac:spMkLst>
            <pc:docMk/>
            <pc:sldMk cId="1212974123" sldId="274"/>
            <ac:spMk id="6" creationId="{23780EAF-E9C3-6845-7EA6-854F4962D456}"/>
          </ac:spMkLst>
        </pc:spChg>
      </pc:sldChg>
      <pc:sldChg chg="modSp add mod">
        <pc:chgData name="Wilmer Ortega Erazo" userId="19082e28a51afb61" providerId="LiveId" clId="{37358661-0E72-41EC-A063-1B1439718DDA}" dt="2023-10-30T01:48:16.204" v="221" actId="255"/>
        <pc:sldMkLst>
          <pc:docMk/>
          <pc:sldMk cId="2319815427" sldId="275"/>
        </pc:sldMkLst>
        <pc:spChg chg="mod">
          <ac:chgData name="Wilmer Ortega Erazo" userId="19082e28a51afb61" providerId="LiveId" clId="{37358661-0E72-41EC-A063-1B1439718DDA}" dt="2023-10-30T01:48:16.204" v="221" actId="255"/>
          <ac:spMkLst>
            <pc:docMk/>
            <pc:sldMk cId="2319815427" sldId="275"/>
            <ac:spMk id="2" creationId="{91A14A99-37E7-FD86-1156-A753F20D5A3A}"/>
          </ac:spMkLst>
        </pc:spChg>
        <pc:spChg chg="mod">
          <ac:chgData name="Wilmer Ortega Erazo" userId="19082e28a51afb61" providerId="LiveId" clId="{37358661-0E72-41EC-A063-1B1439718DDA}" dt="2023-10-30T01:47:52.532" v="202" actId="33524"/>
          <ac:spMkLst>
            <pc:docMk/>
            <pc:sldMk cId="2319815427" sldId="275"/>
            <ac:spMk id="4" creationId="{A29C0834-3DBC-9FB3-0E0A-F77D599198EB}"/>
          </ac:spMkLst>
        </pc:spChg>
      </pc:sldChg>
      <pc:sldChg chg="modSp add mod">
        <pc:chgData name="Wilmer Ortega Erazo" userId="19082e28a51afb61" providerId="LiveId" clId="{37358661-0E72-41EC-A063-1B1439718DDA}" dt="2023-10-30T01:48:42.043" v="228" actId="20577"/>
        <pc:sldMkLst>
          <pc:docMk/>
          <pc:sldMk cId="1244493863" sldId="276"/>
        </pc:sldMkLst>
        <pc:spChg chg="mod">
          <ac:chgData name="Wilmer Ortega Erazo" userId="19082e28a51afb61" providerId="LiveId" clId="{37358661-0E72-41EC-A063-1B1439718DDA}" dt="2023-10-30T01:48:42.043" v="228" actId="20577"/>
          <ac:spMkLst>
            <pc:docMk/>
            <pc:sldMk cId="1244493863" sldId="276"/>
            <ac:spMk id="4" creationId="{A29C0834-3DBC-9FB3-0E0A-F77D599198EB}"/>
          </ac:spMkLst>
        </pc:spChg>
      </pc:sldChg>
      <pc:sldChg chg="addSp modSp add mod">
        <pc:chgData name="Wilmer Ortega Erazo" userId="19082e28a51afb61" providerId="LiveId" clId="{37358661-0E72-41EC-A063-1B1439718DDA}" dt="2023-10-30T02:13:38.339" v="604" actId="108"/>
        <pc:sldMkLst>
          <pc:docMk/>
          <pc:sldMk cId="1188996019" sldId="277"/>
        </pc:sldMkLst>
        <pc:spChg chg="mod">
          <ac:chgData name="Wilmer Ortega Erazo" userId="19082e28a51afb61" providerId="LiveId" clId="{37358661-0E72-41EC-A063-1B1439718DDA}" dt="2023-10-30T01:51:32.163" v="281" actId="20577"/>
          <ac:spMkLst>
            <pc:docMk/>
            <pc:sldMk cId="1188996019" sldId="277"/>
            <ac:spMk id="2" creationId="{91A14A99-37E7-FD86-1156-A753F20D5A3A}"/>
          </ac:spMkLst>
        </pc:spChg>
        <pc:spChg chg="add mod">
          <ac:chgData name="Wilmer Ortega Erazo" userId="19082e28a51afb61" providerId="LiveId" clId="{37358661-0E72-41EC-A063-1B1439718DDA}" dt="2023-10-30T01:52:22.812" v="286" actId="1076"/>
          <ac:spMkLst>
            <pc:docMk/>
            <pc:sldMk cId="1188996019" sldId="277"/>
            <ac:spMk id="3" creationId="{90488AC3-D92E-0129-61EF-2DB3FBAA759C}"/>
          </ac:spMkLst>
        </pc:spChg>
        <pc:spChg chg="mod">
          <ac:chgData name="Wilmer Ortega Erazo" userId="19082e28a51afb61" providerId="LiveId" clId="{37358661-0E72-41EC-A063-1B1439718DDA}" dt="2023-10-30T02:13:38.339" v="604" actId="108"/>
          <ac:spMkLst>
            <pc:docMk/>
            <pc:sldMk cId="1188996019" sldId="277"/>
            <ac:spMk id="4" creationId="{A29C0834-3DBC-9FB3-0E0A-F77D599198EB}"/>
          </ac:spMkLst>
        </pc:spChg>
        <pc:spChg chg="add mod">
          <ac:chgData name="Wilmer Ortega Erazo" userId="19082e28a51afb61" providerId="LiveId" clId="{37358661-0E72-41EC-A063-1B1439718DDA}" dt="2023-10-30T01:52:25.290" v="287" actId="1076"/>
          <ac:spMkLst>
            <pc:docMk/>
            <pc:sldMk cId="1188996019" sldId="277"/>
            <ac:spMk id="5" creationId="{B6E1A909-E82D-3AE8-E550-ECE143606FCD}"/>
          </ac:spMkLst>
        </pc:spChg>
      </pc:sldChg>
      <pc:sldChg chg="delSp modSp add mod">
        <pc:chgData name="Wilmer Ortega Erazo" userId="19082e28a51afb61" providerId="LiveId" clId="{37358661-0E72-41EC-A063-1B1439718DDA}" dt="2023-10-30T01:56:45.866" v="353" actId="20577"/>
        <pc:sldMkLst>
          <pc:docMk/>
          <pc:sldMk cId="3135676213" sldId="278"/>
        </pc:sldMkLst>
        <pc:spChg chg="mod">
          <ac:chgData name="Wilmer Ortega Erazo" userId="19082e28a51afb61" providerId="LiveId" clId="{37358661-0E72-41EC-A063-1B1439718DDA}" dt="2023-10-30T01:53:58.499" v="316" actId="20577"/>
          <ac:spMkLst>
            <pc:docMk/>
            <pc:sldMk cId="3135676213" sldId="278"/>
            <ac:spMk id="2" creationId="{91A14A99-37E7-FD86-1156-A753F20D5A3A}"/>
          </ac:spMkLst>
        </pc:spChg>
        <pc:spChg chg="del">
          <ac:chgData name="Wilmer Ortega Erazo" userId="19082e28a51afb61" providerId="LiveId" clId="{37358661-0E72-41EC-A063-1B1439718DDA}" dt="2023-10-30T01:54:03.827" v="317" actId="478"/>
          <ac:spMkLst>
            <pc:docMk/>
            <pc:sldMk cId="3135676213" sldId="278"/>
            <ac:spMk id="3" creationId="{90488AC3-D92E-0129-61EF-2DB3FBAA759C}"/>
          </ac:spMkLst>
        </pc:spChg>
        <pc:spChg chg="mod">
          <ac:chgData name="Wilmer Ortega Erazo" userId="19082e28a51afb61" providerId="LiveId" clId="{37358661-0E72-41EC-A063-1B1439718DDA}" dt="2023-10-30T01:56:45.866" v="353" actId="20577"/>
          <ac:spMkLst>
            <pc:docMk/>
            <pc:sldMk cId="3135676213" sldId="278"/>
            <ac:spMk id="4" creationId="{A29C0834-3DBC-9FB3-0E0A-F77D599198EB}"/>
          </ac:spMkLst>
        </pc:spChg>
        <pc:spChg chg="del">
          <ac:chgData name="Wilmer Ortega Erazo" userId="19082e28a51afb61" providerId="LiveId" clId="{37358661-0E72-41EC-A063-1B1439718DDA}" dt="2023-10-30T01:54:05.129" v="318" actId="478"/>
          <ac:spMkLst>
            <pc:docMk/>
            <pc:sldMk cId="3135676213" sldId="278"/>
            <ac:spMk id="5" creationId="{B6E1A909-E82D-3AE8-E550-ECE143606FCD}"/>
          </ac:spMkLst>
        </pc:spChg>
      </pc:sldChg>
      <pc:sldChg chg="addSp delSp modSp add mod">
        <pc:chgData name="Wilmer Ortega Erazo" userId="19082e28a51afb61" providerId="LiveId" clId="{37358661-0E72-41EC-A063-1B1439718DDA}" dt="2023-11-05T23:48:30.998" v="610" actId="478"/>
        <pc:sldMkLst>
          <pc:docMk/>
          <pc:sldMk cId="3452294737" sldId="279"/>
        </pc:sldMkLst>
        <pc:spChg chg="del mod">
          <ac:chgData name="Wilmer Ortega Erazo" userId="19082e28a51afb61" providerId="LiveId" clId="{37358661-0E72-41EC-A063-1B1439718DDA}" dt="2023-10-30T02:11:50.321" v="595" actId="478"/>
          <ac:spMkLst>
            <pc:docMk/>
            <pc:sldMk cId="3452294737" sldId="279"/>
            <ac:spMk id="3" creationId="{90488AC3-D92E-0129-61EF-2DB3FBAA759C}"/>
          </ac:spMkLst>
        </pc:spChg>
        <pc:spChg chg="mod">
          <ac:chgData name="Wilmer Ortega Erazo" userId="19082e28a51afb61" providerId="LiveId" clId="{37358661-0E72-41EC-A063-1B1439718DDA}" dt="2023-10-30T02:13:22.826" v="601" actId="108"/>
          <ac:spMkLst>
            <pc:docMk/>
            <pc:sldMk cId="3452294737" sldId="279"/>
            <ac:spMk id="4" creationId="{A29C0834-3DBC-9FB3-0E0A-F77D599198EB}"/>
          </ac:spMkLst>
        </pc:spChg>
        <pc:spChg chg="del mod">
          <ac:chgData name="Wilmer Ortega Erazo" userId="19082e28a51afb61" providerId="LiveId" clId="{37358661-0E72-41EC-A063-1B1439718DDA}" dt="2023-10-30T02:11:48.905" v="594" actId="478"/>
          <ac:spMkLst>
            <pc:docMk/>
            <pc:sldMk cId="3452294737" sldId="279"/>
            <ac:spMk id="5" creationId="{B6E1A909-E82D-3AE8-E550-ECE143606FCD}"/>
          </ac:spMkLst>
        </pc:spChg>
        <pc:spChg chg="add del">
          <ac:chgData name="Wilmer Ortega Erazo" userId="19082e28a51afb61" providerId="LiveId" clId="{37358661-0E72-41EC-A063-1B1439718DDA}" dt="2023-11-05T23:48:30.998" v="610" actId="478"/>
          <ac:spMkLst>
            <pc:docMk/>
            <pc:sldMk cId="3452294737" sldId="279"/>
            <ac:spMk id="6" creationId="{7FB23471-35A3-DF2B-163B-AB596F9CD3AF}"/>
          </ac:spMkLst>
        </pc:spChg>
        <pc:spChg chg="add del mod">
          <ac:chgData name="Wilmer Ortega Erazo" userId="19082e28a51afb61" providerId="LiveId" clId="{37358661-0E72-41EC-A063-1B1439718DDA}" dt="2023-10-30T02:04:01.888" v="367"/>
          <ac:spMkLst>
            <pc:docMk/>
            <pc:sldMk cId="3452294737" sldId="279"/>
            <ac:spMk id="7" creationId="{751CA3F1-5610-ADA6-3680-B1AAF1EBC1E9}"/>
          </ac:spMkLst>
        </pc:spChg>
      </pc:sldChg>
      <pc:sldChg chg="addSp delSp modSp add mod ord">
        <pc:chgData name="Wilmer Ortega Erazo" userId="19082e28a51afb61" providerId="LiveId" clId="{37358661-0E72-41EC-A063-1B1439718DDA}" dt="2023-11-06T00:11:34.804" v="962" actId="20577"/>
        <pc:sldMkLst>
          <pc:docMk/>
          <pc:sldMk cId="1249436642" sldId="280"/>
        </pc:sldMkLst>
        <pc:spChg chg="mod">
          <ac:chgData name="Wilmer Ortega Erazo" userId="19082e28a51afb61" providerId="LiveId" clId="{37358661-0E72-41EC-A063-1B1439718DDA}" dt="2023-11-05T23:49:21.165" v="636" actId="20577"/>
          <ac:spMkLst>
            <pc:docMk/>
            <pc:sldMk cId="1249436642" sldId="280"/>
            <ac:spMk id="2" creationId="{91A14A99-37E7-FD86-1156-A753F20D5A3A}"/>
          </ac:spMkLst>
        </pc:spChg>
        <pc:spChg chg="mod">
          <ac:chgData name="Wilmer Ortega Erazo" userId="19082e28a51afb61" providerId="LiveId" clId="{37358661-0E72-41EC-A063-1B1439718DDA}" dt="2023-11-06T00:11:34.804" v="962" actId="20577"/>
          <ac:spMkLst>
            <pc:docMk/>
            <pc:sldMk cId="1249436642" sldId="280"/>
            <ac:spMk id="4" creationId="{A29C0834-3DBC-9FB3-0E0A-F77D599198EB}"/>
          </ac:spMkLst>
        </pc:spChg>
        <pc:spChg chg="del">
          <ac:chgData name="Wilmer Ortega Erazo" userId="19082e28a51afb61" providerId="LiveId" clId="{37358661-0E72-41EC-A063-1B1439718DDA}" dt="2023-11-05T23:48:20.446" v="608" actId="478"/>
          <ac:spMkLst>
            <pc:docMk/>
            <pc:sldMk cId="1249436642" sldId="280"/>
            <ac:spMk id="6" creationId="{7FB23471-35A3-DF2B-163B-AB596F9CD3AF}"/>
          </ac:spMkLst>
        </pc:spChg>
        <pc:picChg chg="add mod">
          <ac:chgData name="Wilmer Ortega Erazo" userId="19082e28a51afb61" providerId="LiveId" clId="{37358661-0E72-41EC-A063-1B1439718DDA}" dt="2023-11-06T00:04:07.925" v="847" actId="1076"/>
          <ac:picMkLst>
            <pc:docMk/>
            <pc:sldMk cId="1249436642" sldId="280"/>
            <ac:picMk id="3" creationId="{519522D0-EFC3-C4A5-8DA0-6257FF3120E4}"/>
          </ac:picMkLst>
        </pc:picChg>
      </pc:sldChg>
      <pc:sldChg chg="modSp add mod">
        <pc:chgData name="Wilmer Ortega Erazo" userId="19082e28a51afb61" providerId="LiveId" clId="{37358661-0E72-41EC-A063-1B1439718DDA}" dt="2023-11-05T23:58:26.508" v="700" actId="20577"/>
        <pc:sldMkLst>
          <pc:docMk/>
          <pc:sldMk cId="968171575" sldId="281"/>
        </pc:sldMkLst>
        <pc:spChg chg="mod">
          <ac:chgData name="Wilmer Ortega Erazo" userId="19082e28a51afb61" providerId="LiveId" clId="{37358661-0E72-41EC-A063-1B1439718DDA}" dt="2023-11-05T23:58:26.508" v="700" actId="20577"/>
          <ac:spMkLst>
            <pc:docMk/>
            <pc:sldMk cId="968171575" sldId="281"/>
            <ac:spMk id="2" creationId="{91A14A99-37E7-FD86-1156-A753F20D5A3A}"/>
          </ac:spMkLst>
        </pc:spChg>
        <pc:spChg chg="mod">
          <ac:chgData name="Wilmer Ortega Erazo" userId="19082e28a51afb61" providerId="LiveId" clId="{37358661-0E72-41EC-A063-1B1439718DDA}" dt="2023-11-05T23:51:04.516" v="645" actId="255"/>
          <ac:spMkLst>
            <pc:docMk/>
            <pc:sldMk cId="968171575" sldId="281"/>
            <ac:spMk id="4" creationId="{A29C0834-3DBC-9FB3-0E0A-F77D599198EB}"/>
          </ac:spMkLst>
        </pc:spChg>
      </pc:sldChg>
      <pc:sldChg chg="addSp modSp add mod">
        <pc:chgData name="Wilmer Ortega Erazo" userId="19082e28a51afb61" providerId="LiveId" clId="{37358661-0E72-41EC-A063-1B1439718DDA}" dt="2023-11-06T00:11:30.340" v="961" actId="20577"/>
        <pc:sldMkLst>
          <pc:docMk/>
          <pc:sldMk cId="304477602" sldId="282"/>
        </pc:sldMkLst>
        <pc:spChg chg="mod">
          <ac:chgData name="Wilmer Ortega Erazo" userId="19082e28a51afb61" providerId="LiveId" clId="{37358661-0E72-41EC-A063-1B1439718DDA}" dt="2023-11-05T23:58:33.532" v="701"/>
          <ac:spMkLst>
            <pc:docMk/>
            <pc:sldMk cId="304477602" sldId="282"/>
            <ac:spMk id="2" creationId="{91A14A99-37E7-FD86-1156-A753F20D5A3A}"/>
          </ac:spMkLst>
        </pc:spChg>
        <pc:spChg chg="mod">
          <ac:chgData name="Wilmer Ortega Erazo" userId="19082e28a51afb61" providerId="LiveId" clId="{37358661-0E72-41EC-A063-1B1439718DDA}" dt="2023-11-06T00:11:30.340" v="961" actId="20577"/>
          <ac:spMkLst>
            <pc:docMk/>
            <pc:sldMk cId="304477602" sldId="282"/>
            <ac:spMk id="4" creationId="{A29C0834-3DBC-9FB3-0E0A-F77D599198EB}"/>
          </ac:spMkLst>
        </pc:spChg>
        <pc:picChg chg="add mod">
          <ac:chgData name="Wilmer Ortega Erazo" userId="19082e28a51afb61" providerId="LiveId" clId="{37358661-0E72-41EC-A063-1B1439718DDA}" dt="2023-11-06T00:04:30.077" v="852" actId="1076"/>
          <ac:picMkLst>
            <pc:docMk/>
            <pc:sldMk cId="304477602" sldId="282"/>
            <ac:picMk id="3" creationId="{27F1070A-D6A0-F83C-15BD-E60CC4035D8F}"/>
          </ac:picMkLst>
        </pc:picChg>
      </pc:sldChg>
      <pc:sldChg chg="modSp add mod">
        <pc:chgData name="Wilmer Ortega Erazo" userId="19082e28a51afb61" providerId="LiveId" clId="{37358661-0E72-41EC-A063-1B1439718DDA}" dt="2023-11-05T23:59:04.108" v="741" actId="20577"/>
        <pc:sldMkLst>
          <pc:docMk/>
          <pc:sldMk cId="3524006769" sldId="283"/>
        </pc:sldMkLst>
        <pc:spChg chg="mod">
          <ac:chgData name="Wilmer Ortega Erazo" userId="19082e28a51afb61" providerId="LiveId" clId="{37358661-0E72-41EC-A063-1B1439718DDA}" dt="2023-11-05T23:59:04.108" v="741" actId="20577"/>
          <ac:spMkLst>
            <pc:docMk/>
            <pc:sldMk cId="3524006769" sldId="283"/>
            <ac:spMk id="2" creationId="{91A14A99-37E7-FD86-1156-A753F20D5A3A}"/>
          </ac:spMkLst>
        </pc:spChg>
        <pc:spChg chg="mod">
          <ac:chgData name="Wilmer Ortega Erazo" userId="19082e28a51afb61" providerId="LiveId" clId="{37358661-0E72-41EC-A063-1B1439718DDA}" dt="2023-11-05T23:54:14.853" v="656" actId="33524"/>
          <ac:spMkLst>
            <pc:docMk/>
            <pc:sldMk cId="3524006769" sldId="283"/>
            <ac:spMk id="4" creationId="{A29C0834-3DBC-9FB3-0E0A-F77D599198EB}"/>
          </ac:spMkLst>
        </pc:spChg>
      </pc:sldChg>
      <pc:sldChg chg="addSp modSp add mod">
        <pc:chgData name="Wilmer Ortega Erazo" userId="19082e28a51afb61" providerId="LiveId" clId="{37358661-0E72-41EC-A063-1B1439718DDA}" dt="2023-11-06T00:11:23.476" v="960" actId="20577"/>
        <pc:sldMkLst>
          <pc:docMk/>
          <pc:sldMk cId="1493926123" sldId="284"/>
        </pc:sldMkLst>
        <pc:spChg chg="mod">
          <ac:chgData name="Wilmer Ortega Erazo" userId="19082e28a51afb61" providerId="LiveId" clId="{37358661-0E72-41EC-A063-1B1439718DDA}" dt="2023-11-05T23:59:21.356" v="764" actId="20577"/>
          <ac:spMkLst>
            <pc:docMk/>
            <pc:sldMk cId="1493926123" sldId="284"/>
            <ac:spMk id="2" creationId="{91A14A99-37E7-FD86-1156-A753F20D5A3A}"/>
          </ac:spMkLst>
        </pc:spChg>
        <pc:spChg chg="mod">
          <ac:chgData name="Wilmer Ortega Erazo" userId="19082e28a51afb61" providerId="LiveId" clId="{37358661-0E72-41EC-A063-1B1439718DDA}" dt="2023-11-06T00:11:23.476" v="960" actId="20577"/>
          <ac:spMkLst>
            <pc:docMk/>
            <pc:sldMk cId="1493926123" sldId="284"/>
            <ac:spMk id="4" creationId="{A29C0834-3DBC-9FB3-0E0A-F77D599198EB}"/>
          </ac:spMkLst>
        </pc:spChg>
        <pc:picChg chg="add mod">
          <ac:chgData name="Wilmer Ortega Erazo" userId="19082e28a51afb61" providerId="LiveId" clId="{37358661-0E72-41EC-A063-1B1439718DDA}" dt="2023-11-06T00:05:29.029" v="867" actId="1076"/>
          <ac:picMkLst>
            <pc:docMk/>
            <pc:sldMk cId="1493926123" sldId="284"/>
            <ac:picMk id="3" creationId="{8C33A94E-0CCB-7310-6B71-0AD6A7548865}"/>
          </ac:picMkLst>
        </pc:picChg>
      </pc:sldChg>
      <pc:sldChg chg="addSp modSp add mod">
        <pc:chgData name="Wilmer Ortega Erazo" userId="19082e28a51afb61" providerId="LiveId" clId="{37358661-0E72-41EC-A063-1B1439718DDA}" dt="2023-11-06T00:11:20.140" v="959" actId="20577"/>
        <pc:sldMkLst>
          <pc:docMk/>
          <pc:sldMk cId="391979419" sldId="285"/>
        </pc:sldMkLst>
        <pc:spChg chg="mod">
          <ac:chgData name="Wilmer Ortega Erazo" userId="19082e28a51afb61" providerId="LiveId" clId="{37358661-0E72-41EC-A063-1B1439718DDA}" dt="2023-11-05T23:59:33.763" v="765"/>
          <ac:spMkLst>
            <pc:docMk/>
            <pc:sldMk cId="391979419" sldId="285"/>
            <ac:spMk id="2" creationId="{91A14A99-37E7-FD86-1156-A753F20D5A3A}"/>
          </ac:spMkLst>
        </pc:spChg>
        <pc:spChg chg="mod">
          <ac:chgData name="Wilmer Ortega Erazo" userId="19082e28a51afb61" providerId="LiveId" clId="{37358661-0E72-41EC-A063-1B1439718DDA}" dt="2023-11-06T00:11:20.140" v="959" actId="20577"/>
          <ac:spMkLst>
            <pc:docMk/>
            <pc:sldMk cId="391979419" sldId="285"/>
            <ac:spMk id="4" creationId="{A29C0834-3DBC-9FB3-0E0A-F77D599198EB}"/>
          </ac:spMkLst>
        </pc:spChg>
        <pc:picChg chg="add mod">
          <ac:chgData name="Wilmer Ortega Erazo" userId="19082e28a51afb61" providerId="LiveId" clId="{37358661-0E72-41EC-A063-1B1439718DDA}" dt="2023-11-06T00:06:00.293" v="877" actId="14100"/>
          <ac:picMkLst>
            <pc:docMk/>
            <pc:sldMk cId="391979419" sldId="285"/>
            <ac:picMk id="3" creationId="{8E8FC5AD-37E6-D72A-9E51-F7863274597C}"/>
          </ac:picMkLst>
        </pc:picChg>
        <pc:picChg chg="add mod">
          <ac:chgData name="Wilmer Ortega Erazo" userId="19082e28a51afb61" providerId="LiveId" clId="{37358661-0E72-41EC-A063-1B1439718DDA}" dt="2023-11-06T00:06:08.973" v="879" actId="1076"/>
          <ac:picMkLst>
            <pc:docMk/>
            <pc:sldMk cId="391979419" sldId="285"/>
            <ac:picMk id="5" creationId="{D3F8BDD6-BC92-23B9-D14B-67FAB4344E34}"/>
          </ac:picMkLst>
        </pc:picChg>
      </pc:sldChg>
      <pc:sldChg chg="addSp modSp add mod">
        <pc:chgData name="Wilmer Ortega Erazo" userId="19082e28a51afb61" providerId="LiveId" clId="{37358661-0E72-41EC-A063-1B1439718DDA}" dt="2023-11-06T00:11:14.604" v="957" actId="20577"/>
        <pc:sldMkLst>
          <pc:docMk/>
          <pc:sldMk cId="939997241" sldId="286"/>
        </pc:sldMkLst>
        <pc:spChg chg="mod">
          <ac:chgData name="Wilmer Ortega Erazo" userId="19082e28a51afb61" providerId="LiveId" clId="{37358661-0E72-41EC-A063-1B1439718DDA}" dt="2023-11-06T00:00:46.037" v="817" actId="20577"/>
          <ac:spMkLst>
            <pc:docMk/>
            <pc:sldMk cId="939997241" sldId="286"/>
            <ac:spMk id="2" creationId="{91A14A99-37E7-FD86-1156-A753F20D5A3A}"/>
          </ac:spMkLst>
        </pc:spChg>
        <pc:spChg chg="mod">
          <ac:chgData name="Wilmer Ortega Erazo" userId="19082e28a51afb61" providerId="LiveId" clId="{37358661-0E72-41EC-A063-1B1439718DDA}" dt="2023-11-06T00:11:14.604" v="957" actId="20577"/>
          <ac:spMkLst>
            <pc:docMk/>
            <pc:sldMk cId="939997241" sldId="286"/>
            <ac:spMk id="4" creationId="{A29C0834-3DBC-9FB3-0E0A-F77D599198EB}"/>
          </ac:spMkLst>
        </pc:spChg>
        <pc:picChg chg="add mod">
          <ac:chgData name="Wilmer Ortega Erazo" userId="19082e28a51afb61" providerId="LiveId" clId="{37358661-0E72-41EC-A063-1B1439718DDA}" dt="2023-11-06T00:06:45.925" v="885" actId="1076"/>
          <ac:picMkLst>
            <pc:docMk/>
            <pc:sldMk cId="939997241" sldId="286"/>
            <ac:picMk id="3" creationId="{F070C40F-0613-8A40-F4CC-2C4176F6F0ED}"/>
          </ac:picMkLst>
        </pc:picChg>
      </pc:sldChg>
      <pc:sldChg chg="addSp modSp add mod">
        <pc:chgData name="Wilmer Ortega Erazo" userId="19082e28a51afb61" providerId="LiveId" clId="{37358661-0E72-41EC-A063-1B1439718DDA}" dt="2023-11-06T00:11:11.093" v="956" actId="33524"/>
        <pc:sldMkLst>
          <pc:docMk/>
          <pc:sldMk cId="906179917" sldId="287"/>
        </pc:sldMkLst>
        <pc:spChg chg="mod">
          <ac:chgData name="Wilmer Ortega Erazo" userId="19082e28a51afb61" providerId="LiveId" clId="{37358661-0E72-41EC-A063-1B1439718DDA}" dt="2023-11-06T00:03:19.148" v="841" actId="20577"/>
          <ac:spMkLst>
            <pc:docMk/>
            <pc:sldMk cId="906179917" sldId="287"/>
            <ac:spMk id="2" creationId="{91A14A99-37E7-FD86-1156-A753F20D5A3A}"/>
          </ac:spMkLst>
        </pc:spChg>
        <pc:spChg chg="mod">
          <ac:chgData name="Wilmer Ortega Erazo" userId="19082e28a51afb61" providerId="LiveId" clId="{37358661-0E72-41EC-A063-1B1439718DDA}" dt="2023-11-06T00:11:11.093" v="956" actId="33524"/>
          <ac:spMkLst>
            <pc:docMk/>
            <pc:sldMk cId="906179917" sldId="287"/>
            <ac:spMk id="4" creationId="{A29C0834-3DBC-9FB3-0E0A-F77D599198EB}"/>
          </ac:spMkLst>
        </pc:spChg>
        <pc:picChg chg="add mod">
          <ac:chgData name="Wilmer Ortega Erazo" userId="19082e28a51afb61" providerId="LiveId" clId="{37358661-0E72-41EC-A063-1B1439718DDA}" dt="2023-11-06T00:06:59.165" v="887" actId="1076"/>
          <ac:picMkLst>
            <pc:docMk/>
            <pc:sldMk cId="906179917" sldId="287"/>
            <ac:picMk id="3" creationId="{C71E9087-03FC-F952-4294-8489729D22AF}"/>
          </ac:picMkLst>
        </pc:picChg>
      </pc:sldChg>
      <pc:sldChg chg="delSp modSp add mod">
        <pc:chgData name="Wilmer Ortega Erazo" userId="19082e28a51afb61" providerId="LiveId" clId="{37358661-0E72-41EC-A063-1B1439718DDA}" dt="2023-11-06T00:08:16.944" v="898" actId="6549"/>
        <pc:sldMkLst>
          <pc:docMk/>
          <pc:sldMk cId="2106481261" sldId="288"/>
        </pc:sldMkLst>
        <pc:spChg chg="mod">
          <ac:chgData name="Wilmer Ortega Erazo" userId="19082e28a51afb61" providerId="LiveId" clId="{37358661-0E72-41EC-A063-1B1439718DDA}" dt="2023-11-06T00:08:16.944" v="898" actId="6549"/>
          <ac:spMkLst>
            <pc:docMk/>
            <pc:sldMk cId="2106481261" sldId="288"/>
            <ac:spMk id="4" creationId="{A29C0834-3DBC-9FB3-0E0A-F77D599198EB}"/>
          </ac:spMkLst>
        </pc:spChg>
        <pc:picChg chg="del mod">
          <ac:chgData name="Wilmer Ortega Erazo" userId="19082e28a51afb61" providerId="LiveId" clId="{37358661-0E72-41EC-A063-1B1439718DDA}" dt="2023-11-06T00:07:12.080" v="890" actId="478"/>
          <ac:picMkLst>
            <pc:docMk/>
            <pc:sldMk cId="2106481261" sldId="288"/>
            <ac:picMk id="3" creationId="{C71E9087-03FC-F952-4294-8489729D22AF}"/>
          </ac:picMkLst>
        </pc:picChg>
      </pc:sldChg>
      <pc:sldChg chg="addSp modSp add mod">
        <pc:chgData name="Wilmer Ortega Erazo" userId="19082e28a51afb61" providerId="LiveId" clId="{37358661-0E72-41EC-A063-1B1439718DDA}" dt="2023-11-06T00:11:01.197" v="954" actId="20577"/>
        <pc:sldMkLst>
          <pc:docMk/>
          <pc:sldMk cId="3945025521" sldId="289"/>
        </pc:sldMkLst>
        <pc:spChg chg="mod">
          <ac:chgData name="Wilmer Ortega Erazo" userId="19082e28a51afb61" providerId="LiveId" clId="{37358661-0E72-41EC-A063-1B1439718DDA}" dt="2023-11-06T00:11:01.197" v="954" actId="20577"/>
          <ac:spMkLst>
            <pc:docMk/>
            <pc:sldMk cId="3945025521" sldId="289"/>
            <ac:spMk id="4" creationId="{A29C0834-3DBC-9FB3-0E0A-F77D599198EB}"/>
          </ac:spMkLst>
        </pc:spChg>
        <pc:picChg chg="add mod">
          <ac:chgData name="Wilmer Ortega Erazo" userId="19082e28a51afb61" providerId="LiveId" clId="{37358661-0E72-41EC-A063-1B1439718DDA}" dt="2023-11-06T00:09:11.292" v="906" actId="1076"/>
          <ac:picMkLst>
            <pc:docMk/>
            <pc:sldMk cId="3945025521" sldId="289"/>
            <ac:picMk id="3" creationId="{58A1FB2A-97C4-6924-F3CF-04E90639C2DD}"/>
          </ac:picMkLst>
        </pc:picChg>
        <pc:picChg chg="add mod">
          <ac:chgData name="Wilmer Ortega Erazo" userId="19082e28a51afb61" providerId="LiveId" clId="{37358661-0E72-41EC-A063-1B1439718DDA}" dt="2023-11-06T00:09:19.694" v="909" actId="14100"/>
          <ac:picMkLst>
            <pc:docMk/>
            <pc:sldMk cId="3945025521" sldId="289"/>
            <ac:picMk id="5" creationId="{D81E1CE5-54C5-8F34-67F8-0AE79F2B39FE}"/>
          </ac:picMkLst>
        </pc:picChg>
      </pc:sldChg>
      <pc:sldChg chg="addSp delSp modSp add mod">
        <pc:chgData name="Wilmer Ortega Erazo" userId="19082e28a51afb61" providerId="LiveId" clId="{37358661-0E72-41EC-A063-1B1439718DDA}" dt="2023-11-06T00:12:06.453" v="967" actId="33524"/>
        <pc:sldMkLst>
          <pc:docMk/>
          <pc:sldMk cId="4279495897" sldId="290"/>
        </pc:sldMkLst>
        <pc:spChg chg="mod">
          <ac:chgData name="Wilmer Ortega Erazo" userId="19082e28a51afb61" providerId="LiveId" clId="{37358661-0E72-41EC-A063-1B1439718DDA}" dt="2023-11-06T00:10:13.451" v="937" actId="20577"/>
          <ac:spMkLst>
            <pc:docMk/>
            <pc:sldMk cId="4279495897" sldId="290"/>
            <ac:spMk id="2" creationId="{91A14A99-37E7-FD86-1156-A753F20D5A3A}"/>
          </ac:spMkLst>
        </pc:spChg>
        <pc:spChg chg="mod">
          <ac:chgData name="Wilmer Ortega Erazo" userId="19082e28a51afb61" providerId="LiveId" clId="{37358661-0E72-41EC-A063-1B1439718DDA}" dt="2023-11-06T00:12:06.453" v="967" actId="33524"/>
          <ac:spMkLst>
            <pc:docMk/>
            <pc:sldMk cId="4279495897" sldId="290"/>
            <ac:spMk id="4" creationId="{A29C0834-3DBC-9FB3-0E0A-F77D599198EB}"/>
          </ac:spMkLst>
        </pc:spChg>
        <pc:picChg chg="del">
          <ac:chgData name="Wilmer Ortega Erazo" userId="19082e28a51afb61" providerId="LiveId" clId="{37358661-0E72-41EC-A063-1B1439718DDA}" dt="2023-11-06T00:10:24.755" v="938" actId="478"/>
          <ac:picMkLst>
            <pc:docMk/>
            <pc:sldMk cId="4279495897" sldId="290"/>
            <ac:picMk id="3" creationId="{58A1FB2A-97C4-6924-F3CF-04E90639C2DD}"/>
          </ac:picMkLst>
        </pc:picChg>
        <pc:picChg chg="del">
          <ac:chgData name="Wilmer Ortega Erazo" userId="19082e28a51afb61" providerId="LiveId" clId="{37358661-0E72-41EC-A063-1B1439718DDA}" dt="2023-11-06T00:10:25.403" v="939" actId="478"/>
          <ac:picMkLst>
            <pc:docMk/>
            <pc:sldMk cId="4279495897" sldId="290"/>
            <ac:picMk id="5" creationId="{D81E1CE5-54C5-8F34-67F8-0AE79F2B39FE}"/>
          </ac:picMkLst>
        </pc:picChg>
        <pc:picChg chg="add mod">
          <ac:chgData name="Wilmer Ortega Erazo" userId="19082e28a51afb61" providerId="LiveId" clId="{37358661-0E72-41EC-A063-1B1439718DDA}" dt="2023-11-06T00:11:50.835" v="966" actId="14100"/>
          <ac:picMkLst>
            <pc:docMk/>
            <pc:sldMk cId="4279495897" sldId="290"/>
            <ac:picMk id="6" creationId="{8B46F8FF-AAA2-31B3-5867-9AC435036998}"/>
          </ac:picMkLst>
        </pc:picChg>
      </pc:sldChg>
      <pc:sldChg chg="delSp modSp add mod">
        <pc:chgData name="Wilmer Ortega Erazo" userId="19082e28a51afb61" providerId="LiveId" clId="{37358661-0E72-41EC-A063-1B1439718DDA}" dt="2023-11-06T00:12:55.187" v="977" actId="33524"/>
        <pc:sldMkLst>
          <pc:docMk/>
          <pc:sldMk cId="1339230634" sldId="291"/>
        </pc:sldMkLst>
        <pc:spChg chg="mod">
          <ac:chgData name="Wilmer Ortega Erazo" userId="19082e28a51afb61" providerId="LiveId" clId="{37358661-0E72-41EC-A063-1B1439718DDA}" dt="2023-11-06T00:12:55.187" v="977" actId="33524"/>
          <ac:spMkLst>
            <pc:docMk/>
            <pc:sldMk cId="1339230634" sldId="291"/>
            <ac:spMk id="4" creationId="{A29C0834-3DBC-9FB3-0E0A-F77D599198EB}"/>
          </ac:spMkLst>
        </pc:spChg>
        <pc:picChg chg="del">
          <ac:chgData name="Wilmer Ortega Erazo" userId="19082e28a51afb61" providerId="LiveId" clId="{37358661-0E72-41EC-A063-1B1439718DDA}" dt="2023-11-06T00:12:26.180" v="969" actId="478"/>
          <ac:picMkLst>
            <pc:docMk/>
            <pc:sldMk cId="1339230634" sldId="291"/>
            <ac:picMk id="6" creationId="{8B46F8FF-AAA2-31B3-5867-9AC435036998}"/>
          </ac:picMkLst>
        </pc:picChg>
      </pc:sldChg>
      <pc:sldChg chg="addSp modSp add mod">
        <pc:chgData name="Wilmer Ortega Erazo" userId="19082e28a51afb61" providerId="LiveId" clId="{37358661-0E72-41EC-A063-1B1439718DDA}" dt="2023-11-06T00:15:44.556" v="997" actId="33524"/>
        <pc:sldMkLst>
          <pc:docMk/>
          <pc:sldMk cId="475750214" sldId="292"/>
        </pc:sldMkLst>
        <pc:spChg chg="mod">
          <ac:chgData name="Wilmer Ortega Erazo" userId="19082e28a51afb61" providerId="LiveId" clId="{37358661-0E72-41EC-A063-1B1439718DDA}" dt="2023-11-06T00:15:44.556" v="997" actId="33524"/>
          <ac:spMkLst>
            <pc:docMk/>
            <pc:sldMk cId="475750214" sldId="292"/>
            <ac:spMk id="4" creationId="{A29C0834-3DBC-9FB3-0E0A-F77D599198EB}"/>
          </ac:spMkLst>
        </pc:spChg>
        <pc:picChg chg="add mod">
          <ac:chgData name="Wilmer Ortega Erazo" userId="19082e28a51afb61" providerId="LiveId" clId="{37358661-0E72-41EC-A063-1B1439718DDA}" dt="2023-11-06T00:14:05.244" v="986" actId="1076"/>
          <ac:picMkLst>
            <pc:docMk/>
            <pc:sldMk cId="475750214" sldId="292"/>
            <ac:picMk id="3" creationId="{BEC25358-CA80-1E75-08C2-B968A8CEB0C0}"/>
          </ac:picMkLst>
        </pc:picChg>
      </pc:sldChg>
      <pc:sldChg chg="addSp delSp modSp add mod">
        <pc:chgData name="Wilmer Ortega Erazo" userId="19082e28a51afb61" providerId="LiveId" clId="{37358661-0E72-41EC-A063-1B1439718DDA}" dt="2023-11-06T00:16:25.356" v="1012" actId="20577"/>
        <pc:sldMkLst>
          <pc:docMk/>
          <pc:sldMk cId="386768506" sldId="293"/>
        </pc:sldMkLst>
        <pc:spChg chg="mod">
          <ac:chgData name="Wilmer Ortega Erazo" userId="19082e28a51afb61" providerId="LiveId" clId="{37358661-0E72-41EC-A063-1B1439718DDA}" dt="2023-11-06T00:16:25.356" v="1012" actId="20577"/>
          <ac:spMkLst>
            <pc:docMk/>
            <pc:sldMk cId="386768506" sldId="293"/>
            <ac:spMk id="4" creationId="{A29C0834-3DBC-9FB3-0E0A-F77D599198EB}"/>
          </ac:spMkLst>
        </pc:spChg>
        <pc:picChg chg="del">
          <ac:chgData name="Wilmer Ortega Erazo" userId="19082e28a51afb61" providerId="LiveId" clId="{37358661-0E72-41EC-A063-1B1439718DDA}" dt="2023-11-06T00:15:37.754" v="996" actId="478"/>
          <ac:picMkLst>
            <pc:docMk/>
            <pc:sldMk cId="386768506" sldId="293"/>
            <ac:picMk id="3" creationId="{BEC25358-CA80-1E75-08C2-B968A8CEB0C0}"/>
          </ac:picMkLst>
        </pc:picChg>
        <pc:picChg chg="add mod">
          <ac:chgData name="Wilmer Ortega Erazo" userId="19082e28a51afb61" providerId="LiveId" clId="{37358661-0E72-41EC-A063-1B1439718DDA}" dt="2023-11-06T00:16:08.236" v="1002" actId="1076"/>
          <ac:picMkLst>
            <pc:docMk/>
            <pc:sldMk cId="386768506" sldId="293"/>
            <ac:picMk id="5" creationId="{4ED79295-6CAF-F539-118D-CB6FC9CB1F22}"/>
          </ac:picMkLst>
        </pc:picChg>
      </pc:sldChg>
      <pc:sldChg chg="addSp delSp modSp add mod">
        <pc:chgData name="Wilmer Ortega Erazo" userId="19082e28a51afb61" providerId="LiveId" clId="{37358661-0E72-41EC-A063-1B1439718DDA}" dt="2023-11-06T00:19:10.613" v="1045" actId="20577"/>
        <pc:sldMkLst>
          <pc:docMk/>
          <pc:sldMk cId="3404988024" sldId="294"/>
        </pc:sldMkLst>
        <pc:spChg chg="mod">
          <ac:chgData name="Wilmer Ortega Erazo" userId="19082e28a51afb61" providerId="LiveId" clId="{37358661-0E72-41EC-A063-1B1439718DDA}" dt="2023-11-06T00:18:21.507" v="1026" actId="20577"/>
          <ac:spMkLst>
            <pc:docMk/>
            <pc:sldMk cId="3404988024" sldId="294"/>
            <ac:spMk id="2" creationId="{91A14A99-37E7-FD86-1156-A753F20D5A3A}"/>
          </ac:spMkLst>
        </pc:spChg>
        <pc:spChg chg="mod">
          <ac:chgData name="Wilmer Ortega Erazo" userId="19082e28a51afb61" providerId="LiveId" clId="{37358661-0E72-41EC-A063-1B1439718DDA}" dt="2023-11-06T00:19:10.613" v="1045" actId="20577"/>
          <ac:spMkLst>
            <pc:docMk/>
            <pc:sldMk cId="3404988024" sldId="294"/>
            <ac:spMk id="4" creationId="{A29C0834-3DBC-9FB3-0E0A-F77D599198EB}"/>
          </ac:spMkLst>
        </pc:spChg>
        <pc:picChg chg="add mod">
          <ac:chgData name="Wilmer Ortega Erazo" userId="19082e28a51afb61" providerId="LiveId" clId="{37358661-0E72-41EC-A063-1B1439718DDA}" dt="2023-11-06T00:18:46.468" v="1034" actId="1076"/>
          <ac:picMkLst>
            <pc:docMk/>
            <pc:sldMk cId="3404988024" sldId="294"/>
            <ac:picMk id="3" creationId="{F41229AF-E5CD-E98E-6B6C-4151973CA426}"/>
          </ac:picMkLst>
        </pc:picChg>
        <pc:picChg chg="del">
          <ac:chgData name="Wilmer Ortega Erazo" userId="19082e28a51afb61" providerId="LiveId" clId="{37358661-0E72-41EC-A063-1B1439718DDA}" dt="2023-11-06T00:18:13.956" v="1014" actId="478"/>
          <ac:picMkLst>
            <pc:docMk/>
            <pc:sldMk cId="3404988024" sldId="294"/>
            <ac:picMk id="5" creationId="{4ED79295-6CAF-F539-118D-CB6FC9CB1F22}"/>
          </ac:picMkLst>
        </pc:picChg>
        <pc:picChg chg="add mod">
          <ac:chgData name="Wilmer Ortega Erazo" userId="19082e28a51afb61" providerId="LiveId" clId="{37358661-0E72-41EC-A063-1B1439718DDA}" dt="2023-11-06T00:18:52.248" v="1036" actId="1076"/>
          <ac:picMkLst>
            <pc:docMk/>
            <pc:sldMk cId="3404988024" sldId="294"/>
            <ac:picMk id="6" creationId="{79AD23DA-DB50-5636-F9B9-3A2781CD89D8}"/>
          </ac:picMkLst>
        </pc:picChg>
      </pc:sldChg>
      <pc:sldChg chg="delSp modSp add mod">
        <pc:chgData name="Wilmer Ortega Erazo" userId="19082e28a51afb61" providerId="LiveId" clId="{37358661-0E72-41EC-A063-1B1439718DDA}" dt="2023-11-06T00:20:16.205" v="1053" actId="6549"/>
        <pc:sldMkLst>
          <pc:docMk/>
          <pc:sldMk cId="1810781759" sldId="295"/>
        </pc:sldMkLst>
        <pc:spChg chg="mod">
          <ac:chgData name="Wilmer Ortega Erazo" userId="19082e28a51afb61" providerId="LiveId" clId="{37358661-0E72-41EC-A063-1B1439718DDA}" dt="2023-11-06T00:20:16.205" v="1053" actId="6549"/>
          <ac:spMkLst>
            <pc:docMk/>
            <pc:sldMk cId="1810781759" sldId="295"/>
            <ac:spMk id="4" creationId="{A29C0834-3DBC-9FB3-0E0A-F77D599198EB}"/>
          </ac:spMkLst>
        </pc:spChg>
        <pc:picChg chg="del">
          <ac:chgData name="Wilmer Ortega Erazo" userId="19082e28a51afb61" providerId="LiveId" clId="{37358661-0E72-41EC-A063-1B1439718DDA}" dt="2023-11-06T00:19:30.154" v="1047" actId="478"/>
          <ac:picMkLst>
            <pc:docMk/>
            <pc:sldMk cId="1810781759" sldId="295"/>
            <ac:picMk id="3" creationId="{F41229AF-E5CD-E98E-6B6C-4151973CA426}"/>
          </ac:picMkLst>
        </pc:picChg>
        <pc:picChg chg="del">
          <ac:chgData name="Wilmer Ortega Erazo" userId="19082e28a51afb61" providerId="LiveId" clId="{37358661-0E72-41EC-A063-1B1439718DDA}" dt="2023-11-06T00:19:30.154" v="1047" actId="478"/>
          <ac:picMkLst>
            <pc:docMk/>
            <pc:sldMk cId="1810781759" sldId="295"/>
            <ac:picMk id="6" creationId="{79AD23DA-DB50-5636-F9B9-3A2781CD89D8}"/>
          </ac:picMkLst>
        </pc:picChg>
      </pc:sldChg>
      <pc:sldChg chg="addSp modSp add mod">
        <pc:chgData name="Wilmer Ortega Erazo" userId="19082e28a51afb61" providerId="LiveId" clId="{37358661-0E72-41EC-A063-1B1439718DDA}" dt="2023-11-06T00:21:21.578" v="1065" actId="20577"/>
        <pc:sldMkLst>
          <pc:docMk/>
          <pc:sldMk cId="3094856676" sldId="296"/>
        </pc:sldMkLst>
        <pc:spChg chg="mod">
          <ac:chgData name="Wilmer Ortega Erazo" userId="19082e28a51afb61" providerId="LiveId" clId="{37358661-0E72-41EC-A063-1B1439718DDA}" dt="2023-11-06T00:21:21.578" v="1065" actId="20577"/>
          <ac:spMkLst>
            <pc:docMk/>
            <pc:sldMk cId="3094856676" sldId="296"/>
            <ac:spMk id="4" creationId="{A29C0834-3DBC-9FB3-0E0A-F77D599198EB}"/>
          </ac:spMkLst>
        </pc:spChg>
        <pc:picChg chg="add mod">
          <ac:chgData name="Wilmer Ortega Erazo" userId="19082e28a51afb61" providerId="LiveId" clId="{37358661-0E72-41EC-A063-1B1439718DDA}" dt="2023-11-06T00:20:43.053" v="1057" actId="1076"/>
          <ac:picMkLst>
            <pc:docMk/>
            <pc:sldMk cId="3094856676" sldId="296"/>
            <ac:picMk id="3" creationId="{C76A31BE-18F5-F147-7B50-D730E76AFECF}"/>
          </ac:picMkLst>
        </pc:picChg>
      </pc:sldChg>
      <pc:sldChg chg="addSp delSp modSp add mod">
        <pc:chgData name="Wilmer Ortega Erazo" userId="19082e28a51afb61" providerId="LiveId" clId="{37358661-0E72-41EC-A063-1B1439718DDA}" dt="2023-11-06T00:22:42.426" v="1095" actId="790"/>
        <pc:sldMkLst>
          <pc:docMk/>
          <pc:sldMk cId="2900673992" sldId="297"/>
        </pc:sldMkLst>
        <pc:spChg chg="mod">
          <ac:chgData name="Wilmer Ortega Erazo" userId="19082e28a51afb61" providerId="LiveId" clId="{37358661-0E72-41EC-A063-1B1439718DDA}" dt="2023-11-06T00:21:48.003" v="1085" actId="20577"/>
          <ac:spMkLst>
            <pc:docMk/>
            <pc:sldMk cId="2900673992" sldId="297"/>
            <ac:spMk id="2" creationId="{91A14A99-37E7-FD86-1156-A753F20D5A3A}"/>
          </ac:spMkLst>
        </pc:spChg>
        <pc:spChg chg="mod">
          <ac:chgData name="Wilmer Ortega Erazo" userId="19082e28a51afb61" providerId="LiveId" clId="{37358661-0E72-41EC-A063-1B1439718DDA}" dt="2023-11-06T00:22:42.426" v="1095" actId="790"/>
          <ac:spMkLst>
            <pc:docMk/>
            <pc:sldMk cId="2900673992" sldId="297"/>
            <ac:spMk id="4" creationId="{A29C0834-3DBC-9FB3-0E0A-F77D599198EB}"/>
          </ac:spMkLst>
        </pc:spChg>
        <pc:picChg chg="del">
          <ac:chgData name="Wilmer Ortega Erazo" userId="19082e28a51afb61" providerId="LiveId" clId="{37358661-0E72-41EC-A063-1B1439718DDA}" dt="2023-11-06T00:21:50.843" v="1086" actId="478"/>
          <ac:picMkLst>
            <pc:docMk/>
            <pc:sldMk cId="2900673992" sldId="297"/>
            <ac:picMk id="3" creationId="{C76A31BE-18F5-F147-7B50-D730E76AFECF}"/>
          </ac:picMkLst>
        </pc:picChg>
        <pc:picChg chg="add mod">
          <ac:chgData name="Wilmer Ortega Erazo" userId="19082e28a51afb61" providerId="LiveId" clId="{37358661-0E72-41EC-A063-1B1439718DDA}" dt="2023-11-06T00:22:14.596" v="1091" actId="1076"/>
          <ac:picMkLst>
            <pc:docMk/>
            <pc:sldMk cId="2900673992" sldId="297"/>
            <ac:picMk id="5" creationId="{557557AF-51E2-68B5-D3F4-6BEDADD43090}"/>
          </ac:picMkLst>
        </pc:picChg>
        <pc:picChg chg="add mod">
          <ac:chgData name="Wilmer Ortega Erazo" userId="19082e28a51afb61" providerId="LiveId" clId="{37358661-0E72-41EC-A063-1B1439718DDA}" dt="2023-11-06T00:22:20.772" v="1092" actId="1076"/>
          <ac:picMkLst>
            <pc:docMk/>
            <pc:sldMk cId="2900673992" sldId="297"/>
            <ac:picMk id="6" creationId="{EF2E839B-A544-3D34-3063-7D887C46E636}"/>
          </ac:picMkLst>
        </pc:picChg>
      </pc:sldChg>
      <pc:sldChg chg="addSp delSp modSp add mod">
        <pc:chgData name="Wilmer Ortega Erazo" userId="19082e28a51afb61" providerId="LiveId" clId="{37358661-0E72-41EC-A063-1B1439718DDA}" dt="2023-11-06T00:24:38.908" v="1125" actId="20577"/>
        <pc:sldMkLst>
          <pc:docMk/>
          <pc:sldMk cId="1698005168" sldId="298"/>
        </pc:sldMkLst>
        <pc:spChg chg="mod">
          <ac:chgData name="Wilmer Ortega Erazo" userId="19082e28a51afb61" providerId="LiveId" clId="{37358661-0E72-41EC-A063-1B1439718DDA}" dt="2023-11-06T00:23:52.091" v="1115" actId="20577"/>
          <ac:spMkLst>
            <pc:docMk/>
            <pc:sldMk cId="1698005168" sldId="298"/>
            <ac:spMk id="2" creationId="{91A14A99-37E7-FD86-1156-A753F20D5A3A}"/>
          </ac:spMkLst>
        </pc:spChg>
        <pc:spChg chg="mod">
          <ac:chgData name="Wilmer Ortega Erazo" userId="19082e28a51afb61" providerId="LiveId" clId="{37358661-0E72-41EC-A063-1B1439718DDA}" dt="2023-11-06T00:24:38.908" v="1125" actId="20577"/>
          <ac:spMkLst>
            <pc:docMk/>
            <pc:sldMk cId="1698005168" sldId="298"/>
            <ac:spMk id="4" creationId="{A29C0834-3DBC-9FB3-0E0A-F77D599198EB}"/>
          </ac:spMkLst>
        </pc:spChg>
        <pc:picChg chg="add mod">
          <ac:chgData name="Wilmer Ortega Erazo" userId="19082e28a51afb61" providerId="LiveId" clId="{37358661-0E72-41EC-A063-1B1439718DDA}" dt="2023-11-06T00:24:26.164" v="1121" actId="1076"/>
          <ac:picMkLst>
            <pc:docMk/>
            <pc:sldMk cId="1698005168" sldId="298"/>
            <ac:picMk id="3" creationId="{5AA35F79-6F40-391E-3B24-6C4ED60D6E28}"/>
          </ac:picMkLst>
        </pc:picChg>
        <pc:picChg chg="del">
          <ac:chgData name="Wilmer Ortega Erazo" userId="19082e28a51afb61" providerId="LiveId" clId="{37358661-0E72-41EC-A063-1B1439718DDA}" dt="2023-11-06T00:23:40.283" v="1099" actId="478"/>
          <ac:picMkLst>
            <pc:docMk/>
            <pc:sldMk cId="1698005168" sldId="298"/>
            <ac:picMk id="5" creationId="{557557AF-51E2-68B5-D3F4-6BEDADD43090}"/>
          </ac:picMkLst>
        </pc:picChg>
        <pc:picChg chg="del">
          <ac:chgData name="Wilmer Ortega Erazo" userId="19082e28a51afb61" providerId="LiveId" clId="{37358661-0E72-41EC-A063-1B1439718DDA}" dt="2023-11-06T00:23:40.746" v="1100" actId="478"/>
          <ac:picMkLst>
            <pc:docMk/>
            <pc:sldMk cId="1698005168" sldId="298"/>
            <ac:picMk id="6" creationId="{EF2E839B-A544-3D34-3063-7D887C46E636}"/>
          </ac:picMkLst>
        </pc:picChg>
      </pc:sldChg>
      <pc:sldChg chg="delSp modSp add mod">
        <pc:chgData name="Wilmer Ortega Erazo" userId="19082e28a51afb61" providerId="LiveId" clId="{37358661-0E72-41EC-A063-1B1439718DDA}" dt="2023-11-06T00:25:29.725" v="1133" actId="33524"/>
        <pc:sldMkLst>
          <pc:docMk/>
          <pc:sldMk cId="77465205" sldId="299"/>
        </pc:sldMkLst>
        <pc:spChg chg="mod">
          <ac:chgData name="Wilmer Ortega Erazo" userId="19082e28a51afb61" providerId="LiveId" clId="{37358661-0E72-41EC-A063-1B1439718DDA}" dt="2023-11-06T00:25:29.725" v="1133" actId="33524"/>
          <ac:spMkLst>
            <pc:docMk/>
            <pc:sldMk cId="77465205" sldId="299"/>
            <ac:spMk id="4" creationId="{A29C0834-3DBC-9FB3-0E0A-F77D599198EB}"/>
          </ac:spMkLst>
        </pc:spChg>
        <pc:picChg chg="del">
          <ac:chgData name="Wilmer Ortega Erazo" userId="19082e28a51afb61" providerId="LiveId" clId="{37358661-0E72-41EC-A063-1B1439718DDA}" dt="2023-11-06T00:24:53.196" v="1127" actId="478"/>
          <ac:picMkLst>
            <pc:docMk/>
            <pc:sldMk cId="77465205" sldId="299"/>
            <ac:picMk id="3" creationId="{5AA35F79-6F40-391E-3B24-6C4ED60D6E28}"/>
          </ac:picMkLst>
        </pc:picChg>
      </pc:sldChg>
      <pc:sldChg chg="del">
        <pc:chgData name="Wilmer Ortega Erazo" userId="19082e28a51afb61" providerId="LiveId" clId="{37358661-0E72-41EC-A063-1B1439718DDA}" dt="2023-10-30T00:30:53.006" v="0" actId="2696"/>
        <pc:sldMkLst>
          <pc:docMk/>
          <pc:sldMk cId="667583572" sldId="300"/>
        </pc:sldMkLst>
      </pc:sldChg>
      <pc:sldChg chg="addSp modSp add mod">
        <pc:chgData name="Wilmer Ortega Erazo" userId="19082e28a51afb61" providerId="LiveId" clId="{37358661-0E72-41EC-A063-1B1439718DDA}" dt="2023-11-06T00:27:02.484" v="1162" actId="20577"/>
        <pc:sldMkLst>
          <pc:docMk/>
          <pc:sldMk cId="3855636165" sldId="300"/>
        </pc:sldMkLst>
        <pc:spChg chg="mod">
          <ac:chgData name="Wilmer Ortega Erazo" userId="19082e28a51afb61" providerId="LiveId" clId="{37358661-0E72-41EC-A063-1B1439718DDA}" dt="2023-11-06T00:26:22.291" v="1145" actId="20577"/>
          <ac:spMkLst>
            <pc:docMk/>
            <pc:sldMk cId="3855636165" sldId="300"/>
            <ac:spMk id="2" creationId="{91A14A99-37E7-FD86-1156-A753F20D5A3A}"/>
          </ac:spMkLst>
        </pc:spChg>
        <pc:spChg chg="mod">
          <ac:chgData name="Wilmer Ortega Erazo" userId="19082e28a51afb61" providerId="LiveId" clId="{37358661-0E72-41EC-A063-1B1439718DDA}" dt="2023-11-06T00:27:02.484" v="1162" actId="20577"/>
          <ac:spMkLst>
            <pc:docMk/>
            <pc:sldMk cId="3855636165" sldId="300"/>
            <ac:spMk id="4" creationId="{A29C0834-3DBC-9FB3-0E0A-F77D599198EB}"/>
          </ac:spMkLst>
        </pc:spChg>
        <pc:picChg chg="add mod">
          <ac:chgData name="Wilmer Ortega Erazo" userId="19082e28a51afb61" providerId="LiveId" clId="{37358661-0E72-41EC-A063-1B1439718DDA}" dt="2023-11-06T00:26:49.804" v="1150" actId="1076"/>
          <ac:picMkLst>
            <pc:docMk/>
            <pc:sldMk cId="3855636165" sldId="300"/>
            <ac:picMk id="3" creationId="{C799E2C5-8CAD-0A0F-C394-753C67D9119A}"/>
          </ac:picMkLst>
        </pc:picChg>
        <pc:picChg chg="add mod">
          <ac:chgData name="Wilmer Ortega Erazo" userId="19082e28a51afb61" providerId="LiveId" clId="{37358661-0E72-41EC-A063-1B1439718DDA}" dt="2023-11-06T00:26:49.804" v="1150" actId="1076"/>
          <ac:picMkLst>
            <pc:docMk/>
            <pc:sldMk cId="3855636165" sldId="300"/>
            <ac:picMk id="5" creationId="{8C6D7B83-BEFD-D4D0-1231-4D7C71BAB5E3}"/>
          </ac:picMkLst>
        </pc:picChg>
      </pc:sldChg>
      <pc:sldChg chg="del">
        <pc:chgData name="Wilmer Ortega Erazo" userId="19082e28a51afb61" providerId="LiveId" clId="{37358661-0E72-41EC-A063-1B1439718DDA}" dt="2023-10-30T00:30:53.006" v="0" actId="2696"/>
        <pc:sldMkLst>
          <pc:docMk/>
          <pc:sldMk cId="257352372" sldId="301"/>
        </pc:sldMkLst>
      </pc:sldChg>
      <pc:sldChg chg="delSp modSp add mod">
        <pc:chgData name="Wilmer Ortega Erazo" userId="19082e28a51afb61" providerId="LiveId" clId="{37358661-0E72-41EC-A063-1B1439718DDA}" dt="2023-11-06T00:28:12.595" v="1169" actId="33524"/>
        <pc:sldMkLst>
          <pc:docMk/>
          <pc:sldMk cId="717445376" sldId="301"/>
        </pc:sldMkLst>
        <pc:spChg chg="mod">
          <ac:chgData name="Wilmer Ortega Erazo" userId="19082e28a51afb61" providerId="LiveId" clId="{37358661-0E72-41EC-A063-1B1439718DDA}" dt="2023-11-06T00:28:12.595" v="1169" actId="33524"/>
          <ac:spMkLst>
            <pc:docMk/>
            <pc:sldMk cId="717445376" sldId="301"/>
            <ac:spMk id="4" creationId="{A29C0834-3DBC-9FB3-0E0A-F77D599198EB}"/>
          </ac:spMkLst>
        </pc:spChg>
        <pc:picChg chg="del">
          <ac:chgData name="Wilmer Ortega Erazo" userId="19082e28a51afb61" providerId="LiveId" clId="{37358661-0E72-41EC-A063-1B1439718DDA}" dt="2023-11-06T00:27:57.195" v="1164" actId="478"/>
          <ac:picMkLst>
            <pc:docMk/>
            <pc:sldMk cId="717445376" sldId="301"/>
            <ac:picMk id="3" creationId="{C799E2C5-8CAD-0A0F-C394-753C67D9119A}"/>
          </ac:picMkLst>
        </pc:picChg>
        <pc:picChg chg="del">
          <ac:chgData name="Wilmer Ortega Erazo" userId="19082e28a51afb61" providerId="LiveId" clId="{37358661-0E72-41EC-A063-1B1439718DDA}" dt="2023-11-06T00:27:57.195" v="1164" actId="478"/>
          <ac:picMkLst>
            <pc:docMk/>
            <pc:sldMk cId="717445376" sldId="301"/>
            <ac:picMk id="5" creationId="{8C6D7B83-BEFD-D4D0-1231-4D7C71BAB5E3}"/>
          </ac:picMkLst>
        </pc:picChg>
      </pc:sldChg>
      <pc:sldChg chg="modSp add mod">
        <pc:chgData name="Wilmer Ortega Erazo" userId="19082e28a51afb61" providerId="LiveId" clId="{37358661-0E72-41EC-A063-1B1439718DDA}" dt="2023-11-06T00:28:52.627" v="1183" actId="20577"/>
        <pc:sldMkLst>
          <pc:docMk/>
          <pc:sldMk cId="3236091124" sldId="302"/>
        </pc:sldMkLst>
        <pc:spChg chg="mod">
          <ac:chgData name="Wilmer Ortega Erazo" userId="19082e28a51afb61" providerId="LiveId" clId="{37358661-0E72-41EC-A063-1B1439718DDA}" dt="2023-11-06T00:28:52.627" v="1183" actId="20577"/>
          <ac:spMkLst>
            <pc:docMk/>
            <pc:sldMk cId="3236091124" sldId="302"/>
            <ac:spMk id="4" creationId="{A29C0834-3DBC-9FB3-0E0A-F77D599198EB}"/>
          </ac:spMkLst>
        </pc:spChg>
      </pc:sldChg>
      <pc:sldChg chg="del">
        <pc:chgData name="Wilmer Ortega Erazo" userId="19082e28a51afb61" providerId="LiveId" clId="{37358661-0E72-41EC-A063-1B1439718DDA}" dt="2023-10-30T00:30:53.006" v="0" actId="2696"/>
        <pc:sldMkLst>
          <pc:docMk/>
          <pc:sldMk cId="4212173715" sldId="302"/>
        </pc:sldMkLst>
      </pc:sldChg>
      <pc:sldChg chg="del">
        <pc:chgData name="Wilmer Ortega Erazo" userId="19082e28a51afb61" providerId="LiveId" clId="{37358661-0E72-41EC-A063-1B1439718DDA}" dt="2023-10-30T00:30:53.006" v="0" actId="2696"/>
        <pc:sldMkLst>
          <pc:docMk/>
          <pc:sldMk cId="1398646774" sldId="303"/>
        </pc:sldMkLst>
      </pc:sldChg>
      <pc:sldChg chg="modSp add mod">
        <pc:chgData name="Wilmer Ortega Erazo" userId="19082e28a51afb61" providerId="LiveId" clId="{37358661-0E72-41EC-A063-1B1439718DDA}" dt="2023-11-06T00:39:45.806" v="1253" actId="20577"/>
        <pc:sldMkLst>
          <pc:docMk/>
          <pc:sldMk cId="3611105292" sldId="303"/>
        </pc:sldMkLst>
        <pc:spChg chg="mod">
          <ac:chgData name="Wilmer Ortega Erazo" userId="19082e28a51afb61" providerId="LiveId" clId="{37358661-0E72-41EC-A063-1B1439718DDA}" dt="2023-11-06T00:37:05.739" v="1233" actId="255"/>
          <ac:spMkLst>
            <pc:docMk/>
            <pc:sldMk cId="3611105292" sldId="303"/>
            <ac:spMk id="2" creationId="{91A14A99-37E7-FD86-1156-A753F20D5A3A}"/>
          </ac:spMkLst>
        </pc:spChg>
        <pc:spChg chg="mod">
          <ac:chgData name="Wilmer Ortega Erazo" userId="19082e28a51afb61" providerId="LiveId" clId="{37358661-0E72-41EC-A063-1B1439718DDA}" dt="2023-11-06T00:39:45.806" v="1253" actId="20577"/>
          <ac:spMkLst>
            <pc:docMk/>
            <pc:sldMk cId="3611105292" sldId="303"/>
            <ac:spMk id="4" creationId="{A29C0834-3DBC-9FB3-0E0A-F77D599198EB}"/>
          </ac:spMkLst>
        </pc:spChg>
      </pc:sldChg>
      <pc:sldChg chg="del">
        <pc:chgData name="Wilmer Ortega Erazo" userId="19082e28a51afb61" providerId="LiveId" clId="{37358661-0E72-41EC-A063-1B1439718DDA}" dt="2023-10-30T00:30:53.006" v="0" actId="2696"/>
        <pc:sldMkLst>
          <pc:docMk/>
          <pc:sldMk cId="3174243289" sldId="304"/>
        </pc:sldMkLst>
      </pc:sldChg>
      <pc:sldChg chg="addSp modSp add mod">
        <pc:chgData name="Wilmer Ortega Erazo" userId="19082e28a51afb61" providerId="LiveId" clId="{37358661-0E72-41EC-A063-1B1439718DDA}" dt="2023-11-06T00:39:42.899" v="1252" actId="20577"/>
        <pc:sldMkLst>
          <pc:docMk/>
          <pc:sldMk cId="3636620521" sldId="304"/>
        </pc:sldMkLst>
        <pc:spChg chg="mod">
          <ac:chgData name="Wilmer Ortega Erazo" userId="19082e28a51afb61" providerId="LiveId" clId="{37358661-0E72-41EC-A063-1B1439718DDA}" dt="2023-11-06T00:39:42.899" v="1252" actId="20577"/>
          <ac:spMkLst>
            <pc:docMk/>
            <pc:sldMk cId="3636620521" sldId="304"/>
            <ac:spMk id="4" creationId="{A29C0834-3DBC-9FB3-0E0A-F77D599198EB}"/>
          </ac:spMkLst>
        </pc:spChg>
        <pc:picChg chg="add mod">
          <ac:chgData name="Wilmer Ortega Erazo" userId="19082e28a51afb61" providerId="LiveId" clId="{37358661-0E72-41EC-A063-1B1439718DDA}" dt="2023-11-06T00:39:32.851" v="1250" actId="1076"/>
          <ac:picMkLst>
            <pc:docMk/>
            <pc:sldMk cId="3636620521" sldId="304"/>
            <ac:picMk id="3" creationId="{69FE4160-2488-CFD3-5290-B824D6CC44FE}"/>
          </ac:picMkLst>
        </pc:picChg>
        <pc:picChg chg="add mod">
          <ac:chgData name="Wilmer Ortega Erazo" userId="19082e28a51afb61" providerId="LiveId" clId="{37358661-0E72-41EC-A063-1B1439718DDA}" dt="2023-11-06T00:39:28.602" v="1249" actId="1076"/>
          <ac:picMkLst>
            <pc:docMk/>
            <pc:sldMk cId="3636620521" sldId="304"/>
            <ac:picMk id="5" creationId="{EDB0C80F-D7E8-0AE5-D454-8B76FF2F25D2}"/>
          </ac:picMkLst>
        </pc:picChg>
      </pc:sldChg>
      <pc:sldChg chg="del">
        <pc:chgData name="Wilmer Ortega Erazo" userId="19082e28a51afb61" providerId="LiveId" clId="{37358661-0E72-41EC-A063-1B1439718DDA}" dt="2023-10-30T00:30:53.006" v="0" actId="2696"/>
        <pc:sldMkLst>
          <pc:docMk/>
          <pc:sldMk cId="2493740496" sldId="305"/>
        </pc:sldMkLst>
      </pc:sldChg>
      <pc:sldChg chg="delSp modSp add mod">
        <pc:chgData name="Wilmer Ortega Erazo" userId="19082e28a51afb61" providerId="LiveId" clId="{37358661-0E72-41EC-A063-1B1439718DDA}" dt="2023-11-06T00:41:15.079" v="1264" actId="255"/>
        <pc:sldMkLst>
          <pc:docMk/>
          <pc:sldMk cId="3889286629" sldId="305"/>
        </pc:sldMkLst>
        <pc:spChg chg="mod">
          <ac:chgData name="Wilmer Ortega Erazo" userId="19082e28a51afb61" providerId="LiveId" clId="{37358661-0E72-41EC-A063-1B1439718DDA}" dt="2023-11-06T00:41:15.079" v="1264" actId="255"/>
          <ac:spMkLst>
            <pc:docMk/>
            <pc:sldMk cId="3889286629" sldId="305"/>
            <ac:spMk id="2" creationId="{91A14A99-37E7-FD86-1156-A753F20D5A3A}"/>
          </ac:spMkLst>
        </pc:spChg>
        <pc:spChg chg="mod">
          <ac:chgData name="Wilmer Ortega Erazo" userId="19082e28a51afb61" providerId="LiveId" clId="{37358661-0E72-41EC-A063-1B1439718DDA}" dt="2023-11-06T00:40:52.379" v="1258" actId="255"/>
          <ac:spMkLst>
            <pc:docMk/>
            <pc:sldMk cId="3889286629" sldId="305"/>
            <ac:spMk id="4" creationId="{A29C0834-3DBC-9FB3-0E0A-F77D599198EB}"/>
          </ac:spMkLst>
        </pc:spChg>
        <pc:picChg chg="del">
          <ac:chgData name="Wilmer Ortega Erazo" userId="19082e28a51afb61" providerId="LiveId" clId="{37358661-0E72-41EC-A063-1B1439718DDA}" dt="2023-11-06T00:40:36.794" v="1255" actId="478"/>
          <ac:picMkLst>
            <pc:docMk/>
            <pc:sldMk cId="3889286629" sldId="305"/>
            <ac:picMk id="3" creationId="{69FE4160-2488-CFD3-5290-B824D6CC44FE}"/>
          </ac:picMkLst>
        </pc:picChg>
        <pc:picChg chg="del">
          <ac:chgData name="Wilmer Ortega Erazo" userId="19082e28a51afb61" providerId="LiveId" clId="{37358661-0E72-41EC-A063-1B1439718DDA}" dt="2023-11-06T00:40:36.794" v="1255" actId="478"/>
          <ac:picMkLst>
            <pc:docMk/>
            <pc:sldMk cId="3889286629" sldId="305"/>
            <ac:picMk id="5" creationId="{EDB0C80F-D7E8-0AE5-D454-8B76FF2F25D2}"/>
          </ac:picMkLst>
        </pc:picChg>
      </pc:sldChg>
      <pc:sldChg chg="del">
        <pc:chgData name="Wilmer Ortega Erazo" userId="19082e28a51afb61" providerId="LiveId" clId="{37358661-0E72-41EC-A063-1B1439718DDA}" dt="2023-10-30T00:30:53.006" v="0" actId="2696"/>
        <pc:sldMkLst>
          <pc:docMk/>
          <pc:sldMk cId="483477028" sldId="306"/>
        </pc:sldMkLst>
      </pc:sldChg>
      <pc:sldChg chg="modSp add mod">
        <pc:chgData name="Wilmer Ortega Erazo" userId="19082e28a51afb61" providerId="LiveId" clId="{37358661-0E72-41EC-A063-1B1439718DDA}" dt="2023-11-06T00:44:00.532" v="1271" actId="6549"/>
        <pc:sldMkLst>
          <pc:docMk/>
          <pc:sldMk cId="3290689773" sldId="306"/>
        </pc:sldMkLst>
        <pc:spChg chg="mod">
          <ac:chgData name="Wilmer Ortega Erazo" userId="19082e28a51afb61" providerId="LiveId" clId="{37358661-0E72-41EC-A063-1B1439718DDA}" dt="2023-11-06T00:44:00.532" v="1271" actId="6549"/>
          <ac:spMkLst>
            <pc:docMk/>
            <pc:sldMk cId="3290689773" sldId="306"/>
            <ac:spMk id="2" creationId="{91A14A99-37E7-FD86-1156-A753F20D5A3A}"/>
          </ac:spMkLst>
        </pc:spChg>
        <pc:spChg chg="mod">
          <ac:chgData name="Wilmer Ortega Erazo" userId="19082e28a51afb61" providerId="LiveId" clId="{37358661-0E72-41EC-A063-1B1439718DDA}" dt="2023-11-06T00:43:45.914" v="1268" actId="255"/>
          <ac:spMkLst>
            <pc:docMk/>
            <pc:sldMk cId="3290689773" sldId="306"/>
            <ac:spMk id="4" creationId="{A29C0834-3DBC-9FB3-0E0A-F77D599198EB}"/>
          </ac:spMkLst>
        </pc:spChg>
      </pc:sldChg>
      <pc:sldChg chg="modSp add mod">
        <pc:chgData name="Wilmer Ortega Erazo" userId="19082e28a51afb61" providerId="LiveId" clId="{37358661-0E72-41EC-A063-1B1439718DDA}" dt="2023-11-06T00:45:59.947" v="1281" actId="790"/>
        <pc:sldMkLst>
          <pc:docMk/>
          <pc:sldMk cId="2106618839" sldId="307"/>
        </pc:sldMkLst>
        <pc:spChg chg="mod">
          <ac:chgData name="Wilmer Ortega Erazo" userId="19082e28a51afb61" providerId="LiveId" clId="{37358661-0E72-41EC-A063-1B1439718DDA}" dt="2023-11-06T00:45:59.947" v="1281" actId="790"/>
          <ac:spMkLst>
            <pc:docMk/>
            <pc:sldMk cId="2106618839" sldId="307"/>
            <ac:spMk id="2" creationId="{91A14A99-37E7-FD86-1156-A753F20D5A3A}"/>
          </ac:spMkLst>
        </pc:spChg>
        <pc:spChg chg="mod">
          <ac:chgData name="Wilmer Ortega Erazo" userId="19082e28a51afb61" providerId="LiveId" clId="{37358661-0E72-41EC-A063-1B1439718DDA}" dt="2023-11-06T00:44:31.355" v="1276" actId="20577"/>
          <ac:spMkLst>
            <pc:docMk/>
            <pc:sldMk cId="2106618839" sldId="307"/>
            <ac:spMk id="4" creationId="{A29C0834-3DBC-9FB3-0E0A-F77D599198EB}"/>
          </ac:spMkLst>
        </pc:spChg>
      </pc:sldChg>
      <pc:sldChg chg="del">
        <pc:chgData name="Wilmer Ortega Erazo" userId="19082e28a51afb61" providerId="LiveId" clId="{37358661-0E72-41EC-A063-1B1439718DDA}" dt="2023-10-30T00:30:53.006" v="0" actId="2696"/>
        <pc:sldMkLst>
          <pc:docMk/>
          <pc:sldMk cId="3824200280" sldId="307"/>
        </pc:sldMkLst>
      </pc:sldChg>
      <pc:sldChg chg="del">
        <pc:chgData name="Wilmer Ortega Erazo" userId="19082e28a51afb61" providerId="LiveId" clId="{37358661-0E72-41EC-A063-1B1439718DDA}" dt="2023-10-30T00:30:53.006" v="0" actId="2696"/>
        <pc:sldMkLst>
          <pc:docMk/>
          <pc:sldMk cId="3390981850" sldId="308"/>
        </pc:sldMkLst>
      </pc:sldChg>
      <pc:sldChg chg="addSp modSp add mod">
        <pc:chgData name="Wilmer Ortega Erazo" userId="19082e28a51afb61" providerId="LiveId" clId="{37358661-0E72-41EC-A063-1B1439718DDA}" dt="2023-11-06T00:46:59.222" v="1295" actId="20577"/>
        <pc:sldMkLst>
          <pc:docMk/>
          <pc:sldMk cId="4218856161" sldId="308"/>
        </pc:sldMkLst>
        <pc:spChg chg="mod">
          <ac:chgData name="Wilmer Ortega Erazo" userId="19082e28a51afb61" providerId="LiveId" clId="{37358661-0E72-41EC-A063-1B1439718DDA}" dt="2023-11-06T00:46:59.222" v="1295" actId="20577"/>
          <ac:spMkLst>
            <pc:docMk/>
            <pc:sldMk cId="4218856161" sldId="308"/>
            <ac:spMk id="4" creationId="{A29C0834-3DBC-9FB3-0E0A-F77D599198EB}"/>
          </ac:spMkLst>
        </pc:spChg>
        <pc:picChg chg="add mod">
          <ac:chgData name="Wilmer Ortega Erazo" userId="19082e28a51afb61" providerId="LiveId" clId="{37358661-0E72-41EC-A063-1B1439718DDA}" dt="2023-11-06T00:46:34.083" v="1287" actId="1076"/>
          <ac:picMkLst>
            <pc:docMk/>
            <pc:sldMk cId="4218856161" sldId="308"/>
            <ac:picMk id="3" creationId="{F343326B-F664-4C5D-9239-2EFB4EABE6E9}"/>
          </ac:picMkLst>
        </pc:picChg>
      </pc:sldChg>
      <pc:sldChg chg="addSp delSp modSp add mod">
        <pc:chgData name="Wilmer Ortega Erazo" userId="19082e28a51afb61" providerId="LiveId" clId="{37358661-0E72-41EC-A063-1B1439718DDA}" dt="2023-11-06T00:53:46.761" v="1332" actId="20577"/>
        <pc:sldMkLst>
          <pc:docMk/>
          <pc:sldMk cId="2090083842" sldId="309"/>
        </pc:sldMkLst>
        <pc:spChg chg="mod">
          <ac:chgData name="Wilmer Ortega Erazo" userId="19082e28a51afb61" providerId="LiveId" clId="{37358661-0E72-41EC-A063-1B1439718DDA}" dt="2023-11-06T00:53:46.761" v="1332" actId="20577"/>
          <ac:spMkLst>
            <pc:docMk/>
            <pc:sldMk cId="2090083842" sldId="309"/>
            <ac:spMk id="4" creationId="{A29C0834-3DBC-9FB3-0E0A-F77D599198EB}"/>
          </ac:spMkLst>
        </pc:spChg>
        <pc:spChg chg="add mod">
          <ac:chgData name="Wilmer Ortega Erazo" userId="19082e28a51afb61" providerId="LiveId" clId="{37358661-0E72-41EC-A063-1B1439718DDA}" dt="2023-11-06T00:47:39.723" v="1302" actId="1076"/>
          <ac:spMkLst>
            <pc:docMk/>
            <pc:sldMk cId="2090083842" sldId="309"/>
            <ac:spMk id="5" creationId="{44837F4C-9DBB-AB24-4149-C9E101FD6744}"/>
          </ac:spMkLst>
        </pc:spChg>
        <pc:picChg chg="del">
          <ac:chgData name="Wilmer Ortega Erazo" userId="19082e28a51afb61" providerId="LiveId" clId="{37358661-0E72-41EC-A063-1B1439718DDA}" dt="2023-11-06T00:47:20.409" v="1297" actId="478"/>
          <ac:picMkLst>
            <pc:docMk/>
            <pc:sldMk cId="2090083842" sldId="309"/>
            <ac:picMk id="3" creationId="{F343326B-F664-4C5D-9239-2EFB4EABE6E9}"/>
          </ac:picMkLst>
        </pc:picChg>
        <pc:picChg chg="add mod">
          <ac:chgData name="Wilmer Ortega Erazo" userId="19082e28a51afb61" providerId="LiveId" clId="{37358661-0E72-41EC-A063-1B1439718DDA}" dt="2023-11-06T00:53:37.618" v="1330" actId="1076"/>
          <ac:picMkLst>
            <pc:docMk/>
            <pc:sldMk cId="2090083842" sldId="309"/>
            <ac:picMk id="6" creationId="{A7B9A068-CB1F-AD0D-20D0-0987D01B4313}"/>
          </ac:picMkLst>
        </pc:picChg>
      </pc:sldChg>
      <pc:sldChg chg="del">
        <pc:chgData name="Wilmer Ortega Erazo" userId="19082e28a51afb61" providerId="LiveId" clId="{37358661-0E72-41EC-A063-1B1439718DDA}" dt="2023-10-30T00:30:53.006" v="0" actId="2696"/>
        <pc:sldMkLst>
          <pc:docMk/>
          <pc:sldMk cId="3991830784" sldId="309"/>
        </pc:sldMkLst>
      </pc:sldChg>
      <pc:sldChg chg="del">
        <pc:chgData name="Wilmer Ortega Erazo" userId="19082e28a51afb61" providerId="LiveId" clId="{37358661-0E72-41EC-A063-1B1439718DDA}" dt="2023-10-30T00:30:53.006" v="0" actId="2696"/>
        <pc:sldMkLst>
          <pc:docMk/>
          <pc:sldMk cId="4173136445" sldId="310"/>
        </pc:sldMkLst>
      </pc:sldChg>
      <pc:sldChg chg="delSp modSp add mod">
        <pc:chgData name="Wilmer Ortega Erazo" userId="19082e28a51afb61" providerId="LiveId" clId="{37358661-0E72-41EC-A063-1B1439718DDA}" dt="2023-11-06T00:57:10.889" v="1363" actId="20577"/>
        <pc:sldMkLst>
          <pc:docMk/>
          <pc:sldMk cId="4231000121" sldId="310"/>
        </pc:sldMkLst>
        <pc:spChg chg="mod">
          <ac:chgData name="Wilmer Ortega Erazo" userId="19082e28a51afb61" providerId="LiveId" clId="{37358661-0E72-41EC-A063-1B1439718DDA}" dt="2023-11-06T00:57:10.889" v="1363" actId="20577"/>
          <ac:spMkLst>
            <pc:docMk/>
            <pc:sldMk cId="4231000121" sldId="310"/>
            <ac:spMk id="2" creationId="{91A14A99-37E7-FD86-1156-A753F20D5A3A}"/>
          </ac:spMkLst>
        </pc:spChg>
        <pc:spChg chg="mod">
          <ac:chgData name="Wilmer Ortega Erazo" userId="19082e28a51afb61" providerId="LiveId" clId="{37358661-0E72-41EC-A063-1B1439718DDA}" dt="2023-11-06T00:56:57.898" v="1337" actId="255"/>
          <ac:spMkLst>
            <pc:docMk/>
            <pc:sldMk cId="4231000121" sldId="310"/>
            <ac:spMk id="4" creationId="{A29C0834-3DBC-9FB3-0E0A-F77D599198EB}"/>
          </ac:spMkLst>
        </pc:spChg>
        <pc:spChg chg="del">
          <ac:chgData name="Wilmer Ortega Erazo" userId="19082e28a51afb61" providerId="LiveId" clId="{37358661-0E72-41EC-A063-1B1439718DDA}" dt="2023-11-06T00:56:43.675" v="1334" actId="478"/>
          <ac:spMkLst>
            <pc:docMk/>
            <pc:sldMk cId="4231000121" sldId="310"/>
            <ac:spMk id="5" creationId="{44837F4C-9DBB-AB24-4149-C9E101FD6744}"/>
          </ac:spMkLst>
        </pc:spChg>
        <pc:picChg chg="del">
          <ac:chgData name="Wilmer Ortega Erazo" userId="19082e28a51afb61" providerId="LiveId" clId="{37358661-0E72-41EC-A063-1B1439718DDA}" dt="2023-11-06T00:56:43.675" v="1334" actId="478"/>
          <ac:picMkLst>
            <pc:docMk/>
            <pc:sldMk cId="4231000121" sldId="310"/>
            <ac:picMk id="6" creationId="{A7B9A068-CB1F-AD0D-20D0-0987D01B4313}"/>
          </ac:picMkLst>
        </pc:picChg>
      </pc:sldChg>
      <pc:sldChg chg="del">
        <pc:chgData name="Wilmer Ortega Erazo" userId="19082e28a51afb61" providerId="LiveId" clId="{37358661-0E72-41EC-A063-1B1439718DDA}" dt="2023-10-30T00:30:53.006" v="0" actId="2696"/>
        <pc:sldMkLst>
          <pc:docMk/>
          <pc:sldMk cId="2100035186" sldId="311"/>
        </pc:sldMkLst>
      </pc:sldChg>
      <pc:sldChg chg="modSp add mod">
        <pc:chgData name="Wilmer Ortega Erazo" userId="19082e28a51afb61" providerId="LiveId" clId="{37358661-0E72-41EC-A063-1B1439718DDA}" dt="2023-11-06T00:58:12.707" v="1372" actId="6549"/>
        <pc:sldMkLst>
          <pc:docMk/>
          <pc:sldMk cId="2402282868" sldId="311"/>
        </pc:sldMkLst>
        <pc:spChg chg="mod">
          <ac:chgData name="Wilmer Ortega Erazo" userId="19082e28a51afb61" providerId="LiveId" clId="{37358661-0E72-41EC-A063-1B1439718DDA}" dt="2023-11-06T00:58:12.707" v="1372" actId="6549"/>
          <ac:spMkLst>
            <pc:docMk/>
            <pc:sldMk cId="2402282868" sldId="311"/>
            <ac:spMk id="2" creationId="{91A14A99-37E7-FD86-1156-A753F20D5A3A}"/>
          </ac:spMkLst>
        </pc:spChg>
        <pc:spChg chg="mod">
          <ac:chgData name="Wilmer Ortega Erazo" userId="19082e28a51afb61" providerId="LiveId" clId="{37358661-0E72-41EC-A063-1B1439718DDA}" dt="2023-11-06T00:57:54.538" v="1367" actId="255"/>
          <ac:spMkLst>
            <pc:docMk/>
            <pc:sldMk cId="2402282868" sldId="311"/>
            <ac:spMk id="4" creationId="{A29C0834-3DBC-9FB3-0E0A-F77D599198EB}"/>
          </ac:spMkLst>
        </pc:spChg>
      </pc:sldChg>
      <pc:sldChg chg="del">
        <pc:chgData name="Wilmer Ortega Erazo" userId="19082e28a51afb61" providerId="LiveId" clId="{37358661-0E72-41EC-A063-1B1439718DDA}" dt="2023-10-30T00:30:53.006" v="0" actId="2696"/>
        <pc:sldMkLst>
          <pc:docMk/>
          <pc:sldMk cId="2191080266" sldId="312"/>
        </pc:sldMkLst>
      </pc:sldChg>
      <pc:sldChg chg="modSp add mod">
        <pc:chgData name="Wilmer Ortega Erazo" userId="19082e28a51afb61" providerId="LiveId" clId="{37358661-0E72-41EC-A063-1B1439718DDA}" dt="2023-11-06T00:58:39.723" v="1376" actId="255"/>
        <pc:sldMkLst>
          <pc:docMk/>
          <pc:sldMk cId="2947220556" sldId="312"/>
        </pc:sldMkLst>
        <pc:spChg chg="mod">
          <ac:chgData name="Wilmer Ortega Erazo" userId="19082e28a51afb61" providerId="LiveId" clId="{37358661-0E72-41EC-A063-1B1439718DDA}" dt="2023-11-06T00:58:39.723" v="1376" actId="255"/>
          <ac:spMkLst>
            <pc:docMk/>
            <pc:sldMk cId="2947220556" sldId="312"/>
            <ac:spMk id="4" creationId="{A29C0834-3DBC-9FB3-0E0A-F77D599198EB}"/>
          </ac:spMkLst>
        </pc:spChg>
      </pc:sldChg>
      <pc:sldChg chg="modSp add mod">
        <pc:chgData name="Wilmer Ortega Erazo" userId="19082e28a51afb61" providerId="LiveId" clId="{37358661-0E72-41EC-A063-1B1439718DDA}" dt="2023-11-06T01:00:22.803" v="1406" actId="33524"/>
        <pc:sldMkLst>
          <pc:docMk/>
          <pc:sldMk cId="2471225204" sldId="313"/>
        </pc:sldMkLst>
        <pc:spChg chg="mod">
          <ac:chgData name="Wilmer Ortega Erazo" userId="19082e28a51afb61" providerId="LiveId" clId="{37358661-0E72-41EC-A063-1B1439718DDA}" dt="2023-11-06T00:59:21.523" v="1389" actId="20577"/>
          <ac:spMkLst>
            <pc:docMk/>
            <pc:sldMk cId="2471225204" sldId="313"/>
            <ac:spMk id="2" creationId="{91A14A99-37E7-FD86-1156-A753F20D5A3A}"/>
          </ac:spMkLst>
        </pc:spChg>
        <pc:spChg chg="mod">
          <ac:chgData name="Wilmer Ortega Erazo" userId="19082e28a51afb61" providerId="LiveId" clId="{37358661-0E72-41EC-A063-1B1439718DDA}" dt="2023-11-06T01:00:22.803" v="1406" actId="33524"/>
          <ac:spMkLst>
            <pc:docMk/>
            <pc:sldMk cId="2471225204" sldId="313"/>
            <ac:spMk id="4" creationId="{A29C0834-3DBC-9FB3-0E0A-F77D599198EB}"/>
          </ac:spMkLst>
        </pc:spChg>
      </pc:sldChg>
      <pc:sldChg chg="del">
        <pc:chgData name="Wilmer Ortega Erazo" userId="19082e28a51afb61" providerId="LiveId" clId="{37358661-0E72-41EC-A063-1B1439718DDA}" dt="2023-10-30T00:30:53.006" v="0" actId="2696"/>
        <pc:sldMkLst>
          <pc:docMk/>
          <pc:sldMk cId="3055528431" sldId="313"/>
        </pc:sldMkLst>
      </pc:sldChg>
      <pc:sldChg chg="del">
        <pc:chgData name="Wilmer Ortega Erazo" userId="19082e28a51afb61" providerId="LiveId" clId="{37358661-0E72-41EC-A063-1B1439718DDA}" dt="2023-10-30T00:30:53.006" v="0" actId="2696"/>
        <pc:sldMkLst>
          <pc:docMk/>
          <pc:sldMk cId="1411740308" sldId="314"/>
        </pc:sldMkLst>
      </pc:sldChg>
      <pc:sldChg chg="modSp add mod">
        <pc:chgData name="Wilmer Ortega Erazo" userId="19082e28a51afb61" providerId="LiveId" clId="{37358661-0E72-41EC-A063-1B1439718DDA}" dt="2023-11-06T01:00:03.811" v="1405" actId="6549"/>
        <pc:sldMkLst>
          <pc:docMk/>
          <pc:sldMk cId="2713206301" sldId="314"/>
        </pc:sldMkLst>
        <pc:spChg chg="mod">
          <ac:chgData name="Wilmer Ortega Erazo" userId="19082e28a51afb61" providerId="LiveId" clId="{37358661-0E72-41EC-A063-1B1439718DDA}" dt="2023-11-06T01:00:03.811" v="1405" actId="6549"/>
          <ac:spMkLst>
            <pc:docMk/>
            <pc:sldMk cId="2713206301" sldId="314"/>
            <ac:spMk id="2" creationId="{91A14A99-37E7-FD86-1156-A753F20D5A3A}"/>
          </ac:spMkLst>
        </pc:spChg>
        <pc:spChg chg="mod">
          <ac:chgData name="Wilmer Ortega Erazo" userId="19082e28a51afb61" providerId="LiveId" clId="{37358661-0E72-41EC-A063-1B1439718DDA}" dt="2023-11-06T00:59:49.434" v="1394" actId="20577"/>
          <ac:spMkLst>
            <pc:docMk/>
            <pc:sldMk cId="2713206301" sldId="314"/>
            <ac:spMk id="4" creationId="{A29C0834-3DBC-9FB3-0E0A-F77D599198EB}"/>
          </ac:spMkLst>
        </pc:spChg>
      </pc:sldChg>
      <pc:sldChg chg="del">
        <pc:chgData name="Wilmer Ortega Erazo" userId="19082e28a51afb61" providerId="LiveId" clId="{37358661-0E72-41EC-A063-1B1439718DDA}" dt="2023-10-30T00:30:53.006" v="0" actId="2696"/>
        <pc:sldMkLst>
          <pc:docMk/>
          <pc:sldMk cId="3199982045" sldId="315"/>
        </pc:sldMkLst>
      </pc:sldChg>
      <pc:sldChg chg="del">
        <pc:chgData name="Wilmer Ortega Erazo" userId="19082e28a51afb61" providerId="LiveId" clId="{37358661-0E72-41EC-A063-1B1439718DDA}" dt="2023-10-30T00:30:53.006" v="0" actId="2696"/>
        <pc:sldMkLst>
          <pc:docMk/>
          <pc:sldMk cId="4080923643" sldId="317"/>
        </pc:sldMkLst>
      </pc:sldChg>
      <pc:sldChg chg="del">
        <pc:chgData name="Wilmer Ortega Erazo" userId="19082e28a51afb61" providerId="LiveId" clId="{37358661-0E72-41EC-A063-1B1439718DDA}" dt="2023-10-30T00:30:53.006" v="0" actId="2696"/>
        <pc:sldMkLst>
          <pc:docMk/>
          <pc:sldMk cId="2676643198" sldId="318"/>
        </pc:sldMkLst>
      </pc:sldChg>
      <pc:sldChg chg="del">
        <pc:chgData name="Wilmer Ortega Erazo" userId="19082e28a51afb61" providerId="LiveId" clId="{37358661-0E72-41EC-A063-1B1439718DDA}" dt="2023-10-30T00:30:53.006" v="0" actId="2696"/>
        <pc:sldMkLst>
          <pc:docMk/>
          <pc:sldMk cId="311752650" sldId="319"/>
        </pc:sldMkLst>
      </pc:sldChg>
      <pc:sldChg chg="del">
        <pc:chgData name="Wilmer Ortega Erazo" userId="19082e28a51afb61" providerId="LiveId" clId="{37358661-0E72-41EC-A063-1B1439718DDA}" dt="2023-10-30T00:30:53.006" v="0" actId="2696"/>
        <pc:sldMkLst>
          <pc:docMk/>
          <pc:sldMk cId="3222143272" sldId="320"/>
        </pc:sldMkLst>
      </pc:sldChg>
      <pc:sldChg chg="del">
        <pc:chgData name="Wilmer Ortega Erazo" userId="19082e28a51afb61" providerId="LiveId" clId="{37358661-0E72-41EC-A063-1B1439718DDA}" dt="2023-10-30T00:30:53.006" v="0" actId="2696"/>
        <pc:sldMkLst>
          <pc:docMk/>
          <pc:sldMk cId="100266501" sldId="321"/>
        </pc:sldMkLst>
      </pc:sldChg>
      <pc:sldChg chg="del">
        <pc:chgData name="Wilmer Ortega Erazo" userId="19082e28a51afb61" providerId="LiveId" clId="{37358661-0E72-41EC-A063-1B1439718DDA}" dt="2023-10-30T00:30:53.006" v="0" actId="2696"/>
        <pc:sldMkLst>
          <pc:docMk/>
          <pc:sldMk cId="454617296" sldId="322"/>
        </pc:sldMkLst>
      </pc:sldChg>
      <pc:sldChg chg="del">
        <pc:chgData name="Wilmer Ortega Erazo" userId="19082e28a51afb61" providerId="LiveId" clId="{37358661-0E72-41EC-A063-1B1439718DDA}" dt="2023-10-30T00:30:53.006" v="0" actId="2696"/>
        <pc:sldMkLst>
          <pc:docMk/>
          <pc:sldMk cId="386398042" sldId="323"/>
        </pc:sldMkLst>
      </pc:sldChg>
      <pc:sldChg chg="del">
        <pc:chgData name="Wilmer Ortega Erazo" userId="19082e28a51afb61" providerId="LiveId" clId="{37358661-0E72-41EC-A063-1B1439718DDA}" dt="2023-10-30T00:30:53.006" v="0" actId="2696"/>
        <pc:sldMkLst>
          <pc:docMk/>
          <pc:sldMk cId="3930966444" sldId="324"/>
        </pc:sldMkLst>
      </pc:sldChg>
      <pc:sldChg chg="del">
        <pc:chgData name="Wilmer Ortega Erazo" userId="19082e28a51afb61" providerId="LiveId" clId="{37358661-0E72-41EC-A063-1B1439718DDA}" dt="2023-10-30T00:30:53.006" v="0" actId="2696"/>
        <pc:sldMkLst>
          <pc:docMk/>
          <pc:sldMk cId="3169525786" sldId="325"/>
        </pc:sldMkLst>
      </pc:sldChg>
      <pc:sldChg chg="del">
        <pc:chgData name="Wilmer Ortega Erazo" userId="19082e28a51afb61" providerId="LiveId" clId="{37358661-0E72-41EC-A063-1B1439718DDA}" dt="2023-10-30T00:30:53.006" v="0" actId="2696"/>
        <pc:sldMkLst>
          <pc:docMk/>
          <pc:sldMk cId="3192899345" sldId="326"/>
        </pc:sldMkLst>
      </pc:sldChg>
      <pc:sldChg chg="del">
        <pc:chgData name="Wilmer Ortega Erazo" userId="19082e28a51afb61" providerId="LiveId" clId="{37358661-0E72-41EC-A063-1B1439718DDA}" dt="2023-10-30T00:30:53.006" v="0" actId="2696"/>
        <pc:sldMkLst>
          <pc:docMk/>
          <pc:sldMk cId="489716390" sldId="327"/>
        </pc:sldMkLst>
      </pc:sldChg>
      <pc:sldChg chg="del">
        <pc:chgData name="Wilmer Ortega Erazo" userId="19082e28a51afb61" providerId="LiveId" clId="{37358661-0E72-41EC-A063-1B1439718DDA}" dt="2023-10-30T00:30:53.006" v="0" actId="2696"/>
        <pc:sldMkLst>
          <pc:docMk/>
          <pc:sldMk cId="4151778330" sldId="328"/>
        </pc:sldMkLst>
      </pc:sldChg>
      <pc:sldChg chg="del">
        <pc:chgData name="Wilmer Ortega Erazo" userId="19082e28a51afb61" providerId="LiveId" clId="{37358661-0E72-41EC-A063-1B1439718DDA}" dt="2023-10-30T00:30:53.006" v="0" actId="2696"/>
        <pc:sldMkLst>
          <pc:docMk/>
          <pc:sldMk cId="950599006" sldId="329"/>
        </pc:sldMkLst>
      </pc:sldChg>
      <pc:sldChg chg="del">
        <pc:chgData name="Wilmer Ortega Erazo" userId="19082e28a51afb61" providerId="LiveId" clId="{37358661-0E72-41EC-A063-1B1439718DDA}" dt="2023-10-30T00:30:53.006" v="0" actId="2696"/>
        <pc:sldMkLst>
          <pc:docMk/>
          <pc:sldMk cId="2182126900" sldId="330"/>
        </pc:sldMkLst>
      </pc:sldChg>
      <pc:sldChg chg="del">
        <pc:chgData name="Wilmer Ortega Erazo" userId="19082e28a51afb61" providerId="LiveId" clId="{37358661-0E72-41EC-A063-1B1439718DDA}" dt="2023-10-30T00:30:53.006" v="0" actId="2696"/>
        <pc:sldMkLst>
          <pc:docMk/>
          <pc:sldMk cId="1530406308" sldId="331"/>
        </pc:sldMkLst>
      </pc:sldChg>
      <pc:sldChg chg="del">
        <pc:chgData name="Wilmer Ortega Erazo" userId="19082e28a51afb61" providerId="LiveId" clId="{37358661-0E72-41EC-A063-1B1439718DDA}" dt="2023-10-30T00:30:53.006" v="0" actId="2696"/>
        <pc:sldMkLst>
          <pc:docMk/>
          <pc:sldMk cId="2658430548" sldId="332"/>
        </pc:sldMkLst>
      </pc:sldChg>
      <pc:sldChg chg="del">
        <pc:chgData name="Wilmer Ortega Erazo" userId="19082e28a51afb61" providerId="LiveId" clId="{37358661-0E72-41EC-A063-1B1439718DDA}" dt="2023-10-30T00:30:53.006" v="0" actId="2696"/>
        <pc:sldMkLst>
          <pc:docMk/>
          <pc:sldMk cId="634442229" sldId="333"/>
        </pc:sldMkLst>
      </pc:sldChg>
      <pc:sldChg chg="del">
        <pc:chgData name="Wilmer Ortega Erazo" userId="19082e28a51afb61" providerId="LiveId" clId="{37358661-0E72-41EC-A063-1B1439718DDA}" dt="2023-10-30T00:30:53.006" v="0" actId="2696"/>
        <pc:sldMkLst>
          <pc:docMk/>
          <pc:sldMk cId="1656004892" sldId="334"/>
        </pc:sldMkLst>
      </pc:sldChg>
      <pc:sldChg chg="del">
        <pc:chgData name="Wilmer Ortega Erazo" userId="19082e28a51afb61" providerId="LiveId" clId="{37358661-0E72-41EC-A063-1B1439718DDA}" dt="2023-10-30T00:30:53.006" v="0" actId="2696"/>
        <pc:sldMkLst>
          <pc:docMk/>
          <pc:sldMk cId="2332564257" sldId="335"/>
        </pc:sldMkLst>
      </pc:sldChg>
      <pc:sldChg chg="del">
        <pc:chgData name="Wilmer Ortega Erazo" userId="19082e28a51afb61" providerId="LiveId" clId="{37358661-0E72-41EC-A063-1B1439718DDA}" dt="2023-10-30T00:30:53.006" v="0" actId="2696"/>
        <pc:sldMkLst>
          <pc:docMk/>
          <pc:sldMk cId="1030916952" sldId="336"/>
        </pc:sldMkLst>
      </pc:sldChg>
      <pc:sldChg chg="del">
        <pc:chgData name="Wilmer Ortega Erazo" userId="19082e28a51afb61" providerId="LiveId" clId="{37358661-0E72-41EC-A063-1B1439718DDA}" dt="2023-10-30T00:30:53.006" v="0" actId="2696"/>
        <pc:sldMkLst>
          <pc:docMk/>
          <pc:sldMk cId="1746969026" sldId="337"/>
        </pc:sldMkLst>
      </pc:sldChg>
      <pc:sldChg chg="del">
        <pc:chgData name="Wilmer Ortega Erazo" userId="19082e28a51afb61" providerId="LiveId" clId="{37358661-0E72-41EC-A063-1B1439718DDA}" dt="2023-10-30T00:30:53.006" v="0" actId="2696"/>
        <pc:sldMkLst>
          <pc:docMk/>
          <pc:sldMk cId="347407109" sldId="338"/>
        </pc:sldMkLst>
      </pc:sldChg>
    </pc:docChg>
  </pc:docChgLst>
  <pc:docChgLst>
    <pc:chgData name="Wilmer Ortega Erazo" userId="19082e28a51afb61" providerId="LiveId" clId="{30D428CD-1BB2-4A03-8594-A68FE992CDE1}"/>
    <pc:docChg chg="undo redo custSel addSld delSld modSld sldOrd">
      <pc:chgData name="Wilmer Ortega Erazo" userId="19082e28a51afb61" providerId="LiveId" clId="{30D428CD-1BB2-4A03-8594-A68FE992CDE1}" dt="2023-09-12T01:47:27.099" v="702"/>
      <pc:docMkLst>
        <pc:docMk/>
      </pc:docMkLst>
      <pc:sldChg chg="modSp mod">
        <pc:chgData name="Wilmer Ortega Erazo" userId="19082e28a51afb61" providerId="LiveId" clId="{30D428CD-1BB2-4A03-8594-A68FE992CDE1}" dt="2023-08-30T01:13:15.270" v="17" actId="2711"/>
        <pc:sldMkLst>
          <pc:docMk/>
          <pc:sldMk cId="1583028937" sldId="256"/>
        </pc:sldMkLst>
        <pc:spChg chg="mod">
          <ac:chgData name="Wilmer Ortega Erazo" userId="19082e28a51afb61" providerId="LiveId" clId="{30D428CD-1BB2-4A03-8594-A68FE992CDE1}" dt="2023-08-30T01:13:06.224" v="16" actId="2711"/>
          <ac:spMkLst>
            <pc:docMk/>
            <pc:sldMk cId="1583028937" sldId="256"/>
            <ac:spMk id="2" creationId="{4845F8A7-5B09-2297-049A-F770AF606363}"/>
          </ac:spMkLst>
        </pc:spChg>
        <pc:spChg chg="mod">
          <ac:chgData name="Wilmer Ortega Erazo" userId="19082e28a51afb61" providerId="LiveId" clId="{30D428CD-1BB2-4A03-8594-A68FE992CDE1}" dt="2023-08-30T01:13:15.270" v="17" actId="2711"/>
          <ac:spMkLst>
            <pc:docMk/>
            <pc:sldMk cId="1583028937" sldId="256"/>
            <ac:spMk id="3" creationId="{F8B71A42-09A7-91A0-BE8B-AE0E01E969CD}"/>
          </ac:spMkLst>
        </pc:spChg>
        <pc:spChg chg="mod">
          <ac:chgData name="Wilmer Ortega Erazo" userId="19082e28a51afb61" providerId="LiveId" clId="{30D428CD-1BB2-4A03-8594-A68FE992CDE1}" dt="2023-08-30T01:13:15.270" v="17" actId="2711"/>
          <ac:spMkLst>
            <pc:docMk/>
            <pc:sldMk cId="1583028937" sldId="256"/>
            <ac:spMk id="4" creationId="{DEDFEFCA-5464-FE50-AF10-130E28C56120}"/>
          </ac:spMkLst>
        </pc:spChg>
      </pc:sldChg>
      <pc:sldChg chg="delSp modSp mod">
        <pc:chgData name="Wilmer Ortega Erazo" userId="19082e28a51afb61" providerId="LiveId" clId="{30D428CD-1BB2-4A03-8594-A68FE992CDE1}" dt="2023-09-05T01:44:02.969" v="633" actId="113"/>
        <pc:sldMkLst>
          <pc:docMk/>
          <pc:sldMk cId="1286385962" sldId="257"/>
        </pc:sldMkLst>
        <pc:spChg chg="mod">
          <ac:chgData name="Wilmer Ortega Erazo" userId="19082e28a51afb61" providerId="LiveId" clId="{30D428CD-1BB2-4A03-8594-A68FE992CDE1}" dt="2023-09-05T01:44:02.969" v="633" actId="113"/>
          <ac:spMkLst>
            <pc:docMk/>
            <pc:sldMk cId="1286385962" sldId="257"/>
            <ac:spMk id="2" creationId="{91A14A99-37E7-FD86-1156-A753F20D5A3A}"/>
          </ac:spMkLst>
        </pc:spChg>
        <pc:spChg chg="mod">
          <ac:chgData name="Wilmer Ortega Erazo" userId="19082e28a51afb61" providerId="LiveId" clId="{30D428CD-1BB2-4A03-8594-A68FE992CDE1}" dt="2023-08-30T01:13:57.232" v="21" actId="14100"/>
          <ac:spMkLst>
            <pc:docMk/>
            <pc:sldMk cId="1286385962" sldId="257"/>
            <ac:spMk id="4" creationId="{A29C0834-3DBC-9FB3-0E0A-F77D599198EB}"/>
          </ac:spMkLst>
        </pc:spChg>
        <pc:picChg chg="del">
          <ac:chgData name="Wilmer Ortega Erazo" userId="19082e28a51afb61" providerId="LiveId" clId="{30D428CD-1BB2-4A03-8594-A68FE992CDE1}" dt="2023-08-30T01:09:31.950" v="1" actId="478"/>
          <ac:picMkLst>
            <pc:docMk/>
            <pc:sldMk cId="1286385962" sldId="257"/>
            <ac:picMk id="6" creationId="{6157D0E8-B3D1-2E6E-B2DD-E20727E8F6D1}"/>
          </ac:picMkLst>
        </pc:picChg>
        <pc:picChg chg="del">
          <ac:chgData name="Wilmer Ortega Erazo" userId="19082e28a51afb61" providerId="LiveId" clId="{30D428CD-1BB2-4A03-8594-A68FE992CDE1}" dt="2023-08-30T01:09:31.950" v="1" actId="478"/>
          <ac:picMkLst>
            <pc:docMk/>
            <pc:sldMk cId="1286385962" sldId="257"/>
            <ac:picMk id="8" creationId="{E2B9195A-6AA2-C56D-7E52-FECA58CE4643}"/>
          </ac:picMkLst>
        </pc:picChg>
      </pc:sldChg>
      <pc:sldChg chg="del">
        <pc:chgData name="Wilmer Ortega Erazo" userId="19082e28a51afb61" providerId="LiveId" clId="{30D428CD-1BB2-4A03-8594-A68FE992CDE1}" dt="2023-08-30T00:37:03.942" v="0" actId="2696"/>
        <pc:sldMkLst>
          <pc:docMk/>
          <pc:sldMk cId="69571593" sldId="258"/>
        </pc:sldMkLst>
      </pc:sldChg>
      <pc:sldChg chg="del">
        <pc:chgData name="Wilmer Ortega Erazo" userId="19082e28a51afb61" providerId="LiveId" clId="{30D428CD-1BB2-4A03-8594-A68FE992CDE1}" dt="2023-08-30T00:37:03.942" v="0" actId="2696"/>
        <pc:sldMkLst>
          <pc:docMk/>
          <pc:sldMk cId="631248305" sldId="259"/>
        </pc:sldMkLst>
      </pc:sldChg>
      <pc:sldChg chg="del">
        <pc:chgData name="Wilmer Ortega Erazo" userId="19082e28a51afb61" providerId="LiveId" clId="{30D428CD-1BB2-4A03-8594-A68FE992CDE1}" dt="2023-08-30T00:37:03.942" v="0" actId="2696"/>
        <pc:sldMkLst>
          <pc:docMk/>
          <pc:sldMk cId="600829027" sldId="260"/>
        </pc:sldMkLst>
      </pc:sldChg>
      <pc:sldChg chg="del">
        <pc:chgData name="Wilmer Ortega Erazo" userId="19082e28a51afb61" providerId="LiveId" clId="{30D428CD-1BB2-4A03-8594-A68FE992CDE1}" dt="2023-08-30T00:37:03.942" v="0" actId="2696"/>
        <pc:sldMkLst>
          <pc:docMk/>
          <pc:sldMk cId="1414673962" sldId="261"/>
        </pc:sldMkLst>
      </pc:sldChg>
      <pc:sldChg chg="del">
        <pc:chgData name="Wilmer Ortega Erazo" userId="19082e28a51afb61" providerId="LiveId" clId="{30D428CD-1BB2-4A03-8594-A68FE992CDE1}" dt="2023-08-30T00:37:03.942" v="0" actId="2696"/>
        <pc:sldMkLst>
          <pc:docMk/>
          <pc:sldMk cId="2927838113" sldId="262"/>
        </pc:sldMkLst>
      </pc:sldChg>
      <pc:sldChg chg="del">
        <pc:chgData name="Wilmer Ortega Erazo" userId="19082e28a51afb61" providerId="LiveId" clId="{30D428CD-1BB2-4A03-8594-A68FE992CDE1}" dt="2023-08-30T00:37:03.942" v="0" actId="2696"/>
        <pc:sldMkLst>
          <pc:docMk/>
          <pc:sldMk cId="2948409753" sldId="263"/>
        </pc:sldMkLst>
      </pc:sldChg>
      <pc:sldChg chg="addSp delSp modSp add mod">
        <pc:chgData name="Wilmer Ortega Erazo" userId="19082e28a51afb61" providerId="LiveId" clId="{30D428CD-1BB2-4A03-8594-A68FE992CDE1}" dt="2023-09-05T01:44:02.592" v="632" actId="113"/>
        <pc:sldMkLst>
          <pc:docMk/>
          <pc:sldMk cId="3431946679" sldId="265"/>
        </pc:sldMkLst>
        <pc:spChg chg="mod">
          <ac:chgData name="Wilmer Ortega Erazo" userId="19082e28a51afb61" providerId="LiveId" clId="{30D428CD-1BB2-4A03-8594-A68FE992CDE1}" dt="2023-09-05T01:44:02.592" v="632" actId="113"/>
          <ac:spMkLst>
            <pc:docMk/>
            <pc:sldMk cId="3431946679" sldId="265"/>
            <ac:spMk id="2" creationId="{91A14A99-37E7-FD86-1156-A753F20D5A3A}"/>
          </ac:spMkLst>
        </pc:spChg>
        <pc:spChg chg="add del mod">
          <ac:chgData name="Wilmer Ortega Erazo" userId="19082e28a51afb61" providerId="LiveId" clId="{30D428CD-1BB2-4A03-8594-A68FE992CDE1}" dt="2023-08-30T01:21:25.840" v="66" actId="478"/>
          <ac:spMkLst>
            <pc:docMk/>
            <pc:sldMk cId="3431946679" sldId="265"/>
            <ac:spMk id="3" creationId="{4CA065CB-486D-24AB-C97B-C4B4CECCE64B}"/>
          </ac:spMkLst>
        </pc:spChg>
        <pc:spChg chg="mod">
          <ac:chgData name="Wilmer Ortega Erazo" userId="19082e28a51afb61" providerId="LiveId" clId="{30D428CD-1BB2-4A03-8594-A68FE992CDE1}" dt="2023-08-30T01:33:46.223" v="125" actId="1076"/>
          <ac:spMkLst>
            <pc:docMk/>
            <pc:sldMk cId="3431946679" sldId="265"/>
            <ac:spMk id="4" creationId="{A29C0834-3DBC-9FB3-0E0A-F77D599198EB}"/>
          </ac:spMkLst>
        </pc:spChg>
      </pc:sldChg>
      <pc:sldChg chg="addSp delSp modSp add mod">
        <pc:chgData name="Wilmer Ortega Erazo" userId="19082e28a51afb61" providerId="LiveId" clId="{30D428CD-1BB2-4A03-8594-A68FE992CDE1}" dt="2023-09-05T02:04:52.111" v="694" actId="20577"/>
        <pc:sldMkLst>
          <pc:docMk/>
          <pc:sldMk cId="1781570308" sldId="266"/>
        </pc:sldMkLst>
        <pc:spChg chg="del">
          <ac:chgData name="Wilmer Ortega Erazo" userId="19082e28a51afb61" providerId="LiveId" clId="{30D428CD-1BB2-4A03-8594-A68FE992CDE1}" dt="2023-08-30T01:28:39.768" v="96" actId="478"/>
          <ac:spMkLst>
            <pc:docMk/>
            <pc:sldMk cId="1781570308" sldId="266"/>
            <ac:spMk id="2" creationId="{91A14A99-37E7-FD86-1156-A753F20D5A3A}"/>
          </ac:spMkLst>
        </pc:spChg>
        <pc:spChg chg="mod">
          <ac:chgData name="Wilmer Ortega Erazo" userId="19082e28a51afb61" providerId="LiveId" clId="{30D428CD-1BB2-4A03-8594-A68FE992CDE1}" dt="2023-09-05T02:04:52.111" v="694" actId="20577"/>
          <ac:spMkLst>
            <pc:docMk/>
            <pc:sldMk cId="1781570308" sldId="266"/>
            <ac:spMk id="4" creationId="{A29C0834-3DBC-9FB3-0E0A-F77D599198EB}"/>
          </ac:spMkLst>
        </pc:spChg>
        <pc:spChg chg="add del mod">
          <ac:chgData name="Wilmer Ortega Erazo" userId="19082e28a51afb61" providerId="LiveId" clId="{30D428CD-1BB2-4A03-8594-A68FE992CDE1}" dt="2023-08-30T01:28:44.383" v="98" actId="478"/>
          <ac:spMkLst>
            <pc:docMk/>
            <pc:sldMk cId="1781570308" sldId="266"/>
            <ac:spMk id="5" creationId="{50FB1015-6069-55D4-338A-0972B1DEF288}"/>
          </ac:spMkLst>
        </pc:spChg>
        <pc:spChg chg="add del mod">
          <ac:chgData name="Wilmer Ortega Erazo" userId="19082e28a51afb61" providerId="LiveId" clId="{30D428CD-1BB2-4A03-8594-A68FE992CDE1}" dt="2023-08-30T01:33:54.798" v="126" actId="478"/>
          <ac:spMkLst>
            <pc:docMk/>
            <pc:sldMk cId="1781570308" sldId="266"/>
            <ac:spMk id="6" creationId="{DD0F9099-57DF-F52F-E664-C7438C0CCB84}"/>
          </ac:spMkLst>
        </pc:spChg>
        <pc:spChg chg="add mod">
          <ac:chgData name="Wilmer Ortega Erazo" userId="19082e28a51afb61" providerId="LiveId" clId="{30D428CD-1BB2-4A03-8594-A68FE992CDE1}" dt="2023-08-30T02:16:59.703" v="235" actId="242"/>
          <ac:spMkLst>
            <pc:docMk/>
            <pc:sldMk cId="1781570308" sldId="266"/>
            <ac:spMk id="7" creationId="{AE1A045B-F7ED-1CBB-FDFC-CF630E86BBC9}"/>
          </ac:spMkLst>
        </pc:spChg>
      </pc:sldChg>
      <pc:sldChg chg="addSp delSp modSp add mod">
        <pc:chgData name="Wilmer Ortega Erazo" userId="19082e28a51afb61" providerId="LiveId" clId="{30D428CD-1BB2-4A03-8594-A68FE992CDE1}" dt="2023-08-30T02:17:05.782" v="236" actId="242"/>
        <pc:sldMkLst>
          <pc:docMk/>
          <pc:sldMk cId="40043588" sldId="267"/>
        </pc:sldMkLst>
        <pc:spChg chg="add mod">
          <ac:chgData name="Wilmer Ortega Erazo" userId="19082e28a51afb61" providerId="LiveId" clId="{30D428CD-1BB2-4A03-8594-A68FE992CDE1}" dt="2023-08-30T02:17:05.782" v="236" actId="242"/>
          <ac:spMkLst>
            <pc:docMk/>
            <pc:sldMk cId="40043588" sldId="267"/>
            <ac:spMk id="2" creationId="{C4B3BC51-1413-F46C-B9D5-F37ECB40D137}"/>
          </ac:spMkLst>
        </pc:spChg>
        <pc:spChg chg="mod">
          <ac:chgData name="Wilmer Ortega Erazo" userId="19082e28a51afb61" providerId="LiveId" clId="{30D428CD-1BB2-4A03-8594-A68FE992CDE1}" dt="2023-08-30T01:34:26.882" v="132" actId="207"/>
          <ac:spMkLst>
            <pc:docMk/>
            <pc:sldMk cId="40043588" sldId="267"/>
            <ac:spMk id="4" creationId="{A29C0834-3DBC-9FB3-0E0A-F77D599198EB}"/>
          </ac:spMkLst>
        </pc:spChg>
        <pc:spChg chg="del">
          <ac:chgData name="Wilmer Ortega Erazo" userId="19082e28a51afb61" providerId="LiveId" clId="{30D428CD-1BB2-4A03-8594-A68FE992CDE1}" dt="2023-08-30T01:34:06.367" v="129" actId="478"/>
          <ac:spMkLst>
            <pc:docMk/>
            <pc:sldMk cId="40043588" sldId="267"/>
            <ac:spMk id="6" creationId="{DD0F9099-57DF-F52F-E664-C7438C0CCB84}"/>
          </ac:spMkLst>
        </pc:spChg>
      </pc:sldChg>
      <pc:sldChg chg="addSp modSp add mod">
        <pc:chgData name="Wilmer Ortega Erazo" userId="19082e28a51afb61" providerId="LiveId" clId="{30D428CD-1BB2-4A03-8594-A68FE992CDE1}" dt="2023-08-30T02:19:58.845" v="285" actId="790"/>
        <pc:sldMkLst>
          <pc:docMk/>
          <pc:sldMk cId="3547522046" sldId="268"/>
        </pc:sldMkLst>
        <pc:spChg chg="mod">
          <ac:chgData name="Wilmer Ortega Erazo" userId="19082e28a51afb61" providerId="LiveId" clId="{30D428CD-1BB2-4A03-8594-A68FE992CDE1}" dt="2023-08-30T02:17:42.656" v="237" actId="242"/>
          <ac:spMkLst>
            <pc:docMk/>
            <pc:sldMk cId="3547522046" sldId="268"/>
            <ac:spMk id="2" creationId="{C4B3BC51-1413-F46C-B9D5-F37ECB40D137}"/>
          </ac:spMkLst>
        </pc:spChg>
        <pc:spChg chg="mod">
          <ac:chgData name="Wilmer Ortega Erazo" userId="19082e28a51afb61" providerId="LiveId" clId="{30D428CD-1BB2-4A03-8594-A68FE992CDE1}" dt="2023-08-30T01:42:04.197" v="174" actId="255"/>
          <ac:spMkLst>
            <pc:docMk/>
            <pc:sldMk cId="3547522046" sldId="268"/>
            <ac:spMk id="4" creationId="{A29C0834-3DBC-9FB3-0E0A-F77D599198EB}"/>
          </ac:spMkLst>
        </pc:spChg>
        <pc:spChg chg="mod">
          <ac:chgData name="Wilmer Ortega Erazo" userId="19082e28a51afb61" providerId="LiveId" clId="{30D428CD-1BB2-4A03-8594-A68FE992CDE1}" dt="2023-08-30T01:36:56.705" v="137" actId="1076"/>
          <ac:spMkLst>
            <pc:docMk/>
            <pc:sldMk cId="3547522046" sldId="268"/>
            <ac:spMk id="5" creationId="{F430A86F-31DE-18B3-1772-77FE149E80BB}"/>
          </ac:spMkLst>
        </pc:spChg>
        <pc:spChg chg="mod">
          <ac:chgData name="Wilmer Ortega Erazo" userId="19082e28a51afb61" providerId="LiveId" clId="{30D428CD-1BB2-4A03-8594-A68FE992CDE1}" dt="2023-08-30T01:36:56.705" v="137" actId="1076"/>
          <ac:spMkLst>
            <pc:docMk/>
            <pc:sldMk cId="3547522046" sldId="268"/>
            <ac:spMk id="6" creationId="{2D4B0DF3-EB40-24AE-6DD9-4EC3A9ECCDF0}"/>
          </ac:spMkLst>
        </pc:spChg>
        <pc:spChg chg="add mod">
          <ac:chgData name="Wilmer Ortega Erazo" userId="19082e28a51afb61" providerId="LiveId" clId="{30D428CD-1BB2-4A03-8594-A68FE992CDE1}" dt="2023-08-30T01:36:56.705" v="137" actId="1076"/>
          <ac:spMkLst>
            <pc:docMk/>
            <pc:sldMk cId="3547522046" sldId="268"/>
            <ac:spMk id="7" creationId="{16971214-8190-C591-FD74-20DCC9CD1F5A}"/>
          </ac:spMkLst>
        </pc:spChg>
        <pc:spChg chg="add mod">
          <ac:chgData name="Wilmer Ortega Erazo" userId="19082e28a51afb61" providerId="LiveId" clId="{30D428CD-1BB2-4A03-8594-A68FE992CDE1}" dt="2023-08-30T01:36:56.705" v="137" actId="1076"/>
          <ac:spMkLst>
            <pc:docMk/>
            <pc:sldMk cId="3547522046" sldId="268"/>
            <ac:spMk id="8" creationId="{0FF574A7-5AAA-1BCF-59A9-6B8FD5FFAFB9}"/>
          </ac:spMkLst>
        </pc:spChg>
        <pc:spChg chg="add mod">
          <ac:chgData name="Wilmer Ortega Erazo" userId="19082e28a51afb61" providerId="LiveId" clId="{30D428CD-1BB2-4A03-8594-A68FE992CDE1}" dt="2023-08-30T01:36:56.705" v="137" actId="1076"/>
          <ac:spMkLst>
            <pc:docMk/>
            <pc:sldMk cId="3547522046" sldId="268"/>
            <ac:spMk id="9" creationId="{34F723BD-3D6F-122A-8A23-8172292CA02C}"/>
          </ac:spMkLst>
        </pc:spChg>
        <pc:spChg chg="add mod">
          <ac:chgData name="Wilmer Ortega Erazo" userId="19082e28a51afb61" providerId="LiveId" clId="{30D428CD-1BB2-4A03-8594-A68FE992CDE1}" dt="2023-08-30T01:36:56.705" v="137" actId="1076"/>
          <ac:spMkLst>
            <pc:docMk/>
            <pc:sldMk cId="3547522046" sldId="268"/>
            <ac:spMk id="10" creationId="{A101D3D9-F115-A5DD-A735-26C4475C3D0C}"/>
          </ac:spMkLst>
        </pc:spChg>
        <pc:spChg chg="add mod">
          <ac:chgData name="Wilmer Ortega Erazo" userId="19082e28a51afb61" providerId="LiveId" clId="{30D428CD-1BB2-4A03-8594-A68FE992CDE1}" dt="2023-08-30T01:36:56.705" v="137" actId="1076"/>
          <ac:spMkLst>
            <pc:docMk/>
            <pc:sldMk cId="3547522046" sldId="268"/>
            <ac:spMk id="11" creationId="{1AD2AC14-CE93-288B-0D1D-8C695B607CA8}"/>
          </ac:spMkLst>
        </pc:spChg>
        <pc:spChg chg="add mod">
          <ac:chgData name="Wilmer Ortega Erazo" userId="19082e28a51afb61" providerId="LiveId" clId="{30D428CD-1BB2-4A03-8594-A68FE992CDE1}" dt="2023-08-30T01:36:56.705" v="137" actId="1076"/>
          <ac:spMkLst>
            <pc:docMk/>
            <pc:sldMk cId="3547522046" sldId="268"/>
            <ac:spMk id="12" creationId="{5ECD63F7-4AE6-DA87-F21D-61A67A159C2B}"/>
          </ac:spMkLst>
        </pc:spChg>
        <pc:spChg chg="add mod">
          <ac:chgData name="Wilmer Ortega Erazo" userId="19082e28a51afb61" providerId="LiveId" clId="{30D428CD-1BB2-4A03-8594-A68FE992CDE1}" dt="2023-08-30T01:36:56.705" v="137" actId="1076"/>
          <ac:spMkLst>
            <pc:docMk/>
            <pc:sldMk cId="3547522046" sldId="268"/>
            <ac:spMk id="13" creationId="{F853FB6A-36DD-AF92-93F1-08CD4F77DFE4}"/>
          </ac:spMkLst>
        </pc:spChg>
        <pc:spChg chg="add mod">
          <ac:chgData name="Wilmer Ortega Erazo" userId="19082e28a51afb61" providerId="LiveId" clId="{30D428CD-1BB2-4A03-8594-A68FE992CDE1}" dt="2023-08-30T01:36:56.705" v="137" actId="1076"/>
          <ac:spMkLst>
            <pc:docMk/>
            <pc:sldMk cId="3547522046" sldId="268"/>
            <ac:spMk id="14" creationId="{BC9D68CA-E55E-73D1-B31C-8B96EA0767A3}"/>
          </ac:spMkLst>
        </pc:spChg>
        <pc:spChg chg="add mod">
          <ac:chgData name="Wilmer Ortega Erazo" userId="19082e28a51afb61" providerId="LiveId" clId="{30D428CD-1BB2-4A03-8594-A68FE992CDE1}" dt="2023-08-30T01:36:56.705" v="137" actId="1076"/>
          <ac:spMkLst>
            <pc:docMk/>
            <pc:sldMk cId="3547522046" sldId="268"/>
            <ac:spMk id="15" creationId="{C7876893-9B83-C5F7-4F47-038F34A27DAC}"/>
          </ac:spMkLst>
        </pc:spChg>
        <pc:spChg chg="add mod">
          <ac:chgData name="Wilmer Ortega Erazo" userId="19082e28a51afb61" providerId="LiveId" clId="{30D428CD-1BB2-4A03-8594-A68FE992CDE1}" dt="2023-08-30T01:36:56.705" v="137" actId="1076"/>
          <ac:spMkLst>
            <pc:docMk/>
            <pc:sldMk cId="3547522046" sldId="268"/>
            <ac:spMk id="16" creationId="{E025CBA2-67D9-FFF2-5B77-582078C40471}"/>
          </ac:spMkLst>
        </pc:spChg>
        <pc:spChg chg="add mod">
          <ac:chgData name="Wilmer Ortega Erazo" userId="19082e28a51afb61" providerId="LiveId" clId="{30D428CD-1BB2-4A03-8594-A68FE992CDE1}" dt="2023-08-30T01:36:56.705" v="137" actId="1076"/>
          <ac:spMkLst>
            <pc:docMk/>
            <pc:sldMk cId="3547522046" sldId="268"/>
            <ac:spMk id="17" creationId="{EE2F3EAA-0AD2-04DA-CA22-CE41D7F19FC4}"/>
          </ac:spMkLst>
        </pc:spChg>
        <pc:spChg chg="add mod">
          <ac:chgData name="Wilmer Ortega Erazo" userId="19082e28a51afb61" providerId="LiveId" clId="{30D428CD-1BB2-4A03-8594-A68FE992CDE1}" dt="2023-08-30T01:36:56.705" v="137" actId="1076"/>
          <ac:spMkLst>
            <pc:docMk/>
            <pc:sldMk cId="3547522046" sldId="268"/>
            <ac:spMk id="18" creationId="{F5453AF9-F421-9CB0-1C8A-29E6A6774290}"/>
          </ac:spMkLst>
        </pc:spChg>
        <pc:spChg chg="mod">
          <ac:chgData name="Wilmer Ortega Erazo" userId="19082e28a51afb61" providerId="LiveId" clId="{30D428CD-1BB2-4A03-8594-A68FE992CDE1}" dt="2023-08-30T01:36:56.705" v="137" actId="1076"/>
          <ac:spMkLst>
            <pc:docMk/>
            <pc:sldMk cId="3547522046" sldId="268"/>
            <ac:spMk id="20" creationId="{C0AD3CC3-5749-178C-95D5-545043D17E4A}"/>
          </ac:spMkLst>
        </pc:spChg>
        <pc:spChg chg="mod">
          <ac:chgData name="Wilmer Ortega Erazo" userId="19082e28a51afb61" providerId="LiveId" clId="{30D428CD-1BB2-4A03-8594-A68FE992CDE1}" dt="2023-08-30T01:36:56.705" v="137" actId="1076"/>
          <ac:spMkLst>
            <pc:docMk/>
            <pc:sldMk cId="3547522046" sldId="268"/>
            <ac:spMk id="21" creationId="{AC018AF0-4EF5-C780-8F02-AE0A7B30ED69}"/>
          </ac:spMkLst>
        </pc:spChg>
        <pc:spChg chg="mod">
          <ac:chgData name="Wilmer Ortega Erazo" userId="19082e28a51afb61" providerId="LiveId" clId="{30D428CD-1BB2-4A03-8594-A68FE992CDE1}" dt="2023-08-30T01:36:56.705" v="137" actId="1076"/>
          <ac:spMkLst>
            <pc:docMk/>
            <pc:sldMk cId="3547522046" sldId="268"/>
            <ac:spMk id="23" creationId="{1EF37F7B-8B65-3051-DEB9-E765A2125E79}"/>
          </ac:spMkLst>
        </pc:spChg>
        <pc:spChg chg="mod">
          <ac:chgData name="Wilmer Ortega Erazo" userId="19082e28a51afb61" providerId="LiveId" clId="{30D428CD-1BB2-4A03-8594-A68FE992CDE1}" dt="2023-08-30T01:36:56.705" v="137" actId="1076"/>
          <ac:spMkLst>
            <pc:docMk/>
            <pc:sldMk cId="3547522046" sldId="268"/>
            <ac:spMk id="24" creationId="{52E483CF-CB49-BE36-793B-6372B69B1637}"/>
          </ac:spMkLst>
        </pc:spChg>
        <pc:spChg chg="mod">
          <ac:chgData name="Wilmer Ortega Erazo" userId="19082e28a51afb61" providerId="LiveId" clId="{30D428CD-1BB2-4A03-8594-A68FE992CDE1}" dt="2023-08-30T01:36:56.705" v="137" actId="1076"/>
          <ac:spMkLst>
            <pc:docMk/>
            <pc:sldMk cId="3547522046" sldId="268"/>
            <ac:spMk id="26" creationId="{DEDAB36C-9BB2-9275-A8FE-1A20C1D724D9}"/>
          </ac:spMkLst>
        </pc:spChg>
        <pc:spChg chg="mod">
          <ac:chgData name="Wilmer Ortega Erazo" userId="19082e28a51afb61" providerId="LiveId" clId="{30D428CD-1BB2-4A03-8594-A68FE992CDE1}" dt="2023-08-30T02:19:46.053" v="284" actId="790"/>
          <ac:spMkLst>
            <pc:docMk/>
            <pc:sldMk cId="3547522046" sldId="268"/>
            <ac:spMk id="27" creationId="{B2703787-9B39-2433-A866-A67E6713FCFB}"/>
          </ac:spMkLst>
        </pc:spChg>
        <pc:spChg chg="mod">
          <ac:chgData name="Wilmer Ortega Erazo" userId="19082e28a51afb61" providerId="LiveId" clId="{30D428CD-1BB2-4A03-8594-A68FE992CDE1}" dt="2023-08-30T01:36:56.705" v="137" actId="1076"/>
          <ac:spMkLst>
            <pc:docMk/>
            <pc:sldMk cId="3547522046" sldId="268"/>
            <ac:spMk id="29" creationId="{8E466CB7-BFCA-55F5-AAEC-BB6F6152D913}"/>
          </ac:spMkLst>
        </pc:spChg>
        <pc:spChg chg="mod">
          <ac:chgData name="Wilmer Ortega Erazo" userId="19082e28a51afb61" providerId="LiveId" clId="{30D428CD-1BB2-4A03-8594-A68FE992CDE1}" dt="2023-08-30T01:36:56.705" v="137" actId="1076"/>
          <ac:spMkLst>
            <pc:docMk/>
            <pc:sldMk cId="3547522046" sldId="268"/>
            <ac:spMk id="30" creationId="{1ADAE563-3BD5-F759-3EFD-DDB57EB90544}"/>
          </ac:spMkLst>
        </pc:spChg>
        <pc:spChg chg="mod">
          <ac:chgData name="Wilmer Ortega Erazo" userId="19082e28a51afb61" providerId="LiveId" clId="{30D428CD-1BB2-4A03-8594-A68FE992CDE1}" dt="2023-08-30T01:36:56.705" v="137" actId="1076"/>
          <ac:spMkLst>
            <pc:docMk/>
            <pc:sldMk cId="3547522046" sldId="268"/>
            <ac:spMk id="32" creationId="{84C33488-96B0-0942-4820-A12E840E0667}"/>
          </ac:spMkLst>
        </pc:spChg>
        <pc:spChg chg="mod">
          <ac:chgData name="Wilmer Ortega Erazo" userId="19082e28a51afb61" providerId="LiveId" clId="{30D428CD-1BB2-4A03-8594-A68FE992CDE1}" dt="2023-08-30T01:36:56.705" v="137" actId="1076"/>
          <ac:spMkLst>
            <pc:docMk/>
            <pc:sldMk cId="3547522046" sldId="268"/>
            <ac:spMk id="33" creationId="{3A288F42-36C7-2868-AFB8-6FCE1F8DFA34}"/>
          </ac:spMkLst>
        </pc:spChg>
        <pc:spChg chg="mod">
          <ac:chgData name="Wilmer Ortega Erazo" userId="19082e28a51afb61" providerId="LiveId" clId="{30D428CD-1BB2-4A03-8594-A68FE992CDE1}" dt="2023-08-30T01:36:56.705" v="137" actId="1076"/>
          <ac:spMkLst>
            <pc:docMk/>
            <pc:sldMk cId="3547522046" sldId="268"/>
            <ac:spMk id="35" creationId="{38C63973-A980-16D6-CD2B-94DF5DB19CDC}"/>
          </ac:spMkLst>
        </pc:spChg>
        <pc:spChg chg="mod">
          <ac:chgData name="Wilmer Ortega Erazo" userId="19082e28a51afb61" providerId="LiveId" clId="{30D428CD-1BB2-4A03-8594-A68FE992CDE1}" dt="2023-08-30T02:19:58.845" v="285" actId="790"/>
          <ac:spMkLst>
            <pc:docMk/>
            <pc:sldMk cId="3547522046" sldId="268"/>
            <ac:spMk id="36" creationId="{A69410BA-15D5-16F0-48DD-BCAB09B55368}"/>
          </ac:spMkLst>
        </pc:spChg>
        <pc:spChg chg="add mod">
          <ac:chgData name="Wilmer Ortega Erazo" userId="19082e28a51afb61" providerId="LiveId" clId="{30D428CD-1BB2-4A03-8594-A68FE992CDE1}" dt="2023-08-30T01:36:56.705" v="137" actId="1076"/>
          <ac:spMkLst>
            <pc:docMk/>
            <pc:sldMk cId="3547522046" sldId="268"/>
            <ac:spMk id="37" creationId="{EE641286-721F-B541-B316-0FF07F751847}"/>
          </ac:spMkLst>
        </pc:spChg>
        <pc:spChg chg="add mod">
          <ac:chgData name="Wilmer Ortega Erazo" userId="19082e28a51afb61" providerId="LiveId" clId="{30D428CD-1BB2-4A03-8594-A68FE992CDE1}" dt="2023-08-30T01:36:56.705" v="137" actId="1076"/>
          <ac:spMkLst>
            <pc:docMk/>
            <pc:sldMk cId="3547522046" sldId="268"/>
            <ac:spMk id="38" creationId="{523C44FB-0045-DBEB-CBE8-223D0B0DEC28}"/>
          </ac:spMkLst>
        </pc:spChg>
        <pc:spChg chg="add mod">
          <ac:chgData name="Wilmer Ortega Erazo" userId="19082e28a51afb61" providerId="LiveId" clId="{30D428CD-1BB2-4A03-8594-A68FE992CDE1}" dt="2023-08-30T01:36:56.705" v="137" actId="1076"/>
          <ac:spMkLst>
            <pc:docMk/>
            <pc:sldMk cId="3547522046" sldId="268"/>
            <ac:spMk id="39" creationId="{D233C9D3-C519-E849-8DEF-868C3653C257}"/>
          </ac:spMkLst>
        </pc:spChg>
        <pc:spChg chg="add mod">
          <ac:chgData name="Wilmer Ortega Erazo" userId="19082e28a51afb61" providerId="LiveId" clId="{30D428CD-1BB2-4A03-8594-A68FE992CDE1}" dt="2023-08-30T01:36:56.705" v="137" actId="1076"/>
          <ac:spMkLst>
            <pc:docMk/>
            <pc:sldMk cId="3547522046" sldId="268"/>
            <ac:spMk id="40" creationId="{01E98595-AB29-7970-E9A7-25B8DA83465D}"/>
          </ac:spMkLst>
        </pc:spChg>
        <pc:spChg chg="add mod">
          <ac:chgData name="Wilmer Ortega Erazo" userId="19082e28a51afb61" providerId="LiveId" clId="{30D428CD-1BB2-4A03-8594-A68FE992CDE1}" dt="2023-08-30T01:36:56.705" v="137" actId="1076"/>
          <ac:spMkLst>
            <pc:docMk/>
            <pc:sldMk cId="3547522046" sldId="268"/>
            <ac:spMk id="41" creationId="{77B789E1-7FA6-ADF0-632C-F97FDEC0146F}"/>
          </ac:spMkLst>
        </pc:spChg>
        <pc:spChg chg="add mod">
          <ac:chgData name="Wilmer Ortega Erazo" userId="19082e28a51afb61" providerId="LiveId" clId="{30D428CD-1BB2-4A03-8594-A68FE992CDE1}" dt="2023-08-30T01:36:56.705" v="137" actId="1076"/>
          <ac:spMkLst>
            <pc:docMk/>
            <pc:sldMk cId="3547522046" sldId="268"/>
            <ac:spMk id="42" creationId="{1CB38F18-95D9-DB89-3294-3B08B4767333}"/>
          </ac:spMkLst>
        </pc:spChg>
        <pc:grpChg chg="add mod">
          <ac:chgData name="Wilmer Ortega Erazo" userId="19082e28a51afb61" providerId="LiveId" clId="{30D428CD-1BB2-4A03-8594-A68FE992CDE1}" dt="2023-08-30T01:36:56.705" v="137" actId="1076"/>
          <ac:grpSpMkLst>
            <pc:docMk/>
            <pc:sldMk cId="3547522046" sldId="268"/>
            <ac:grpSpMk id="3" creationId="{F6D97674-9390-2384-6DEC-AC29203F315B}"/>
          </ac:grpSpMkLst>
        </pc:grpChg>
        <pc:grpChg chg="add mod">
          <ac:chgData name="Wilmer Ortega Erazo" userId="19082e28a51afb61" providerId="LiveId" clId="{30D428CD-1BB2-4A03-8594-A68FE992CDE1}" dt="2023-08-30T01:36:56.705" v="137" actId="1076"/>
          <ac:grpSpMkLst>
            <pc:docMk/>
            <pc:sldMk cId="3547522046" sldId="268"/>
            <ac:grpSpMk id="19" creationId="{3D6E6DEA-C17D-AE8A-B193-1EB2FFD7A4AB}"/>
          </ac:grpSpMkLst>
        </pc:grpChg>
        <pc:grpChg chg="add mod">
          <ac:chgData name="Wilmer Ortega Erazo" userId="19082e28a51afb61" providerId="LiveId" clId="{30D428CD-1BB2-4A03-8594-A68FE992CDE1}" dt="2023-08-30T01:36:56.705" v="137" actId="1076"/>
          <ac:grpSpMkLst>
            <pc:docMk/>
            <pc:sldMk cId="3547522046" sldId="268"/>
            <ac:grpSpMk id="22" creationId="{AA91D284-49B6-5ABD-8A44-2B56FDC5C9DD}"/>
          </ac:grpSpMkLst>
        </pc:grpChg>
        <pc:grpChg chg="add mod">
          <ac:chgData name="Wilmer Ortega Erazo" userId="19082e28a51afb61" providerId="LiveId" clId="{30D428CD-1BB2-4A03-8594-A68FE992CDE1}" dt="2023-08-30T01:36:56.705" v="137" actId="1076"/>
          <ac:grpSpMkLst>
            <pc:docMk/>
            <pc:sldMk cId="3547522046" sldId="268"/>
            <ac:grpSpMk id="25" creationId="{C01C7CE5-B2D2-57B7-4446-8CF5BA5D2C15}"/>
          </ac:grpSpMkLst>
        </pc:grpChg>
        <pc:grpChg chg="add mod">
          <ac:chgData name="Wilmer Ortega Erazo" userId="19082e28a51afb61" providerId="LiveId" clId="{30D428CD-1BB2-4A03-8594-A68FE992CDE1}" dt="2023-08-30T01:36:56.705" v="137" actId="1076"/>
          <ac:grpSpMkLst>
            <pc:docMk/>
            <pc:sldMk cId="3547522046" sldId="268"/>
            <ac:grpSpMk id="28" creationId="{6435942A-DD65-2927-CBAA-302064328973}"/>
          </ac:grpSpMkLst>
        </pc:grpChg>
        <pc:grpChg chg="add mod">
          <ac:chgData name="Wilmer Ortega Erazo" userId="19082e28a51afb61" providerId="LiveId" clId="{30D428CD-1BB2-4A03-8594-A68FE992CDE1}" dt="2023-08-30T01:36:56.705" v="137" actId="1076"/>
          <ac:grpSpMkLst>
            <pc:docMk/>
            <pc:sldMk cId="3547522046" sldId="268"/>
            <ac:grpSpMk id="31" creationId="{3F702547-F101-1110-6A87-394F88913A26}"/>
          </ac:grpSpMkLst>
        </pc:grpChg>
        <pc:grpChg chg="add mod">
          <ac:chgData name="Wilmer Ortega Erazo" userId="19082e28a51afb61" providerId="LiveId" clId="{30D428CD-1BB2-4A03-8594-A68FE992CDE1}" dt="2023-08-30T01:36:56.705" v="137" actId="1076"/>
          <ac:grpSpMkLst>
            <pc:docMk/>
            <pc:sldMk cId="3547522046" sldId="268"/>
            <ac:grpSpMk id="34" creationId="{0459EC49-5318-9A44-627D-B5F0657C7B62}"/>
          </ac:grpSpMkLst>
        </pc:grpChg>
      </pc:sldChg>
      <pc:sldChg chg="addSp delSp modSp add mod">
        <pc:chgData name="Wilmer Ortega Erazo" userId="19082e28a51afb61" providerId="LiveId" clId="{30D428CD-1BB2-4A03-8594-A68FE992CDE1}" dt="2023-08-30T02:20:07.502" v="287" actId="1076"/>
        <pc:sldMkLst>
          <pc:docMk/>
          <pc:sldMk cId="839485298" sldId="269"/>
        </pc:sldMkLst>
        <pc:spChg chg="mod">
          <ac:chgData name="Wilmer Ortega Erazo" userId="19082e28a51afb61" providerId="LiveId" clId="{30D428CD-1BB2-4A03-8594-A68FE992CDE1}" dt="2023-08-30T02:17:49.445" v="238" actId="242"/>
          <ac:spMkLst>
            <pc:docMk/>
            <pc:sldMk cId="839485298" sldId="269"/>
            <ac:spMk id="2" creationId="{C4B3BC51-1413-F46C-B9D5-F37ECB40D137}"/>
          </ac:spMkLst>
        </pc:spChg>
        <pc:spChg chg="mod">
          <ac:chgData name="Wilmer Ortega Erazo" userId="19082e28a51afb61" providerId="LiveId" clId="{30D428CD-1BB2-4A03-8594-A68FE992CDE1}" dt="2023-08-30T02:20:07.502" v="287" actId="1076"/>
          <ac:spMkLst>
            <pc:docMk/>
            <pc:sldMk cId="839485298" sldId="269"/>
            <ac:spMk id="4" creationId="{A29C0834-3DBC-9FB3-0E0A-F77D599198EB}"/>
          </ac:spMkLst>
        </pc:spChg>
        <pc:spChg chg="del">
          <ac:chgData name="Wilmer Ortega Erazo" userId="19082e28a51afb61" providerId="LiveId" clId="{30D428CD-1BB2-4A03-8594-A68FE992CDE1}" dt="2023-08-30T01:37:34.934" v="142" actId="478"/>
          <ac:spMkLst>
            <pc:docMk/>
            <pc:sldMk cId="839485298" sldId="269"/>
            <ac:spMk id="7" creationId="{16971214-8190-C591-FD74-20DCC9CD1F5A}"/>
          </ac:spMkLst>
        </pc:spChg>
        <pc:spChg chg="del">
          <ac:chgData name="Wilmer Ortega Erazo" userId="19082e28a51afb61" providerId="LiveId" clId="{30D428CD-1BB2-4A03-8594-A68FE992CDE1}" dt="2023-08-30T01:37:34.934" v="142" actId="478"/>
          <ac:spMkLst>
            <pc:docMk/>
            <pc:sldMk cId="839485298" sldId="269"/>
            <ac:spMk id="8" creationId="{0FF574A7-5AAA-1BCF-59A9-6B8FD5FFAFB9}"/>
          </ac:spMkLst>
        </pc:spChg>
        <pc:spChg chg="del">
          <ac:chgData name="Wilmer Ortega Erazo" userId="19082e28a51afb61" providerId="LiveId" clId="{30D428CD-1BB2-4A03-8594-A68FE992CDE1}" dt="2023-08-30T01:37:34.934" v="142" actId="478"/>
          <ac:spMkLst>
            <pc:docMk/>
            <pc:sldMk cId="839485298" sldId="269"/>
            <ac:spMk id="9" creationId="{34F723BD-3D6F-122A-8A23-8172292CA02C}"/>
          </ac:spMkLst>
        </pc:spChg>
        <pc:spChg chg="del">
          <ac:chgData name="Wilmer Ortega Erazo" userId="19082e28a51afb61" providerId="LiveId" clId="{30D428CD-1BB2-4A03-8594-A68FE992CDE1}" dt="2023-08-30T01:37:34.934" v="142" actId="478"/>
          <ac:spMkLst>
            <pc:docMk/>
            <pc:sldMk cId="839485298" sldId="269"/>
            <ac:spMk id="10" creationId="{A101D3D9-F115-A5DD-A735-26C4475C3D0C}"/>
          </ac:spMkLst>
        </pc:spChg>
        <pc:spChg chg="del">
          <ac:chgData name="Wilmer Ortega Erazo" userId="19082e28a51afb61" providerId="LiveId" clId="{30D428CD-1BB2-4A03-8594-A68FE992CDE1}" dt="2023-08-30T01:37:34.934" v="142" actId="478"/>
          <ac:spMkLst>
            <pc:docMk/>
            <pc:sldMk cId="839485298" sldId="269"/>
            <ac:spMk id="11" creationId="{1AD2AC14-CE93-288B-0D1D-8C695B607CA8}"/>
          </ac:spMkLst>
        </pc:spChg>
        <pc:spChg chg="del">
          <ac:chgData name="Wilmer Ortega Erazo" userId="19082e28a51afb61" providerId="LiveId" clId="{30D428CD-1BB2-4A03-8594-A68FE992CDE1}" dt="2023-08-30T01:37:34.934" v="142" actId="478"/>
          <ac:spMkLst>
            <pc:docMk/>
            <pc:sldMk cId="839485298" sldId="269"/>
            <ac:spMk id="12" creationId="{5ECD63F7-4AE6-DA87-F21D-61A67A159C2B}"/>
          </ac:spMkLst>
        </pc:spChg>
        <pc:spChg chg="del">
          <ac:chgData name="Wilmer Ortega Erazo" userId="19082e28a51afb61" providerId="LiveId" clId="{30D428CD-1BB2-4A03-8594-A68FE992CDE1}" dt="2023-08-30T01:37:34.934" v="142" actId="478"/>
          <ac:spMkLst>
            <pc:docMk/>
            <pc:sldMk cId="839485298" sldId="269"/>
            <ac:spMk id="13" creationId="{F853FB6A-36DD-AF92-93F1-08CD4F77DFE4}"/>
          </ac:spMkLst>
        </pc:spChg>
        <pc:spChg chg="del">
          <ac:chgData name="Wilmer Ortega Erazo" userId="19082e28a51afb61" providerId="LiveId" clId="{30D428CD-1BB2-4A03-8594-A68FE992CDE1}" dt="2023-08-30T01:37:34.934" v="142" actId="478"/>
          <ac:spMkLst>
            <pc:docMk/>
            <pc:sldMk cId="839485298" sldId="269"/>
            <ac:spMk id="14" creationId="{BC9D68CA-E55E-73D1-B31C-8B96EA0767A3}"/>
          </ac:spMkLst>
        </pc:spChg>
        <pc:spChg chg="del">
          <ac:chgData name="Wilmer Ortega Erazo" userId="19082e28a51afb61" providerId="LiveId" clId="{30D428CD-1BB2-4A03-8594-A68FE992CDE1}" dt="2023-08-30T01:37:34.934" v="142" actId="478"/>
          <ac:spMkLst>
            <pc:docMk/>
            <pc:sldMk cId="839485298" sldId="269"/>
            <ac:spMk id="15" creationId="{C7876893-9B83-C5F7-4F47-038F34A27DAC}"/>
          </ac:spMkLst>
        </pc:spChg>
        <pc:spChg chg="del">
          <ac:chgData name="Wilmer Ortega Erazo" userId="19082e28a51afb61" providerId="LiveId" clId="{30D428CD-1BB2-4A03-8594-A68FE992CDE1}" dt="2023-08-30T01:37:34.934" v="142" actId="478"/>
          <ac:spMkLst>
            <pc:docMk/>
            <pc:sldMk cId="839485298" sldId="269"/>
            <ac:spMk id="16" creationId="{E025CBA2-67D9-FFF2-5B77-582078C40471}"/>
          </ac:spMkLst>
        </pc:spChg>
        <pc:spChg chg="del">
          <ac:chgData name="Wilmer Ortega Erazo" userId="19082e28a51afb61" providerId="LiveId" clId="{30D428CD-1BB2-4A03-8594-A68FE992CDE1}" dt="2023-08-30T01:37:34.934" v="142" actId="478"/>
          <ac:spMkLst>
            <pc:docMk/>
            <pc:sldMk cId="839485298" sldId="269"/>
            <ac:spMk id="17" creationId="{EE2F3EAA-0AD2-04DA-CA22-CE41D7F19FC4}"/>
          </ac:spMkLst>
        </pc:spChg>
        <pc:spChg chg="del">
          <ac:chgData name="Wilmer Ortega Erazo" userId="19082e28a51afb61" providerId="LiveId" clId="{30D428CD-1BB2-4A03-8594-A68FE992CDE1}" dt="2023-08-30T01:37:34.934" v="142" actId="478"/>
          <ac:spMkLst>
            <pc:docMk/>
            <pc:sldMk cId="839485298" sldId="269"/>
            <ac:spMk id="18" creationId="{F5453AF9-F421-9CB0-1C8A-29E6A6774290}"/>
          </ac:spMkLst>
        </pc:spChg>
        <pc:spChg chg="del">
          <ac:chgData name="Wilmer Ortega Erazo" userId="19082e28a51afb61" providerId="LiveId" clId="{30D428CD-1BB2-4A03-8594-A68FE992CDE1}" dt="2023-08-30T01:37:34.934" v="142" actId="478"/>
          <ac:spMkLst>
            <pc:docMk/>
            <pc:sldMk cId="839485298" sldId="269"/>
            <ac:spMk id="37" creationId="{EE641286-721F-B541-B316-0FF07F751847}"/>
          </ac:spMkLst>
        </pc:spChg>
        <pc:spChg chg="del">
          <ac:chgData name="Wilmer Ortega Erazo" userId="19082e28a51afb61" providerId="LiveId" clId="{30D428CD-1BB2-4A03-8594-A68FE992CDE1}" dt="2023-08-30T01:37:34.934" v="142" actId="478"/>
          <ac:spMkLst>
            <pc:docMk/>
            <pc:sldMk cId="839485298" sldId="269"/>
            <ac:spMk id="38" creationId="{523C44FB-0045-DBEB-CBE8-223D0B0DEC28}"/>
          </ac:spMkLst>
        </pc:spChg>
        <pc:spChg chg="del">
          <ac:chgData name="Wilmer Ortega Erazo" userId="19082e28a51afb61" providerId="LiveId" clId="{30D428CD-1BB2-4A03-8594-A68FE992CDE1}" dt="2023-08-30T01:37:34.934" v="142" actId="478"/>
          <ac:spMkLst>
            <pc:docMk/>
            <pc:sldMk cId="839485298" sldId="269"/>
            <ac:spMk id="39" creationId="{D233C9D3-C519-E849-8DEF-868C3653C257}"/>
          </ac:spMkLst>
        </pc:spChg>
        <pc:spChg chg="del">
          <ac:chgData name="Wilmer Ortega Erazo" userId="19082e28a51afb61" providerId="LiveId" clId="{30D428CD-1BB2-4A03-8594-A68FE992CDE1}" dt="2023-08-30T01:37:34.934" v="142" actId="478"/>
          <ac:spMkLst>
            <pc:docMk/>
            <pc:sldMk cId="839485298" sldId="269"/>
            <ac:spMk id="40" creationId="{01E98595-AB29-7970-E9A7-25B8DA83465D}"/>
          </ac:spMkLst>
        </pc:spChg>
        <pc:spChg chg="del">
          <ac:chgData name="Wilmer Ortega Erazo" userId="19082e28a51afb61" providerId="LiveId" clId="{30D428CD-1BB2-4A03-8594-A68FE992CDE1}" dt="2023-08-30T01:37:34.934" v="142" actId="478"/>
          <ac:spMkLst>
            <pc:docMk/>
            <pc:sldMk cId="839485298" sldId="269"/>
            <ac:spMk id="41" creationId="{77B789E1-7FA6-ADF0-632C-F97FDEC0146F}"/>
          </ac:spMkLst>
        </pc:spChg>
        <pc:spChg chg="del">
          <ac:chgData name="Wilmer Ortega Erazo" userId="19082e28a51afb61" providerId="LiveId" clId="{30D428CD-1BB2-4A03-8594-A68FE992CDE1}" dt="2023-08-30T01:37:34.934" v="142" actId="478"/>
          <ac:spMkLst>
            <pc:docMk/>
            <pc:sldMk cId="839485298" sldId="269"/>
            <ac:spMk id="42" creationId="{1CB38F18-95D9-DB89-3294-3B08B4767333}"/>
          </ac:spMkLst>
        </pc:spChg>
        <pc:spChg chg="mod">
          <ac:chgData name="Wilmer Ortega Erazo" userId="19082e28a51afb61" providerId="LiveId" clId="{30D428CD-1BB2-4A03-8594-A68FE992CDE1}" dt="2023-08-30T01:37:41.366" v="144" actId="1076"/>
          <ac:spMkLst>
            <pc:docMk/>
            <pc:sldMk cId="839485298" sldId="269"/>
            <ac:spMk id="44" creationId="{51DF85D0-5D58-1948-EC55-E3FF3A063FDD}"/>
          </ac:spMkLst>
        </pc:spChg>
        <pc:spChg chg="mod">
          <ac:chgData name="Wilmer Ortega Erazo" userId="19082e28a51afb61" providerId="LiveId" clId="{30D428CD-1BB2-4A03-8594-A68FE992CDE1}" dt="2023-08-30T01:37:41.366" v="144" actId="1076"/>
          <ac:spMkLst>
            <pc:docMk/>
            <pc:sldMk cId="839485298" sldId="269"/>
            <ac:spMk id="45" creationId="{6C73C57D-0872-B115-1D70-6FFD237B41D4}"/>
          </ac:spMkLst>
        </pc:spChg>
        <pc:spChg chg="mod">
          <ac:chgData name="Wilmer Ortega Erazo" userId="19082e28a51afb61" providerId="LiveId" clId="{30D428CD-1BB2-4A03-8594-A68FE992CDE1}" dt="2023-08-30T01:37:41.366" v="144" actId="1076"/>
          <ac:spMkLst>
            <pc:docMk/>
            <pc:sldMk cId="839485298" sldId="269"/>
            <ac:spMk id="47" creationId="{A9A89E4C-EC71-701C-BA80-F1D65408CB16}"/>
          </ac:spMkLst>
        </pc:spChg>
        <pc:spChg chg="mod">
          <ac:chgData name="Wilmer Ortega Erazo" userId="19082e28a51afb61" providerId="LiveId" clId="{30D428CD-1BB2-4A03-8594-A68FE992CDE1}" dt="2023-08-30T01:37:41.366" v="144" actId="1076"/>
          <ac:spMkLst>
            <pc:docMk/>
            <pc:sldMk cId="839485298" sldId="269"/>
            <ac:spMk id="48" creationId="{5CA7C03D-B78A-63EC-E910-255727EFC884}"/>
          </ac:spMkLst>
        </pc:spChg>
        <pc:spChg chg="mod">
          <ac:chgData name="Wilmer Ortega Erazo" userId="19082e28a51afb61" providerId="LiveId" clId="{30D428CD-1BB2-4A03-8594-A68FE992CDE1}" dt="2023-08-30T01:37:41.366" v="144" actId="1076"/>
          <ac:spMkLst>
            <pc:docMk/>
            <pc:sldMk cId="839485298" sldId="269"/>
            <ac:spMk id="50" creationId="{A78287FA-DCE1-9AFD-47FF-9BA1F8CE6378}"/>
          </ac:spMkLst>
        </pc:spChg>
        <pc:spChg chg="mod">
          <ac:chgData name="Wilmer Ortega Erazo" userId="19082e28a51afb61" providerId="LiveId" clId="{30D428CD-1BB2-4A03-8594-A68FE992CDE1}" dt="2023-08-30T01:37:41.366" v="144" actId="1076"/>
          <ac:spMkLst>
            <pc:docMk/>
            <pc:sldMk cId="839485298" sldId="269"/>
            <ac:spMk id="51" creationId="{1D94576A-B954-16EE-2F8C-15ED99FC9DD9}"/>
          </ac:spMkLst>
        </pc:spChg>
        <pc:spChg chg="mod">
          <ac:chgData name="Wilmer Ortega Erazo" userId="19082e28a51afb61" providerId="LiveId" clId="{30D428CD-1BB2-4A03-8594-A68FE992CDE1}" dt="2023-08-30T01:37:41.366" v="144" actId="1076"/>
          <ac:spMkLst>
            <pc:docMk/>
            <pc:sldMk cId="839485298" sldId="269"/>
            <ac:spMk id="53" creationId="{C9719B13-CA88-891F-E712-3A6093870C1E}"/>
          </ac:spMkLst>
        </pc:spChg>
        <pc:spChg chg="mod">
          <ac:chgData name="Wilmer Ortega Erazo" userId="19082e28a51afb61" providerId="LiveId" clId="{30D428CD-1BB2-4A03-8594-A68FE992CDE1}" dt="2023-08-30T01:37:41.366" v="144" actId="1076"/>
          <ac:spMkLst>
            <pc:docMk/>
            <pc:sldMk cId="839485298" sldId="269"/>
            <ac:spMk id="54" creationId="{5861CFF0-CE96-71F7-7C4C-7B91440B1CDF}"/>
          </ac:spMkLst>
        </pc:spChg>
        <pc:spChg chg="mod">
          <ac:chgData name="Wilmer Ortega Erazo" userId="19082e28a51afb61" providerId="LiveId" clId="{30D428CD-1BB2-4A03-8594-A68FE992CDE1}" dt="2023-08-30T01:37:41.366" v="144" actId="1076"/>
          <ac:spMkLst>
            <pc:docMk/>
            <pc:sldMk cId="839485298" sldId="269"/>
            <ac:spMk id="56" creationId="{BFE8CB38-366B-1313-B080-79A219BBA03E}"/>
          </ac:spMkLst>
        </pc:spChg>
        <pc:spChg chg="mod">
          <ac:chgData name="Wilmer Ortega Erazo" userId="19082e28a51afb61" providerId="LiveId" clId="{30D428CD-1BB2-4A03-8594-A68FE992CDE1}" dt="2023-08-30T01:37:41.366" v="144" actId="1076"/>
          <ac:spMkLst>
            <pc:docMk/>
            <pc:sldMk cId="839485298" sldId="269"/>
            <ac:spMk id="57" creationId="{B2B7ABCC-73F0-6972-9DA8-23B2865DCDE7}"/>
          </ac:spMkLst>
        </pc:spChg>
        <pc:spChg chg="add mod">
          <ac:chgData name="Wilmer Ortega Erazo" userId="19082e28a51afb61" providerId="LiveId" clId="{30D428CD-1BB2-4A03-8594-A68FE992CDE1}" dt="2023-08-30T01:37:41.366" v="144" actId="1076"/>
          <ac:spMkLst>
            <pc:docMk/>
            <pc:sldMk cId="839485298" sldId="269"/>
            <ac:spMk id="58" creationId="{BCCB5813-1E2A-CAF3-2012-21DAED0D639B}"/>
          </ac:spMkLst>
        </pc:spChg>
        <pc:spChg chg="add mod">
          <ac:chgData name="Wilmer Ortega Erazo" userId="19082e28a51afb61" providerId="LiveId" clId="{30D428CD-1BB2-4A03-8594-A68FE992CDE1}" dt="2023-08-30T01:37:41.366" v="144" actId="1076"/>
          <ac:spMkLst>
            <pc:docMk/>
            <pc:sldMk cId="839485298" sldId="269"/>
            <ac:spMk id="59" creationId="{1E51F2C6-1B13-C91B-CA3F-EA76F19D9014}"/>
          </ac:spMkLst>
        </pc:spChg>
        <pc:spChg chg="add mod">
          <ac:chgData name="Wilmer Ortega Erazo" userId="19082e28a51afb61" providerId="LiveId" clId="{30D428CD-1BB2-4A03-8594-A68FE992CDE1}" dt="2023-08-30T01:37:41.366" v="144" actId="1076"/>
          <ac:spMkLst>
            <pc:docMk/>
            <pc:sldMk cId="839485298" sldId="269"/>
            <ac:spMk id="60" creationId="{2178684F-BCC4-FCBB-ECCE-EB58C56107B4}"/>
          </ac:spMkLst>
        </pc:spChg>
        <pc:spChg chg="add mod">
          <ac:chgData name="Wilmer Ortega Erazo" userId="19082e28a51afb61" providerId="LiveId" clId="{30D428CD-1BB2-4A03-8594-A68FE992CDE1}" dt="2023-08-30T01:37:41.366" v="144" actId="1076"/>
          <ac:spMkLst>
            <pc:docMk/>
            <pc:sldMk cId="839485298" sldId="269"/>
            <ac:spMk id="61" creationId="{E693EE79-425A-F252-C84C-F0B832511583}"/>
          </ac:spMkLst>
        </pc:spChg>
        <pc:spChg chg="add mod">
          <ac:chgData name="Wilmer Ortega Erazo" userId="19082e28a51afb61" providerId="LiveId" clId="{30D428CD-1BB2-4A03-8594-A68FE992CDE1}" dt="2023-08-30T01:37:41.366" v="144" actId="1076"/>
          <ac:spMkLst>
            <pc:docMk/>
            <pc:sldMk cId="839485298" sldId="269"/>
            <ac:spMk id="62" creationId="{D8DA47EB-37D4-D46E-E79D-F76EAF409D80}"/>
          </ac:spMkLst>
        </pc:spChg>
        <pc:spChg chg="add mod">
          <ac:chgData name="Wilmer Ortega Erazo" userId="19082e28a51afb61" providerId="LiveId" clId="{30D428CD-1BB2-4A03-8594-A68FE992CDE1}" dt="2023-08-30T01:37:41.366" v="144" actId="1076"/>
          <ac:spMkLst>
            <pc:docMk/>
            <pc:sldMk cId="839485298" sldId="269"/>
            <ac:spMk id="63" creationId="{32F4AD66-8B01-BAD7-5273-8E13AD7F6050}"/>
          </ac:spMkLst>
        </pc:spChg>
        <pc:spChg chg="add mod">
          <ac:chgData name="Wilmer Ortega Erazo" userId="19082e28a51afb61" providerId="LiveId" clId="{30D428CD-1BB2-4A03-8594-A68FE992CDE1}" dt="2023-08-30T01:37:41.366" v="144" actId="1076"/>
          <ac:spMkLst>
            <pc:docMk/>
            <pc:sldMk cId="839485298" sldId="269"/>
            <ac:spMk id="64" creationId="{DF68190F-1405-B64E-5955-253F044D2E56}"/>
          </ac:spMkLst>
        </pc:spChg>
        <pc:spChg chg="add mod">
          <ac:chgData name="Wilmer Ortega Erazo" userId="19082e28a51afb61" providerId="LiveId" clId="{30D428CD-1BB2-4A03-8594-A68FE992CDE1}" dt="2023-08-30T01:37:41.366" v="144" actId="1076"/>
          <ac:spMkLst>
            <pc:docMk/>
            <pc:sldMk cId="839485298" sldId="269"/>
            <ac:spMk id="65" creationId="{2814691A-BF7A-F44A-FAF7-77B745298E28}"/>
          </ac:spMkLst>
        </pc:spChg>
        <pc:spChg chg="add mod">
          <ac:chgData name="Wilmer Ortega Erazo" userId="19082e28a51afb61" providerId="LiveId" clId="{30D428CD-1BB2-4A03-8594-A68FE992CDE1}" dt="2023-08-30T01:37:41.366" v="144" actId="1076"/>
          <ac:spMkLst>
            <pc:docMk/>
            <pc:sldMk cId="839485298" sldId="269"/>
            <ac:spMk id="66" creationId="{E9B13FF3-AC46-7C82-4CAF-CA90EA43109D}"/>
          </ac:spMkLst>
        </pc:spChg>
        <pc:grpChg chg="del">
          <ac:chgData name="Wilmer Ortega Erazo" userId="19082e28a51afb61" providerId="LiveId" clId="{30D428CD-1BB2-4A03-8594-A68FE992CDE1}" dt="2023-08-30T01:37:34.934" v="142" actId="478"/>
          <ac:grpSpMkLst>
            <pc:docMk/>
            <pc:sldMk cId="839485298" sldId="269"/>
            <ac:grpSpMk id="3" creationId="{F6D97674-9390-2384-6DEC-AC29203F315B}"/>
          </ac:grpSpMkLst>
        </pc:grpChg>
        <pc:grpChg chg="del">
          <ac:chgData name="Wilmer Ortega Erazo" userId="19082e28a51afb61" providerId="LiveId" clId="{30D428CD-1BB2-4A03-8594-A68FE992CDE1}" dt="2023-08-30T01:37:34.934" v="142" actId="478"/>
          <ac:grpSpMkLst>
            <pc:docMk/>
            <pc:sldMk cId="839485298" sldId="269"/>
            <ac:grpSpMk id="19" creationId="{3D6E6DEA-C17D-AE8A-B193-1EB2FFD7A4AB}"/>
          </ac:grpSpMkLst>
        </pc:grpChg>
        <pc:grpChg chg="del">
          <ac:chgData name="Wilmer Ortega Erazo" userId="19082e28a51afb61" providerId="LiveId" clId="{30D428CD-1BB2-4A03-8594-A68FE992CDE1}" dt="2023-08-30T01:37:34.934" v="142" actId="478"/>
          <ac:grpSpMkLst>
            <pc:docMk/>
            <pc:sldMk cId="839485298" sldId="269"/>
            <ac:grpSpMk id="22" creationId="{AA91D284-49B6-5ABD-8A44-2B56FDC5C9DD}"/>
          </ac:grpSpMkLst>
        </pc:grpChg>
        <pc:grpChg chg="del">
          <ac:chgData name="Wilmer Ortega Erazo" userId="19082e28a51afb61" providerId="LiveId" clId="{30D428CD-1BB2-4A03-8594-A68FE992CDE1}" dt="2023-08-30T01:37:34.934" v="142" actId="478"/>
          <ac:grpSpMkLst>
            <pc:docMk/>
            <pc:sldMk cId="839485298" sldId="269"/>
            <ac:grpSpMk id="25" creationId="{C01C7CE5-B2D2-57B7-4446-8CF5BA5D2C15}"/>
          </ac:grpSpMkLst>
        </pc:grpChg>
        <pc:grpChg chg="del">
          <ac:chgData name="Wilmer Ortega Erazo" userId="19082e28a51afb61" providerId="LiveId" clId="{30D428CD-1BB2-4A03-8594-A68FE992CDE1}" dt="2023-08-30T01:37:34.934" v="142" actId="478"/>
          <ac:grpSpMkLst>
            <pc:docMk/>
            <pc:sldMk cId="839485298" sldId="269"/>
            <ac:grpSpMk id="28" creationId="{6435942A-DD65-2927-CBAA-302064328973}"/>
          </ac:grpSpMkLst>
        </pc:grpChg>
        <pc:grpChg chg="del">
          <ac:chgData name="Wilmer Ortega Erazo" userId="19082e28a51afb61" providerId="LiveId" clId="{30D428CD-1BB2-4A03-8594-A68FE992CDE1}" dt="2023-08-30T01:37:34.934" v="142" actId="478"/>
          <ac:grpSpMkLst>
            <pc:docMk/>
            <pc:sldMk cId="839485298" sldId="269"/>
            <ac:grpSpMk id="31" creationId="{3F702547-F101-1110-6A87-394F88913A26}"/>
          </ac:grpSpMkLst>
        </pc:grpChg>
        <pc:grpChg chg="del">
          <ac:chgData name="Wilmer Ortega Erazo" userId="19082e28a51afb61" providerId="LiveId" clId="{30D428CD-1BB2-4A03-8594-A68FE992CDE1}" dt="2023-08-30T01:37:34.934" v="142" actId="478"/>
          <ac:grpSpMkLst>
            <pc:docMk/>
            <pc:sldMk cId="839485298" sldId="269"/>
            <ac:grpSpMk id="34" creationId="{0459EC49-5318-9A44-627D-B5F0657C7B62}"/>
          </ac:grpSpMkLst>
        </pc:grpChg>
        <pc:grpChg chg="add mod">
          <ac:chgData name="Wilmer Ortega Erazo" userId="19082e28a51afb61" providerId="LiveId" clId="{30D428CD-1BB2-4A03-8594-A68FE992CDE1}" dt="2023-08-30T01:37:41.366" v="144" actId="1076"/>
          <ac:grpSpMkLst>
            <pc:docMk/>
            <pc:sldMk cId="839485298" sldId="269"/>
            <ac:grpSpMk id="43" creationId="{305F44DF-5294-FAD9-AACF-81575D445C5C}"/>
          </ac:grpSpMkLst>
        </pc:grpChg>
        <pc:grpChg chg="add mod">
          <ac:chgData name="Wilmer Ortega Erazo" userId="19082e28a51afb61" providerId="LiveId" clId="{30D428CD-1BB2-4A03-8594-A68FE992CDE1}" dt="2023-08-30T01:37:41.366" v="144" actId="1076"/>
          <ac:grpSpMkLst>
            <pc:docMk/>
            <pc:sldMk cId="839485298" sldId="269"/>
            <ac:grpSpMk id="46" creationId="{49671E13-ED6B-D292-0670-CA50CC1C3D93}"/>
          </ac:grpSpMkLst>
        </pc:grpChg>
        <pc:grpChg chg="add mod">
          <ac:chgData name="Wilmer Ortega Erazo" userId="19082e28a51afb61" providerId="LiveId" clId="{30D428CD-1BB2-4A03-8594-A68FE992CDE1}" dt="2023-08-30T01:37:41.366" v="144" actId="1076"/>
          <ac:grpSpMkLst>
            <pc:docMk/>
            <pc:sldMk cId="839485298" sldId="269"/>
            <ac:grpSpMk id="49" creationId="{D57A6289-ACA1-FAB4-7247-8DE978E7A806}"/>
          </ac:grpSpMkLst>
        </pc:grpChg>
        <pc:grpChg chg="add mod">
          <ac:chgData name="Wilmer Ortega Erazo" userId="19082e28a51afb61" providerId="LiveId" clId="{30D428CD-1BB2-4A03-8594-A68FE992CDE1}" dt="2023-08-30T01:37:41.366" v="144" actId="1076"/>
          <ac:grpSpMkLst>
            <pc:docMk/>
            <pc:sldMk cId="839485298" sldId="269"/>
            <ac:grpSpMk id="52" creationId="{493A5DA4-9F2C-1F15-470E-AD7843F724CA}"/>
          </ac:grpSpMkLst>
        </pc:grpChg>
        <pc:grpChg chg="add mod">
          <ac:chgData name="Wilmer Ortega Erazo" userId="19082e28a51afb61" providerId="LiveId" clId="{30D428CD-1BB2-4A03-8594-A68FE992CDE1}" dt="2023-08-30T01:37:41.366" v="144" actId="1076"/>
          <ac:grpSpMkLst>
            <pc:docMk/>
            <pc:sldMk cId="839485298" sldId="269"/>
            <ac:grpSpMk id="55" creationId="{0A102D71-1FCB-B883-30F5-85489278D76B}"/>
          </ac:grpSpMkLst>
        </pc:grpChg>
      </pc:sldChg>
      <pc:sldChg chg="addSp delSp modSp add mod">
        <pc:chgData name="Wilmer Ortega Erazo" userId="19082e28a51afb61" providerId="LiveId" clId="{30D428CD-1BB2-4A03-8594-A68FE992CDE1}" dt="2023-08-30T02:17:53.831" v="239" actId="242"/>
        <pc:sldMkLst>
          <pc:docMk/>
          <pc:sldMk cId="1107773906" sldId="270"/>
        </pc:sldMkLst>
        <pc:spChg chg="mod">
          <ac:chgData name="Wilmer Ortega Erazo" userId="19082e28a51afb61" providerId="LiveId" clId="{30D428CD-1BB2-4A03-8594-A68FE992CDE1}" dt="2023-08-30T02:17:53.831" v="239" actId="242"/>
          <ac:spMkLst>
            <pc:docMk/>
            <pc:sldMk cId="1107773906" sldId="270"/>
            <ac:spMk id="2" creationId="{C4B3BC51-1413-F46C-B9D5-F37ECB40D137}"/>
          </ac:spMkLst>
        </pc:spChg>
        <pc:spChg chg="mod">
          <ac:chgData name="Wilmer Ortega Erazo" userId="19082e28a51afb61" providerId="LiveId" clId="{30D428CD-1BB2-4A03-8594-A68FE992CDE1}" dt="2023-08-30T01:41:50.754" v="173" actId="113"/>
          <ac:spMkLst>
            <pc:docMk/>
            <pc:sldMk cId="1107773906" sldId="270"/>
            <ac:spMk id="4" creationId="{A29C0834-3DBC-9FB3-0E0A-F77D599198EB}"/>
          </ac:spMkLst>
        </pc:spChg>
        <pc:spChg chg="add del">
          <ac:chgData name="Wilmer Ortega Erazo" userId="19082e28a51afb61" providerId="LiveId" clId="{30D428CD-1BB2-4A03-8594-A68FE992CDE1}" dt="2023-08-30T01:38:46.844" v="150" actId="22"/>
          <ac:spMkLst>
            <pc:docMk/>
            <pc:sldMk cId="1107773906" sldId="270"/>
            <ac:spMk id="5" creationId="{6CDBDBAA-FF3E-3841-F501-E51FDA8A5D3E}"/>
          </ac:spMkLst>
        </pc:spChg>
        <pc:spChg chg="mod">
          <ac:chgData name="Wilmer Ortega Erazo" userId="19082e28a51afb61" providerId="LiveId" clId="{30D428CD-1BB2-4A03-8594-A68FE992CDE1}" dt="2023-08-30T01:44:15.010" v="191" actId="255"/>
          <ac:spMkLst>
            <pc:docMk/>
            <pc:sldMk cId="1107773906" sldId="270"/>
            <ac:spMk id="7" creationId="{98430C44-6CAC-59FF-DD58-1C21B6A99254}"/>
          </ac:spMkLst>
        </pc:spChg>
        <pc:spChg chg="mod">
          <ac:chgData name="Wilmer Ortega Erazo" userId="19082e28a51afb61" providerId="LiveId" clId="{30D428CD-1BB2-4A03-8594-A68FE992CDE1}" dt="2023-08-30T01:44:15.010" v="191" actId="255"/>
          <ac:spMkLst>
            <pc:docMk/>
            <pc:sldMk cId="1107773906" sldId="270"/>
            <ac:spMk id="9" creationId="{86C4ECE6-AB12-D682-B203-6885CD939324}"/>
          </ac:spMkLst>
        </pc:spChg>
        <pc:spChg chg="mod">
          <ac:chgData name="Wilmer Ortega Erazo" userId="19082e28a51afb61" providerId="LiveId" clId="{30D428CD-1BB2-4A03-8594-A68FE992CDE1}" dt="2023-08-30T01:44:15.010" v="191" actId="255"/>
          <ac:spMkLst>
            <pc:docMk/>
            <pc:sldMk cId="1107773906" sldId="270"/>
            <ac:spMk id="10" creationId="{1C5AE57B-A207-403E-B531-BF084B9280CB}"/>
          </ac:spMkLst>
        </pc:spChg>
        <pc:spChg chg="mod">
          <ac:chgData name="Wilmer Ortega Erazo" userId="19082e28a51afb61" providerId="LiveId" clId="{30D428CD-1BB2-4A03-8594-A68FE992CDE1}" dt="2023-08-30T01:39:32.662" v="159" actId="14100"/>
          <ac:spMkLst>
            <pc:docMk/>
            <pc:sldMk cId="1107773906" sldId="270"/>
            <ac:spMk id="12" creationId="{9024A755-2AA3-F3BF-D3D3-CA64F5411D7D}"/>
          </ac:spMkLst>
        </pc:spChg>
        <pc:spChg chg="mod">
          <ac:chgData name="Wilmer Ortega Erazo" userId="19082e28a51afb61" providerId="LiveId" clId="{30D428CD-1BB2-4A03-8594-A68FE992CDE1}" dt="2023-08-30T01:39:32.662" v="159" actId="14100"/>
          <ac:spMkLst>
            <pc:docMk/>
            <pc:sldMk cId="1107773906" sldId="270"/>
            <ac:spMk id="14" creationId="{84F7AADE-DE3E-96B3-9129-0CC7B50CF738}"/>
          </ac:spMkLst>
        </pc:spChg>
        <pc:spChg chg="mod">
          <ac:chgData name="Wilmer Ortega Erazo" userId="19082e28a51afb61" providerId="LiveId" clId="{30D428CD-1BB2-4A03-8594-A68FE992CDE1}" dt="2023-08-30T01:43:41.334" v="182" actId="20577"/>
          <ac:spMkLst>
            <pc:docMk/>
            <pc:sldMk cId="1107773906" sldId="270"/>
            <ac:spMk id="15" creationId="{04FB61CC-7D7C-7323-A2BC-D3F4985635E5}"/>
          </ac:spMkLst>
        </pc:spChg>
        <pc:spChg chg="mod">
          <ac:chgData name="Wilmer Ortega Erazo" userId="19082e28a51afb61" providerId="LiveId" clId="{30D428CD-1BB2-4A03-8594-A68FE992CDE1}" dt="2023-08-30T01:43:31.106" v="178" actId="2711"/>
          <ac:spMkLst>
            <pc:docMk/>
            <pc:sldMk cId="1107773906" sldId="270"/>
            <ac:spMk id="17" creationId="{F40A0425-865C-53C1-D58C-81B602285807}"/>
          </ac:spMkLst>
        </pc:spChg>
        <pc:spChg chg="mod">
          <ac:chgData name="Wilmer Ortega Erazo" userId="19082e28a51afb61" providerId="LiveId" clId="{30D428CD-1BB2-4A03-8594-A68FE992CDE1}" dt="2023-08-30T01:43:31.106" v="178" actId="2711"/>
          <ac:spMkLst>
            <pc:docMk/>
            <pc:sldMk cId="1107773906" sldId="270"/>
            <ac:spMk id="19" creationId="{5732CC89-77D9-415D-6749-D2C345E9CF7F}"/>
          </ac:spMkLst>
        </pc:spChg>
        <pc:spChg chg="mod">
          <ac:chgData name="Wilmer Ortega Erazo" userId="19082e28a51afb61" providerId="LiveId" clId="{30D428CD-1BB2-4A03-8594-A68FE992CDE1}" dt="2023-08-30T01:44:29.531" v="193" actId="12"/>
          <ac:spMkLst>
            <pc:docMk/>
            <pc:sldMk cId="1107773906" sldId="270"/>
            <ac:spMk id="20" creationId="{BEA227CB-3878-9E2D-F5F6-7D21F6797642}"/>
          </ac:spMkLst>
        </pc:spChg>
        <pc:spChg chg="del">
          <ac:chgData name="Wilmer Ortega Erazo" userId="19082e28a51afb61" providerId="LiveId" clId="{30D428CD-1BB2-4A03-8594-A68FE992CDE1}" dt="2023-08-30T01:38:37.318" v="148" actId="478"/>
          <ac:spMkLst>
            <pc:docMk/>
            <pc:sldMk cId="1107773906" sldId="270"/>
            <ac:spMk id="58" creationId="{BCCB5813-1E2A-CAF3-2012-21DAED0D639B}"/>
          </ac:spMkLst>
        </pc:spChg>
        <pc:spChg chg="del">
          <ac:chgData name="Wilmer Ortega Erazo" userId="19082e28a51afb61" providerId="LiveId" clId="{30D428CD-1BB2-4A03-8594-A68FE992CDE1}" dt="2023-08-30T01:38:37.318" v="148" actId="478"/>
          <ac:spMkLst>
            <pc:docMk/>
            <pc:sldMk cId="1107773906" sldId="270"/>
            <ac:spMk id="59" creationId="{1E51F2C6-1B13-C91B-CA3F-EA76F19D9014}"/>
          </ac:spMkLst>
        </pc:spChg>
        <pc:spChg chg="del">
          <ac:chgData name="Wilmer Ortega Erazo" userId="19082e28a51afb61" providerId="LiveId" clId="{30D428CD-1BB2-4A03-8594-A68FE992CDE1}" dt="2023-08-30T01:38:37.318" v="148" actId="478"/>
          <ac:spMkLst>
            <pc:docMk/>
            <pc:sldMk cId="1107773906" sldId="270"/>
            <ac:spMk id="60" creationId="{2178684F-BCC4-FCBB-ECCE-EB58C56107B4}"/>
          </ac:spMkLst>
        </pc:spChg>
        <pc:spChg chg="del">
          <ac:chgData name="Wilmer Ortega Erazo" userId="19082e28a51afb61" providerId="LiveId" clId="{30D428CD-1BB2-4A03-8594-A68FE992CDE1}" dt="2023-08-30T01:38:37.318" v="148" actId="478"/>
          <ac:spMkLst>
            <pc:docMk/>
            <pc:sldMk cId="1107773906" sldId="270"/>
            <ac:spMk id="61" creationId="{E693EE79-425A-F252-C84C-F0B832511583}"/>
          </ac:spMkLst>
        </pc:spChg>
        <pc:spChg chg="del">
          <ac:chgData name="Wilmer Ortega Erazo" userId="19082e28a51afb61" providerId="LiveId" clId="{30D428CD-1BB2-4A03-8594-A68FE992CDE1}" dt="2023-08-30T01:38:37.318" v="148" actId="478"/>
          <ac:spMkLst>
            <pc:docMk/>
            <pc:sldMk cId="1107773906" sldId="270"/>
            <ac:spMk id="62" creationId="{D8DA47EB-37D4-D46E-E79D-F76EAF409D80}"/>
          </ac:spMkLst>
        </pc:spChg>
        <pc:spChg chg="del">
          <ac:chgData name="Wilmer Ortega Erazo" userId="19082e28a51afb61" providerId="LiveId" clId="{30D428CD-1BB2-4A03-8594-A68FE992CDE1}" dt="2023-08-30T01:38:37.318" v="148" actId="478"/>
          <ac:spMkLst>
            <pc:docMk/>
            <pc:sldMk cId="1107773906" sldId="270"/>
            <ac:spMk id="63" creationId="{32F4AD66-8B01-BAD7-5273-8E13AD7F6050}"/>
          </ac:spMkLst>
        </pc:spChg>
        <pc:spChg chg="del">
          <ac:chgData name="Wilmer Ortega Erazo" userId="19082e28a51afb61" providerId="LiveId" clId="{30D428CD-1BB2-4A03-8594-A68FE992CDE1}" dt="2023-08-30T01:38:37.318" v="148" actId="478"/>
          <ac:spMkLst>
            <pc:docMk/>
            <pc:sldMk cId="1107773906" sldId="270"/>
            <ac:spMk id="64" creationId="{DF68190F-1405-B64E-5955-253F044D2E56}"/>
          </ac:spMkLst>
        </pc:spChg>
        <pc:spChg chg="del">
          <ac:chgData name="Wilmer Ortega Erazo" userId="19082e28a51afb61" providerId="LiveId" clId="{30D428CD-1BB2-4A03-8594-A68FE992CDE1}" dt="2023-08-30T01:38:37.318" v="148" actId="478"/>
          <ac:spMkLst>
            <pc:docMk/>
            <pc:sldMk cId="1107773906" sldId="270"/>
            <ac:spMk id="65" creationId="{2814691A-BF7A-F44A-FAF7-77B745298E28}"/>
          </ac:spMkLst>
        </pc:spChg>
        <pc:spChg chg="del">
          <ac:chgData name="Wilmer Ortega Erazo" userId="19082e28a51afb61" providerId="LiveId" clId="{30D428CD-1BB2-4A03-8594-A68FE992CDE1}" dt="2023-08-30T01:38:37.318" v="148" actId="478"/>
          <ac:spMkLst>
            <pc:docMk/>
            <pc:sldMk cId="1107773906" sldId="270"/>
            <ac:spMk id="66" creationId="{E9B13FF3-AC46-7C82-4CAF-CA90EA43109D}"/>
          </ac:spMkLst>
        </pc:spChg>
        <pc:grpChg chg="add mod">
          <ac:chgData name="Wilmer Ortega Erazo" userId="19082e28a51afb61" providerId="LiveId" clId="{30D428CD-1BB2-4A03-8594-A68FE992CDE1}" dt="2023-08-30T01:44:15.010" v="191" actId="255"/>
          <ac:grpSpMkLst>
            <pc:docMk/>
            <pc:sldMk cId="1107773906" sldId="270"/>
            <ac:grpSpMk id="6" creationId="{E21A471A-E852-A06E-902E-E4415F9A56C7}"/>
          </ac:grpSpMkLst>
        </pc:grpChg>
        <pc:grpChg chg="mod">
          <ac:chgData name="Wilmer Ortega Erazo" userId="19082e28a51afb61" providerId="LiveId" clId="{30D428CD-1BB2-4A03-8594-A68FE992CDE1}" dt="2023-08-30T01:44:15.010" v="191" actId="255"/>
          <ac:grpSpMkLst>
            <pc:docMk/>
            <pc:sldMk cId="1107773906" sldId="270"/>
            <ac:grpSpMk id="8" creationId="{62D48DBF-37E8-35E2-F0E7-80FDA081DFBE}"/>
          </ac:grpSpMkLst>
        </pc:grpChg>
        <pc:grpChg chg="add del mod">
          <ac:chgData name="Wilmer Ortega Erazo" userId="19082e28a51afb61" providerId="LiveId" clId="{30D428CD-1BB2-4A03-8594-A68FE992CDE1}" dt="2023-08-30T01:43:13.612" v="177" actId="2711"/>
          <ac:grpSpMkLst>
            <pc:docMk/>
            <pc:sldMk cId="1107773906" sldId="270"/>
            <ac:grpSpMk id="11" creationId="{9909AC02-3AB4-F963-DD23-D0C7E734334B}"/>
          </ac:grpSpMkLst>
        </pc:grpChg>
        <pc:grpChg chg="mod">
          <ac:chgData name="Wilmer Ortega Erazo" userId="19082e28a51afb61" providerId="LiveId" clId="{30D428CD-1BB2-4A03-8594-A68FE992CDE1}" dt="2023-08-30T01:39:32.662" v="159" actId="14100"/>
          <ac:grpSpMkLst>
            <pc:docMk/>
            <pc:sldMk cId="1107773906" sldId="270"/>
            <ac:grpSpMk id="13" creationId="{763ACDB3-8F3C-8C5D-2A10-E5C1295D6CD8}"/>
          </ac:grpSpMkLst>
        </pc:grpChg>
        <pc:grpChg chg="add mod">
          <ac:chgData name="Wilmer Ortega Erazo" userId="19082e28a51afb61" providerId="LiveId" clId="{30D428CD-1BB2-4A03-8594-A68FE992CDE1}" dt="2023-08-30T01:43:31.106" v="178" actId="2711"/>
          <ac:grpSpMkLst>
            <pc:docMk/>
            <pc:sldMk cId="1107773906" sldId="270"/>
            <ac:grpSpMk id="16" creationId="{B782C77D-9524-7A9C-0179-E77FA2F67868}"/>
          </ac:grpSpMkLst>
        </pc:grpChg>
        <pc:grpChg chg="mod">
          <ac:chgData name="Wilmer Ortega Erazo" userId="19082e28a51afb61" providerId="LiveId" clId="{30D428CD-1BB2-4A03-8594-A68FE992CDE1}" dt="2023-08-30T01:43:31.106" v="178" actId="2711"/>
          <ac:grpSpMkLst>
            <pc:docMk/>
            <pc:sldMk cId="1107773906" sldId="270"/>
            <ac:grpSpMk id="18" creationId="{510B6F9B-95BB-226B-335A-F42637B9770F}"/>
          </ac:grpSpMkLst>
        </pc:grpChg>
        <pc:grpChg chg="del">
          <ac:chgData name="Wilmer Ortega Erazo" userId="19082e28a51afb61" providerId="LiveId" clId="{30D428CD-1BB2-4A03-8594-A68FE992CDE1}" dt="2023-08-30T01:38:37.318" v="148" actId="478"/>
          <ac:grpSpMkLst>
            <pc:docMk/>
            <pc:sldMk cId="1107773906" sldId="270"/>
            <ac:grpSpMk id="43" creationId="{305F44DF-5294-FAD9-AACF-81575D445C5C}"/>
          </ac:grpSpMkLst>
        </pc:grpChg>
        <pc:grpChg chg="del">
          <ac:chgData name="Wilmer Ortega Erazo" userId="19082e28a51afb61" providerId="LiveId" clId="{30D428CD-1BB2-4A03-8594-A68FE992CDE1}" dt="2023-08-30T01:38:37.318" v="148" actId="478"/>
          <ac:grpSpMkLst>
            <pc:docMk/>
            <pc:sldMk cId="1107773906" sldId="270"/>
            <ac:grpSpMk id="46" creationId="{49671E13-ED6B-D292-0670-CA50CC1C3D93}"/>
          </ac:grpSpMkLst>
        </pc:grpChg>
        <pc:grpChg chg="del">
          <ac:chgData name="Wilmer Ortega Erazo" userId="19082e28a51afb61" providerId="LiveId" clId="{30D428CD-1BB2-4A03-8594-A68FE992CDE1}" dt="2023-08-30T01:38:37.318" v="148" actId="478"/>
          <ac:grpSpMkLst>
            <pc:docMk/>
            <pc:sldMk cId="1107773906" sldId="270"/>
            <ac:grpSpMk id="49" creationId="{D57A6289-ACA1-FAB4-7247-8DE978E7A806}"/>
          </ac:grpSpMkLst>
        </pc:grpChg>
        <pc:grpChg chg="del">
          <ac:chgData name="Wilmer Ortega Erazo" userId="19082e28a51afb61" providerId="LiveId" clId="{30D428CD-1BB2-4A03-8594-A68FE992CDE1}" dt="2023-08-30T01:38:37.318" v="148" actId="478"/>
          <ac:grpSpMkLst>
            <pc:docMk/>
            <pc:sldMk cId="1107773906" sldId="270"/>
            <ac:grpSpMk id="52" creationId="{493A5DA4-9F2C-1F15-470E-AD7843F724CA}"/>
          </ac:grpSpMkLst>
        </pc:grpChg>
        <pc:grpChg chg="del">
          <ac:chgData name="Wilmer Ortega Erazo" userId="19082e28a51afb61" providerId="LiveId" clId="{30D428CD-1BB2-4A03-8594-A68FE992CDE1}" dt="2023-08-30T01:38:37.318" v="148" actId="478"/>
          <ac:grpSpMkLst>
            <pc:docMk/>
            <pc:sldMk cId="1107773906" sldId="270"/>
            <ac:grpSpMk id="55" creationId="{0A102D71-1FCB-B883-30F5-85489278D76B}"/>
          </ac:grpSpMkLst>
        </pc:grpChg>
      </pc:sldChg>
      <pc:sldChg chg="addSp delSp modSp add mod">
        <pc:chgData name="Wilmer Ortega Erazo" userId="19082e28a51afb61" providerId="LiveId" clId="{30D428CD-1BB2-4A03-8594-A68FE992CDE1}" dt="2023-08-30T02:18:09.766" v="240" actId="242"/>
        <pc:sldMkLst>
          <pc:docMk/>
          <pc:sldMk cId="4161581513" sldId="271"/>
        </pc:sldMkLst>
        <pc:spChg chg="mod">
          <ac:chgData name="Wilmer Ortega Erazo" userId="19082e28a51afb61" providerId="LiveId" clId="{30D428CD-1BB2-4A03-8594-A68FE992CDE1}" dt="2023-08-30T02:18:09.766" v="240" actId="242"/>
          <ac:spMkLst>
            <pc:docMk/>
            <pc:sldMk cId="4161581513" sldId="271"/>
            <ac:spMk id="2" creationId="{C4B3BC51-1413-F46C-B9D5-F37ECB40D137}"/>
          </ac:spMkLst>
        </pc:spChg>
        <pc:spChg chg="mod">
          <ac:chgData name="Wilmer Ortega Erazo" userId="19082e28a51afb61" providerId="LiveId" clId="{30D428CD-1BB2-4A03-8594-A68FE992CDE1}" dt="2023-08-30T01:46:08.693" v="200" actId="255"/>
          <ac:spMkLst>
            <pc:docMk/>
            <pc:sldMk cId="4161581513" sldId="271"/>
            <ac:spMk id="4" creationId="{A29C0834-3DBC-9FB3-0E0A-F77D599198EB}"/>
          </ac:spMkLst>
        </pc:spChg>
        <pc:grpChg chg="del">
          <ac:chgData name="Wilmer Ortega Erazo" userId="19082e28a51afb61" providerId="LiveId" clId="{30D428CD-1BB2-4A03-8594-A68FE992CDE1}" dt="2023-08-30T01:45:54.998" v="197" actId="478"/>
          <ac:grpSpMkLst>
            <pc:docMk/>
            <pc:sldMk cId="4161581513" sldId="271"/>
            <ac:grpSpMk id="6" creationId="{E21A471A-E852-A06E-902E-E4415F9A56C7}"/>
          </ac:grpSpMkLst>
        </pc:grpChg>
        <pc:grpChg chg="del">
          <ac:chgData name="Wilmer Ortega Erazo" userId="19082e28a51afb61" providerId="LiveId" clId="{30D428CD-1BB2-4A03-8594-A68FE992CDE1}" dt="2023-08-30T01:45:54.998" v="197" actId="478"/>
          <ac:grpSpMkLst>
            <pc:docMk/>
            <pc:sldMk cId="4161581513" sldId="271"/>
            <ac:grpSpMk id="11" creationId="{9909AC02-3AB4-F963-DD23-D0C7E734334B}"/>
          </ac:grpSpMkLst>
        </pc:grpChg>
        <pc:grpChg chg="del">
          <ac:chgData name="Wilmer Ortega Erazo" userId="19082e28a51afb61" providerId="LiveId" clId="{30D428CD-1BB2-4A03-8594-A68FE992CDE1}" dt="2023-08-30T01:45:54.998" v="197" actId="478"/>
          <ac:grpSpMkLst>
            <pc:docMk/>
            <pc:sldMk cId="4161581513" sldId="271"/>
            <ac:grpSpMk id="16" creationId="{B782C77D-9524-7A9C-0179-E77FA2F67868}"/>
          </ac:grpSpMkLst>
        </pc:grpChg>
        <pc:graphicFrameChg chg="add mod">
          <ac:chgData name="Wilmer Ortega Erazo" userId="19082e28a51afb61" providerId="LiveId" clId="{30D428CD-1BB2-4A03-8594-A68FE992CDE1}" dt="2023-08-30T01:50:44.400" v="232" actId="108"/>
          <ac:graphicFrameMkLst>
            <pc:docMk/>
            <pc:sldMk cId="4161581513" sldId="271"/>
            <ac:graphicFrameMk id="3" creationId="{DC05F2CE-FC89-014D-AC71-B930B5A0114B}"/>
          </ac:graphicFrameMkLst>
        </pc:graphicFrameChg>
      </pc:sldChg>
      <pc:sldChg chg="addSp delSp modSp add mod">
        <pc:chgData name="Wilmer Ortega Erazo" userId="19082e28a51afb61" providerId="LiveId" clId="{30D428CD-1BB2-4A03-8594-A68FE992CDE1}" dt="2023-08-30T02:18:55.941" v="242" actId="242"/>
        <pc:sldMkLst>
          <pc:docMk/>
          <pc:sldMk cId="2563264062" sldId="272"/>
        </pc:sldMkLst>
        <pc:spChg chg="mod">
          <ac:chgData name="Wilmer Ortega Erazo" userId="19082e28a51afb61" providerId="LiveId" clId="{30D428CD-1BB2-4A03-8594-A68FE992CDE1}" dt="2023-08-30T02:18:55.941" v="242" actId="242"/>
          <ac:spMkLst>
            <pc:docMk/>
            <pc:sldMk cId="2563264062" sldId="272"/>
            <ac:spMk id="2" creationId="{C4B3BC51-1413-F46C-B9D5-F37ECB40D137}"/>
          </ac:spMkLst>
        </pc:spChg>
        <pc:spChg chg="mod">
          <ac:chgData name="Wilmer Ortega Erazo" userId="19082e28a51afb61" providerId="LiveId" clId="{30D428CD-1BB2-4A03-8594-A68FE992CDE1}" dt="2023-08-30T01:48:34.273" v="213" actId="790"/>
          <ac:spMkLst>
            <pc:docMk/>
            <pc:sldMk cId="2563264062" sldId="272"/>
            <ac:spMk id="4" creationId="{A29C0834-3DBC-9FB3-0E0A-F77D599198EB}"/>
          </ac:spMkLst>
        </pc:spChg>
        <pc:graphicFrameChg chg="del">
          <ac:chgData name="Wilmer Ortega Erazo" userId="19082e28a51afb61" providerId="LiveId" clId="{30D428CD-1BB2-4A03-8594-A68FE992CDE1}" dt="2023-08-30T01:47:40.225" v="209" actId="478"/>
          <ac:graphicFrameMkLst>
            <pc:docMk/>
            <pc:sldMk cId="2563264062" sldId="272"/>
            <ac:graphicFrameMk id="3" creationId="{DC05F2CE-FC89-014D-AC71-B930B5A0114B}"/>
          </ac:graphicFrameMkLst>
        </pc:graphicFrameChg>
        <pc:graphicFrameChg chg="add mod">
          <ac:chgData name="Wilmer Ortega Erazo" userId="19082e28a51afb61" providerId="LiveId" clId="{30D428CD-1BB2-4A03-8594-A68FE992CDE1}" dt="2023-08-30T01:50:12.769" v="223"/>
          <ac:graphicFrameMkLst>
            <pc:docMk/>
            <pc:sldMk cId="2563264062" sldId="272"/>
            <ac:graphicFrameMk id="5" creationId="{5D6EE936-8CCD-6CDB-B0F6-724298684CBF}"/>
          </ac:graphicFrameMkLst>
        </pc:graphicFrameChg>
      </pc:sldChg>
      <pc:sldChg chg="addSp delSp modSp add mod">
        <pc:chgData name="Wilmer Ortega Erazo" userId="19082e28a51afb61" providerId="LiveId" clId="{30D428CD-1BB2-4A03-8594-A68FE992CDE1}" dt="2023-08-30T02:24:27.775" v="304" actId="1440"/>
        <pc:sldMkLst>
          <pc:docMk/>
          <pc:sldMk cId="1346196386" sldId="273"/>
        </pc:sldMkLst>
        <pc:spChg chg="mod">
          <ac:chgData name="Wilmer Ortega Erazo" userId="19082e28a51afb61" providerId="LiveId" clId="{30D428CD-1BB2-4A03-8594-A68FE992CDE1}" dt="2023-08-30T02:19:32.256" v="283" actId="20577"/>
          <ac:spMkLst>
            <pc:docMk/>
            <pc:sldMk cId="1346196386" sldId="273"/>
            <ac:spMk id="2" creationId="{C4B3BC51-1413-F46C-B9D5-F37ECB40D137}"/>
          </ac:spMkLst>
        </pc:spChg>
        <pc:spChg chg="add del">
          <ac:chgData name="Wilmer Ortega Erazo" userId="19082e28a51afb61" providerId="LiveId" clId="{30D428CD-1BB2-4A03-8594-A68FE992CDE1}" dt="2023-08-30T02:23:34.863" v="299"/>
          <ac:spMkLst>
            <pc:docMk/>
            <pc:sldMk cId="1346196386" sldId="273"/>
            <ac:spMk id="3" creationId="{B6F6821C-60BD-6903-7ED7-20EB70BC8CC8}"/>
          </ac:spMkLst>
        </pc:spChg>
        <pc:spChg chg="mod">
          <ac:chgData name="Wilmer Ortega Erazo" userId="19082e28a51afb61" providerId="LiveId" clId="{30D428CD-1BB2-4A03-8594-A68FE992CDE1}" dt="2023-08-30T02:20:35.318" v="288"/>
          <ac:spMkLst>
            <pc:docMk/>
            <pc:sldMk cId="1346196386" sldId="273"/>
            <ac:spMk id="4" creationId="{A29C0834-3DBC-9FB3-0E0A-F77D599198EB}"/>
          </ac:spMkLst>
        </pc:spChg>
        <pc:spChg chg="add mod">
          <ac:chgData name="Wilmer Ortega Erazo" userId="19082e28a51afb61" providerId="LiveId" clId="{30D428CD-1BB2-4A03-8594-A68FE992CDE1}" dt="2023-08-30T02:23:39.862" v="301" actId="14100"/>
          <ac:spMkLst>
            <pc:docMk/>
            <pc:sldMk cId="1346196386" sldId="273"/>
            <ac:spMk id="6" creationId="{609D67D3-827B-686D-F8C3-BCC27C36F2C4}"/>
          </ac:spMkLst>
        </pc:spChg>
        <pc:graphicFrameChg chg="del mod">
          <ac:chgData name="Wilmer Ortega Erazo" userId="19082e28a51afb61" providerId="LiveId" clId="{30D428CD-1BB2-4A03-8594-A68FE992CDE1}" dt="2023-08-30T02:20:43.208" v="291" actId="478"/>
          <ac:graphicFrameMkLst>
            <pc:docMk/>
            <pc:sldMk cId="1346196386" sldId="273"/>
            <ac:graphicFrameMk id="5" creationId="{5D6EE936-8CCD-6CDB-B0F6-724298684CBF}"/>
          </ac:graphicFrameMkLst>
        </pc:graphicFrameChg>
        <pc:picChg chg="add mod">
          <ac:chgData name="Wilmer Ortega Erazo" userId="19082e28a51afb61" providerId="LiveId" clId="{30D428CD-1BB2-4A03-8594-A68FE992CDE1}" dt="2023-08-30T02:24:27.775" v="304" actId="1440"/>
          <ac:picMkLst>
            <pc:docMk/>
            <pc:sldMk cId="1346196386" sldId="273"/>
            <ac:picMk id="8" creationId="{390BBC2B-AB26-3E21-C848-8F40FCD107A6}"/>
          </ac:picMkLst>
        </pc:picChg>
        <pc:picChg chg="add del mod">
          <ac:chgData name="Wilmer Ortega Erazo" userId="19082e28a51afb61" providerId="LiveId" clId="{30D428CD-1BB2-4A03-8594-A68FE992CDE1}" dt="2023-08-30T02:23:31.472" v="297" actId="478"/>
          <ac:picMkLst>
            <pc:docMk/>
            <pc:sldMk cId="1346196386" sldId="273"/>
            <ac:picMk id="1026" creationId="{DF0D4439-95DA-E653-A9BA-89CB65FFE9BE}"/>
          </ac:picMkLst>
        </pc:picChg>
      </pc:sldChg>
      <pc:sldChg chg="delSp modSp add mod">
        <pc:chgData name="Wilmer Ortega Erazo" userId="19082e28a51afb61" providerId="LiveId" clId="{30D428CD-1BB2-4A03-8594-A68FE992CDE1}" dt="2023-08-30T02:26:10.052" v="319" actId="114"/>
        <pc:sldMkLst>
          <pc:docMk/>
          <pc:sldMk cId="2729497186" sldId="274"/>
        </pc:sldMkLst>
        <pc:spChg chg="mod">
          <ac:chgData name="Wilmer Ortega Erazo" userId="19082e28a51afb61" providerId="LiveId" clId="{30D428CD-1BB2-4A03-8594-A68FE992CDE1}" dt="2023-08-30T02:26:10.052" v="319" actId="114"/>
          <ac:spMkLst>
            <pc:docMk/>
            <pc:sldMk cId="2729497186" sldId="274"/>
            <ac:spMk id="4" creationId="{A29C0834-3DBC-9FB3-0E0A-F77D599198EB}"/>
          </ac:spMkLst>
        </pc:spChg>
        <pc:picChg chg="del">
          <ac:chgData name="Wilmer Ortega Erazo" userId="19082e28a51afb61" providerId="LiveId" clId="{30D428CD-1BB2-4A03-8594-A68FE992CDE1}" dt="2023-08-30T02:24:42.544" v="306" actId="478"/>
          <ac:picMkLst>
            <pc:docMk/>
            <pc:sldMk cId="2729497186" sldId="274"/>
            <ac:picMk id="8" creationId="{390BBC2B-AB26-3E21-C848-8F40FCD107A6}"/>
          </ac:picMkLst>
        </pc:picChg>
      </pc:sldChg>
      <pc:sldChg chg="modSp add mod">
        <pc:chgData name="Wilmer Ortega Erazo" userId="19082e28a51afb61" providerId="LiveId" clId="{30D428CD-1BB2-4A03-8594-A68FE992CDE1}" dt="2023-09-05T02:11:29.222" v="695" actId="790"/>
        <pc:sldMkLst>
          <pc:docMk/>
          <pc:sldMk cId="1051404774" sldId="275"/>
        </pc:sldMkLst>
        <pc:spChg chg="mod">
          <ac:chgData name="Wilmer Ortega Erazo" userId="19082e28a51afb61" providerId="LiveId" clId="{30D428CD-1BB2-4A03-8594-A68FE992CDE1}" dt="2023-09-05T02:11:29.222" v="695" actId="790"/>
          <ac:spMkLst>
            <pc:docMk/>
            <pc:sldMk cId="1051404774" sldId="275"/>
            <ac:spMk id="4" creationId="{A29C0834-3DBC-9FB3-0E0A-F77D599198EB}"/>
          </ac:spMkLst>
        </pc:spChg>
      </pc:sldChg>
      <pc:sldChg chg="addSp delSp modSp add mod">
        <pc:chgData name="Wilmer Ortega Erazo" userId="19082e28a51afb61" providerId="LiveId" clId="{30D428CD-1BB2-4A03-8594-A68FE992CDE1}" dt="2023-08-30T02:31:02.623" v="360" actId="20577"/>
        <pc:sldMkLst>
          <pc:docMk/>
          <pc:sldMk cId="3143063018" sldId="276"/>
        </pc:sldMkLst>
        <pc:spChg chg="add mod">
          <ac:chgData name="Wilmer Ortega Erazo" userId="19082e28a51afb61" providerId="LiveId" clId="{30D428CD-1BB2-4A03-8594-A68FE992CDE1}" dt="2023-08-30T02:30:45.169" v="355" actId="1076"/>
          <ac:spMkLst>
            <pc:docMk/>
            <pc:sldMk cId="3143063018" sldId="276"/>
            <ac:spMk id="3" creationId="{A48310E0-070F-FDE7-D102-3E94EF571FB0}"/>
          </ac:spMkLst>
        </pc:spChg>
        <pc:spChg chg="del">
          <ac:chgData name="Wilmer Ortega Erazo" userId="19082e28a51afb61" providerId="LiveId" clId="{30D428CD-1BB2-4A03-8594-A68FE992CDE1}" dt="2023-08-30T02:30:38.671" v="353" actId="478"/>
          <ac:spMkLst>
            <pc:docMk/>
            <pc:sldMk cId="3143063018" sldId="276"/>
            <ac:spMk id="4" creationId="{A29C0834-3DBC-9FB3-0E0A-F77D599198EB}"/>
          </ac:spMkLst>
        </pc:spChg>
        <pc:spChg chg="add mod">
          <ac:chgData name="Wilmer Ortega Erazo" userId="19082e28a51afb61" providerId="LiveId" clId="{30D428CD-1BB2-4A03-8594-A68FE992CDE1}" dt="2023-08-30T02:30:45.169" v="355" actId="1076"/>
          <ac:spMkLst>
            <pc:docMk/>
            <pc:sldMk cId="3143063018" sldId="276"/>
            <ac:spMk id="5" creationId="{1DFEED20-DFA8-0D5E-670B-D3F0D91F783B}"/>
          </ac:spMkLst>
        </pc:spChg>
        <pc:spChg chg="add mod">
          <ac:chgData name="Wilmer Ortega Erazo" userId="19082e28a51afb61" providerId="LiveId" clId="{30D428CD-1BB2-4A03-8594-A68FE992CDE1}" dt="2023-08-30T02:30:45.169" v="355" actId="1076"/>
          <ac:spMkLst>
            <pc:docMk/>
            <pc:sldMk cId="3143063018" sldId="276"/>
            <ac:spMk id="7" creationId="{D6350C54-803C-FB69-64DF-90C9AA40A55F}"/>
          </ac:spMkLst>
        </pc:spChg>
        <pc:spChg chg="add mod">
          <ac:chgData name="Wilmer Ortega Erazo" userId="19082e28a51afb61" providerId="LiveId" clId="{30D428CD-1BB2-4A03-8594-A68FE992CDE1}" dt="2023-08-30T02:30:45.169" v="355" actId="1076"/>
          <ac:spMkLst>
            <pc:docMk/>
            <pc:sldMk cId="3143063018" sldId="276"/>
            <ac:spMk id="8" creationId="{8E0055C6-7EEA-0ECC-8AAB-5CA0F29BF8B4}"/>
          </ac:spMkLst>
        </pc:spChg>
        <pc:spChg chg="add mod">
          <ac:chgData name="Wilmer Ortega Erazo" userId="19082e28a51afb61" providerId="LiveId" clId="{30D428CD-1BB2-4A03-8594-A68FE992CDE1}" dt="2023-08-30T02:30:45.169" v="355" actId="1076"/>
          <ac:spMkLst>
            <pc:docMk/>
            <pc:sldMk cId="3143063018" sldId="276"/>
            <ac:spMk id="9" creationId="{E16EFFB0-99B4-140E-5D1C-4A44A081CA49}"/>
          </ac:spMkLst>
        </pc:spChg>
        <pc:spChg chg="add mod">
          <ac:chgData name="Wilmer Ortega Erazo" userId="19082e28a51afb61" providerId="LiveId" clId="{30D428CD-1BB2-4A03-8594-A68FE992CDE1}" dt="2023-08-30T02:30:45.169" v="355" actId="1076"/>
          <ac:spMkLst>
            <pc:docMk/>
            <pc:sldMk cId="3143063018" sldId="276"/>
            <ac:spMk id="10" creationId="{1B05C6A3-3226-7DB8-1378-A2A8179843E0}"/>
          </ac:spMkLst>
        </pc:spChg>
        <pc:spChg chg="add mod">
          <ac:chgData name="Wilmer Ortega Erazo" userId="19082e28a51afb61" providerId="LiveId" clId="{30D428CD-1BB2-4A03-8594-A68FE992CDE1}" dt="2023-08-30T02:30:45.169" v="355" actId="1076"/>
          <ac:spMkLst>
            <pc:docMk/>
            <pc:sldMk cId="3143063018" sldId="276"/>
            <ac:spMk id="11" creationId="{68E0DC83-628B-9078-FAA3-1DBC75D5E467}"/>
          </ac:spMkLst>
        </pc:spChg>
        <pc:spChg chg="add mod">
          <ac:chgData name="Wilmer Ortega Erazo" userId="19082e28a51afb61" providerId="LiveId" clId="{30D428CD-1BB2-4A03-8594-A68FE992CDE1}" dt="2023-08-30T02:31:02.623" v="360" actId="20577"/>
          <ac:spMkLst>
            <pc:docMk/>
            <pc:sldMk cId="3143063018" sldId="276"/>
            <ac:spMk id="12" creationId="{FC0CE479-292B-2F11-0AD6-C7BEFE1D2028}"/>
          </ac:spMkLst>
        </pc:spChg>
        <pc:spChg chg="add mod">
          <ac:chgData name="Wilmer Ortega Erazo" userId="19082e28a51afb61" providerId="LiveId" clId="{30D428CD-1BB2-4A03-8594-A68FE992CDE1}" dt="2023-08-30T02:30:45.169" v="355" actId="1076"/>
          <ac:spMkLst>
            <pc:docMk/>
            <pc:sldMk cId="3143063018" sldId="276"/>
            <ac:spMk id="13" creationId="{02C44C35-2B0D-4F70-9566-E5C0A65C1A94}"/>
          </ac:spMkLst>
        </pc:spChg>
        <pc:spChg chg="add mod">
          <ac:chgData name="Wilmer Ortega Erazo" userId="19082e28a51afb61" providerId="LiveId" clId="{30D428CD-1BB2-4A03-8594-A68FE992CDE1}" dt="2023-08-30T02:30:45.169" v="355" actId="1076"/>
          <ac:spMkLst>
            <pc:docMk/>
            <pc:sldMk cId="3143063018" sldId="276"/>
            <ac:spMk id="14" creationId="{EDBD7E1F-7D97-4CC8-E20A-46F56039D31E}"/>
          </ac:spMkLst>
        </pc:spChg>
        <pc:spChg chg="add mod">
          <ac:chgData name="Wilmer Ortega Erazo" userId="19082e28a51afb61" providerId="LiveId" clId="{30D428CD-1BB2-4A03-8594-A68FE992CDE1}" dt="2023-08-30T02:30:45.169" v="355" actId="1076"/>
          <ac:spMkLst>
            <pc:docMk/>
            <pc:sldMk cId="3143063018" sldId="276"/>
            <ac:spMk id="15" creationId="{C281DD3E-C06C-93BE-0B94-FD708E22C614}"/>
          </ac:spMkLst>
        </pc:spChg>
        <pc:spChg chg="add mod">
          <ac:chgData name="Wilmer Ortega Erazo" userId="19082e28a51afb61" providerId="LiveId" clId="{30D428CD-1BB2-4A03-8594-A68FE992CDE1}" dt="2023-08-30T02:30:45.169" v="355" actId="1076"/>
          <ac:spMkLst>
            <pc:docMk/>
            <pc:sldMk cId="3143063018" sldId="276"/>
            <ac:spMk id="16" creationId="{12DF29F8-0681-6BA2-70B5-8D8F1255E34F}"/>
          </ac:spMkLst>
        </pc:spChg>
        <pc:spChg chg="add mod">
          <ac:chgData name="Wilmer Ortega Erazo" userId="19082e28a51afb61" providerId="LiveId" clId="{30D428CD-1BB2-4A03-8594-A68FE992CDE1}" dt="2023-08-30T02:30:45.169" v="355" actId="1076"/>
          <ac:spMkLst>
            <pc:docMk/>
            <pc:sldMk cId="3143063018" sldId="276"/>
            <ac:spMk id="17" creationId="{328EB524-648A-F138-B93D-F59162AC27BE}"/>
          </ac:spMkLst>
        </pc:spChg>
        <pc:spChg chg="add mod">
          <ac:chgData name="Wilmer Ortega Erazo" userId="19082e28a51afb61" providerId="LiveId" clId="{30D428CD-1BB2-4A03-8594-A68FE992CDE1}" dt="2023-08-30T02:30:45.169" v="355" actId="1076"/>
          <ac:spMkLst>
            <pc:docMk/>
            <pc:sldMk cId="3143063018" sldId="276"/>
            <ac:spMk id="18" creationId="{BD52FE8B-C0A2-49ED-E10D-CBCC159E625A}"/>
          </ac:spMkLst>
        </pc:spChg>
        <pc:spChg chg="add mod">
          <ac:chgData name="Wilmer Ortega Erazo" userId="19082e28a51afb61" providerId="LiveId" clId="{30D428CD-1BB2-4A03-8594-A68FE992CDE1}" dt="2023-08-30T02:30:45.169" v="355" actId="1076"/>
          <ac:spMkLst>
            <pc:docMk/>
            <pc:sldMk cId="3143063018" sldId="276"/>
            <ac:spMk id="19" creationId="{75E3B0C0-49AE-F36A-C708-9A1D24DDF75F}"/>
          </ac:spMkLst>
        </pc:spChg>
        <pc:spChg chg="add mod">
          <ac:chgData name="Wilmer Ortega Erazo" userId="19082e28a51afb61" providerId="LiveId" clId="{30D428CD-1BB2-4A03-8594-A68FE992CDE1}" dt="2023-08-30T02:30:45.169" v="355" actId="1076"/>
          <ac:spMkLst>
            <pc:docMk/>
            <pc:sldMk cId="3143063018" sldId="276"/>
            <ac:spMk id="20" creationId="{E949BFCF-67CD-C518-40C5-A715AFA958E0}"/>
          </ac:spMkLst>
        </pc:spChg>
        <pc:spChg chg="add mod">
          <ac:chgData name="Wilmer Ortega Erazo" userId="19082e28a51afb61" providerId="LiveId" clId="{30D428CD-1BB2-4A03-8594-A68FE992CDE1}" dt="2023-08-30T02:30:45.169" v="355" actId="1076"/>
          <ac:spMkLst>
            <pc:docMk/>
            <pc:sldMk cId="3143063018" sldId="276"/>
            <ac:spMk id="21" creationId="{370F2EBB-D257-857E-334B-1644C654CBEE}"/>
          </ac:spMkLst>
        </pc:spChg>
        <pc:spChg chg="add mod">
          <ac:chgData name="Wilmer Ortega Erazo" userId="19082e28a51afb61" providerId="LiveId" clId="{30D428CD-1BB2-4A03-8594-A68FE992CDE1}" dt="2023-08-30T02:30:45.169" v="355" actId="1076"/>
          <ac:spMkLst>
            <pc:docMk/>
            <pc:sldMk cId="3143063018" sldId="276"/>
            <ac:spMk id="22" creationId="{F66164BB-6FC4-DB6E-7999-24E62353E9B9}"/>
          </ac:spMkLst>
        </pc:spChg>
        <pc:spChg chg="add mod">
          <ac:chgData name="Wilmer Ortega Erazo" userId="19082e28a51afb61" providerId="LiveId" clId="{30D428CD-1BB2-4A03-8594-A68FE992CDE1}" dt="2023-08-30T02:30:45.169" v="355" actId="1076"/>
          <ac:spMkLst>
            <pc:docMk/>
            <pc:sldMk cId="3143063018" sldId="276"/>
            <ac:spMk id="23" creationId="{51C1C0AC-C01E-6393-53AF-4B26E593073F}"/>
          </ac:spMkLst>
        </pc:spChg>
        <pc:spChg chg="add mod">
          <ac:chgData name="Wilmer Ortega Erazo" userId="19082e28a51afb61" providerId="LiveId" clId="{30D428CD-1BB2-4A03-8594-A68FE992CDE1}" dt="2023-08-30T02:30:45.169" v="355" actId="1076"/>
          <ac:spMkLst>
            <pc:docMk/>
            <pc:sldMk cId="3143063018" sldId="276"/>
            <ac:spMk id="24" creationId="{153815BA-0405-CDA5-C1D3-9D64EE2F21CB}"/>
          </ac:spMkLst>
        </pc:spChg>
        <pc:spChg chg="add mod">
          <ac:chgData name="Wilmer Ortega Erazo" userId="19082e28a51afb61" providerId="LiveId" clId="{30D428CD-1BB2-4A03-8594-A68FE992CDE1}" dt="2023-08-30T02:30:45.169" v="355" actId="1076"/>
          <ac:spMkLst>
            <pc:docMk/>
            <pc:sldMk cId="3143063018" sldId="276"/>
            <ac:spMk id="25" creationId="{BE9A42E9-02B0-859A-E6F1-0B1BD148A64A}"/>
          </ac:spMkLst>
        </pc:spChg>
        <pc:spChg chg="add mod">
          <ac:chgData name="Wilmer Ortega Erazo" userId="19082e28a51afb61" providerId="LiveId" clId="{30D428CD-1BB2-4A03-8594-A68FE992CDE1}" dt="2023-08-30T02:30:45.169" v="355" actId="1076"/>
          <ac:spMkLst>
            <pc:docMk/>
            <pc:sldMk cId="3143063018" sldId="276"/>
            <ac:spMk id="26" creationId="{37F29A18-4550-EC72-E963-43EEDF91339D}"/>
          </ac:spMkLst>
        </pc:spChg>
        <pc:spChg chg="add mod">
          <ac:chgData name="Wilmer Ortega Erazo" userId="19082e28a51afb61" providerId="LiveId" clId="{30D428CD-1BB2-4A03-8594-A68FE992CDE1}" dt="2023-08-30T02:30:45.169" v="355" actId="1076"/>
          <ac:spMkLst>
            <pc:docMk/>
            <pc:sldMk cId="3143063018" sldId="276"/>
            <ac:spMk id="27" creationId="{0614613F-0E8D-C7AC-35C9-A345AD62F8A4}"/>
          </ac:spMkLst>
        </pc:spChg>
        <pc:spChg chg="add mod">
          <ac:chgData name="Wilmer Ortega Erazo" userId="19082e28a51afb61" providerId="LiveId" clId="{30D428CD-1BB2-4A03-8594-A68FE992CDE1}" dt="2023-08-30T02:30:45.169" v="355" actId="1076"/>
          <ac:spMkLst>
            <pc:docMk/>
            <pc:sldMk cId="3143063018" sldId="276"/>
            <ac:spMk id="28" creationId="{140260BA-4ABB-7DA7-EDE0-9044476F1D46}"/>
          </ac:spMkLst>
        </pc:spChg>
        <pc:spChg chg="add mod">
          <ac:chgData name="Wilmer Ortega Erazo" userId="19082e28a51afb61" providerId="LiveId" clId="{30D428CD-1BB2-4A03-8594-A68FE992CDE1}" dt="2023-08-30T02:30:45.169" v="355" actId="1076"/>
          <ac:spMkLst>
            <pc:docMk/>
            <pc:sldMk cId="3143063018" sldId="276"/>
            <ac:spMk id="29" creationId="{51DC0DB2-C39E-593E-166F-D6D3F51DEF86}"/>
          </ac:spMkLst>
        </pc:spChg>
        <pc:spChg chg="add mod">
          <ac:chgData name="Wilmer Ortega Erazo" userId="19082e28a51afb61" providerId="LiveId" clId="{30D428CD-1BB2-4A03-8594-A68FE992CDE1}" dt="2023-08-30T02:30:45.169" v="355" actId="1076"/>
          <ac:spMkLst>
            <pc:docMk/>
            <pc:sldMk cId="3143063018" sldId="276"/>
            <ac:spMk id="30" creationId="{5E3F12E8-A8C0-9C31-E866-D7F0EDC00D6F}"/>
          </ac:spMkLst>
        </pc:spChg>
        <pc:spChg chg="add mod">
          <ac:chgData name="Wilmer Ortega Erazo" userId="19082e28a51afb61" providerId="LiveId" clId="{30D428CD-1BB2-4A03-8594-A68FE992CDE1}" dt="2023-08-30T02:30:45.169" v="355" actId="1076"/>
          <ac:spMkLst>
            <pc:docMk/>
            <pc:sldMk cId="3143063018" sldId="276"/>
            <ac:spMk id="31" creationId="{ABBB6B9D-EE51-E66A-B2AD-B36E1388CB05}"/>
          </ac:spMkLst>
        </pc:spChg>
        <pc:spChg chg="add mod">
          <ac:chgData name="Wilmer Ortega Erazo" userId="19082e28a51afb61" providerId="LiveId" clId="{30D428CD-1BB2-4A03-8594-A68FE992CDE1}" dt="2023-08-30T02:30:45.169" v="355" actId="1076"/>
          <ac:spMkLst>
            <pc:docMk/>
            <pc:sldMk cId="3143063018" sldId="276"/>
            <ac:spMk id="32" creationId="{7AD8BAFC-4961-9DA8-C58E-34DE1C183812}"/>
          </ac:spMkLst>
        </pc:spChg>
        <pc:spChg chg="add mod">
          <ac:chgData name="Wilmer Ortega Erazo" userId="19082e28a51afb61" providerId="LiveId" clId="{30D428CD-1BB2-4A03-8594-A68FE992CDE1}" dt="2023-08-30T02:30:45.169" v="355" actId="1076"/>
          <ac:spMkLst>
            <pc:docMk/>
            <pc:sldMk cId="3143063018" sldId="276"/>
            <ac:spMk id="33" creationId="{3652374E-7C51-BE5A-F4D7-628A87415903}"/>
          </ac:spMkLst>
        </pc:spChg>
        <pc:spChg chg="add mod">
          <ac:chgData name="Wilmer Ortega Erazo" userId="19082e28a51afb61" providerId="LiveId" clId="{30D428CD-1BB2-4A03-8594-A68FE992CDE1}" dt="2023-08-30T02:30:45.169" v="355" actId="1076"/>
          <ac:spMkLst>
            <pc:docMk/>
            <pc:sldMk cId="3143063018" sldId="276"/>
            <ac:spMk id="34" creationId="{28756737-DFDE-05BA-B4DB-250492A219E0}"/>
          </ac:spMkLst>
        </pc:spChg>
        <pc:spChg chg="add mod">
          <ac:chgData name="Wilmer Ortega Erazo" userId="19082e28a51afb61" providerId="LiveId" clId="{30D428CD-1BB2-4A03-8594-A68FE992CDE1}" dt="2023-08-30T02:30:45.169" v="355" actId="1076"/>
          <ac:spMkLst>
            <pc:docMk/>
            <pc:sldMk cId="3143063018" sldId="276"/>
            <ac:spMk id="35" creationId="{5F474C62-E503-BCCB-545E-C2B8DA7486C6}"/>
          </ac:spMkLst>
        </pc:spChg>
        <pc:spChg chg="add mod">
          <ac:chgData name="Wilmer Ortega Erazo" userId="19082e28a51afb61" providerId="LiveId" clId="{30D428CD-1BB2-4A03-8594-A68FE992CDE1}" dt="2023-08-30T02:30:45.169" v="355" actId="1076"/>
          <ac:spMkLst>
            <pc:docMk/>
            <pc:sldMk cId="3143063018" sldId="276"/>
            <ac:spMk id="36" creationId="{B7179A1E-8CF3-C158-927F-EA1169CE70E8}"/>
          </ac:spMkLst>
        </pc:spChg>
        <pc:spChg chg="add mod">
          <ac:chgData name="Wilmer Ortega Erazo" userId="19082e28a51afb61" providerId="LiveId" clId="{30D428CD-1BB2-4A03-8594-A68FE992CDE1}" dt="2023-08-30T02:30:45.169" v="355" actId="1076"/>
          <ac:spMkLst>
            <pc:docMk/>
            <pc:sldMk cId="3143063018" sldId="276"/>
            <ac:spMk id="37" creationId="{55310E06-B6CE-6F0E-9B57-C2BE3245FB04}"/>
          </ac:spMkLst>
        </pc:spChg>
        <pc:spChg chg="add mod">
          <ac:chgData name="Wilmer Ortega Erazo" userId="19082e28a51afb61" providerId="LiveId" clId="{30D428CD-1BB2-4A03-8594-A68FE992CDE1}" dt="2023-08-30T02:30:45.169" v="355" actId="1076"/>
          <ac:spMkLst>
            <pc:docMk/>
            <pc:sldMk cId="3143063018" sldId="276"/>
            <ac:spMk id="38" creationId="{A51C51EC-1BAD-4ECD-3572-181A5B360EFD}"/>
          </ac:spMkLst>
        </pc:spChg>
        <pc:spChg chg="add mod">
          <ac:chgData name="Wilmer Ortega Erazo" userId="19082e28a51afb61" providerId="LiveId" clId="{30D428CD-1BB2-4A03-8594-A68FE992CDE1}" dt="2023-08-30T02:30:45.169" v="355" actId="1076"/>
          <ac:spMkLst>
            <pc:docMk/>
            <pc:sldMk cId="3143063018" sldId="276"/>
            <ac:spMk id="39" creationId="{F13E0641-09C6-1CC3-8CFB-383B72BFCB65}"/>
          </ac:spMkLst>
        </pc:spChg>
      </pc:sldChg>
      <pc:sldChg chg="modSp add mod ord">
        <pc:chgData name="Wilmer Ortega Erazo" userId="19082e28a51afb61" providerId="LiveId" clId="{30D428CD-1BB2-4A03-8594-A68FE992CDE1}" dt="2023-08-30T02:32:13.547" v="367" actId="790"/>
        <pc:sldMkLst>
          <pc:docMk/>
          <pc:sldMk cId="2808660477" sldId="277"/>
        </pc:sldMkLst>
        <pc:spChg chg="mod">
          <ac:chgData name="Wilmer Ortega Erazo" userId="19082e28a51afb61" providerId="LiveId" clId="{30D428CD-1BB2-4A03-8594-A68FE992CDE1}" dt="2023-08-30T02:32:13.547" v="367" actId="790"/>
          <ac:spMkLst>
            <pc:docMk/>
            <pc:sldMk cId="2808660477" sldId="277"/>
            <ac:spMk id="4" creationId="{A29C0834-3DBC-9FB3-0E0A-F77D599198EB}"/>
          </ac:spMkLst>
        </pc:spChg>
      </pc:sldChg>
      <pc:sldChg chg="addSp modSp add mod">
        <pc:chgData name="Wilmer Ortega Erazo" userId="19082e28a51afb61" providerId="LiveId" clId="{30D428CD-1BB2-4A03-8594-A68FE992CDE1}" dt="2023-08-30T02:44:01.662" v="390" actId="114"/>
        <pc:sldMkLst>
          <pc:docMk/>
          <pc:sldMk cId="801650345" sldId="278"/>
        </pc:sldMkLst>
        <pc:spChg chg="mod">
          <ac:chgData name="Wilmer Ortega Erazo" userId="19082e28a51afb61" providerId="LiveId" clId="{30D428CD-1BB2-4A03-8594-A68FE992CDE1}" dt="2023-08-30T02:44:01.662" v="390" actId="114"/>
          <ac:spMkLst>
            <pc:docMk/>
            <pc:sldMk cId="801650345" sldId="278"/>
            <ac:spMk id="4" creationId="{A29C0834-3DBC-9FB3-0E0A-F77D599198EB}"/>
          </ac:spMkLst>
        </pc:spChg>
        <pc:spChg chg="mod">
          <ac:chgData name="Wilmer Ortega Erazo" userId="19082e28a51afb61" providerId="LiveId" clId="{30D428CD-1BB2-4A03-8594-A68FE992CDE1}" dt="2023-08-30T02:42:12.411" v="373" actId="1076"/>
          <ac:spMkLst>
            <pc:docMk/>
            <pc:sldMk cId="801650345" sldId="278"/>
            <ac:spMk id="5" creationId="{E34FA4EA-3539-7052-4177-0E40BDD7A157}"/>
          </ac:spMkLst>
        </pc:spChg>
        <pc:spChg chg="mod">
          <ac:chgData name="Wilmer Ortega Erazo" userId="19082e28a51afb61" providerId="LiveId" clId="{30D428CD-1BB2-4A03-8594-A68FE992CDE1}" dt="2023-08-30T02:42:12.411" v="373" actId="1076"/>
          <ac:spMkLst>
            <pc:docMk/>
            <pc:sldMk cId="801650345" sldId="278"/>
            <ac:spMk id="8" creationId="{2544B555-513A-9C09-25E9-D4339B2DAEBB}"/>
          </ac:spMkLst>
        </pc:spChg>
        <pc:spChg chg="mod">
          <ac:chgData name="Wilmer Ortega Erazo" userId="19082e28a51afb61" providerId="LiveId" clId="{30D428CD-1BB2-4A03-8594-A68FE992CDE1}" dt="2023-08-30T02:42:12.411" v="373" actId="1076"/>
          <ac:spMkLst>
            <pc:docMk/>
            <pc:sldMk cId="801650345" sldId="278"/>
            <ac:spMk id="9" creationId="{CDF14961-044F-65B6-0E33-2EB9BF18BDD1}"/>
          </ac:spMkLst>
        </pc:spChg>
        <pc:spChg chg="mod">
          <ac:chgData name="Wilmer Ortega Erazo" userId="19082e28a51afb61" providerId="LiveId" clId="{30D428CD-1BB2-4A03-8594-A68FE992CDE1}" dt="2023-08-30T02:42:12.411" v="373" actId="1076"/>
          <ac:spMkLst>
            <pc:docMk/>
            <pc:sldMk cId="801650345" sldId="278"/>
            <ac:spMk id="11" creationId="{31C4BFF3-DE38-E766-8B63-2381559013FC}"/>
          </ac:spMkLst>
        </pc:spChg>
        <pc:spChg chg="mod">
          <ac:chgData name="Wilmer Ortega Erazo" userId="19082e28a51afb61" providerId="LiveId" clId="{30D428CD-1BB2-4A03-8594-A68FE992CDE1}" dt="2023-08-30T02:42:12.411" v="373" actId="1076"/>
          <ac:spMkLst>
            <pc:docMk/>
            <pc:sldMk cId="801650345" sldId="278"/>
            <ac:spMk id="13" creationId="{0C2F157B-1C09-CA10-280C-09615D4ED98A}"/>
          </ac:spMkLst>
        </pc:spChg>
        <pc:spChg chg="mod">
          <ac:chgData name="Wilmer Ortega Erazo" userId="19082e28a51afb61" providerId="LiveId" clId="{30D428CD-1BB2-4A03-8594-A68FE992CDE1}" dt="2023-08-30T02:42:12.411" v="373" actId="1076"/>
          <ac:spMkLst>
            <pc:docMk/>
            <pc:sldMk cId="801650345" sldId="278"/>
            <ac:spMk id="14" creationId="{FBD2E630-79BF-3AB8-762B-74C4627E8406}"/>
          </ac:spMkLst>
        </pc:spChg>
        <pc:spChg chg="add mod">
          <ac:chgData name="Wilmer Ortega Erazo" userId="19082e28a51afb61" providerId="LiveId" clId="{30D428CD-1BB2-4A03-8594-A68FE992CDE1}" dt="2023-08-30T02:42:12.411" v="373" actId="1076"/>
          <ac:spMkLst>
            <pc:docMk/>
            <pc:sldMk cId="801650345" sldId="278"/>
            <ac:spMk id="15" creationId="{1761C9A0-F6F5-ECA5-DEA3-D2DA302C5DF2}"/>
          </ac:spMkLst>
        </pc:spChg>
        <pc:spChg chg="mod">
          <ac:chgData name="Wilmer Ortega Erazo" userId="19082e28a51afb61" providerId="LiveId" clId="{30D428CD-1BB2-4A03-8594-A68FE992CDE1}" dt="2023-08-30T02:42:12.411" v="373" actId="1076"/>
          <ac:spMkLst>
            <pc:docMk/>
            <pc:sldMk cId="801650345" sldId="278"/>
            <ac:spMk id="17" creationId="{DAB205B3-485C-F7BB-4E4A-BACF98F6B127}"/>
          </ac:spMkLst>
        </pc:spChg>
        <pc:spChg chg="mod">
          <ac:chgData name="Wilmer Ortega Erazo" userId="19082e28a51afb61" providerId="LiveId" clId="{30D428CD-1BB2-4A03-8594-A68FE992CDE1}" dt="2023-08-30T02:42:12.411" v="373" actId="1076"/>
          <ac:spMkLst>
            <pc:docMk/>
            <pc:sldMk cId="801650345" sldId="278"/>
            <ac:spMk id="18" creationId="{C67238B9-AAE5-F28A-9863-60AEEBBEADC5}"/>
          </ac:spMkLst>
        </pc:spChg>
        <pc:spChg chg="add mod">
          <ac:chgData name="Wilmer Ortega Erazo" userId="19082e28a51afb61" providerId="LiveId" clId="{30D428CD-1BB2-4A03-8594-A68FE992CDE1}" dt="2023-08-30T02:42:12.411" v="373" actId="1076"/>
          <ac:spMkLst>
            <pc:docMk/>
            <pc:sldMk cId="801650345" sldId="278"/>
            <ac:spMk id="19" creationId="{4201172F-BB2C-250C-9296-18930568A55B}"/>
          </ac:spMkLst>
        </pc:spChg>
        <pc:spChg chg="add mod">
          <ac:chgData name="Wilmer Ortega Erazo" userId="19082e28a51afb61" providerId="LiveId" clId="{30D428CD-1BB2-4A03-8594-A68FE992CDE1}" dt="2023-08-30T02:42:12.411" v="373" actId="1076"/>
          <ac:spMkLst>
            <pc:docMk/>
            <pc:sldMk cId="801650345" sldId="278"/>
            <ac:spMk id="20" creationId="{67B9817D-3094-0631-111C-1DC57B17FF01}"/>
          </ac:spMkLst>
        </pc:spChg>
        <pc:grpChg chg="add mod">
          <ac:chgData name="Wilmer Ortega Erazo" userId="19082e28a51afb61" providerId="LiveId" clId="{30D428CD-1BB2-4A03-8594-A68FE992CDE1}" dt="2023-08-30T02:42:12.411" v="373" actId="1076"/>
          <ac:grpSpMkLst>
            <pc:docMk/>
            <pc:sldMk cId="801650345" sldId="278"/>
            <ac:grpSpMk id="3" creationId="{9F2D67CB-2E8C-158E-6C00-08BB245E20D1}"/>
          </ac:grpSpMkLst>
        </pc:grpChg>
        <pc:grpChg chg="mod">
          <ac:chgData name="Wilmer Ortega Erazo" userId="19082e28a51afb61" providerId="LiveId" clId="{30D428CD-1BB2-4A03-8594-A68FE992CDE1}" dt="2023-08-30T02:42:12.411" v="373" actId="1076"/>
          <ac:grpSpMkLst>
            <pc:docMk/>
            <pc:sldMk cId="801650345" sldId="278"/>
            <ac:grpSpMk id="7" creationId="{C373929B-F896-BEF2-43D5-17896D53D018}"/>
          </ac:grpSpMkLst>
        </pc:grpChg>
        <pc:grpChg chg="add mod">
          <ac:chgData name="Wilmer Ortega Erazo" userId="19082e28a51afb61" providerId="LiveId" clId="{30D428CD-1BB2-4A03-8594-A68FE992CDE1}" dt="2023-08-30T02:42:12.411" v="373" actId="1076"/>
          <ac:grpSpMkLst>
            <pc:docMk/>
            <pc:sldMk cId="801650345" sldId="278"/>
            <ac:grpSpMk id="10" creationId="{A62E4D75-72C7-A926-0FC1-B42B912D4987}"/>
          </ac:grpSpMkLst>
        </pc:grpChg>
        <pc:grpChg chg="mod">
          <ac:chgData name="Wilmer Ortega Erazo" userId="19082e28a51afb61" providerId="LiveId" clId="{30D428CD-1BB2-4A03-8594-A68FE992CDE1}" dt="2023-08-30T02:42:12.411" v="373" actId="1076"/>
          <ac:grpSpMkLst>
            <pc:docMk/>
            <pc:sldMk cId="801650345" sldId="278"/>
            <ac:grpSpMk id="12" creationId="{DF3B8EE7-85AC-096B-99BA-3154F0C4D2D8}"/>
          </ac:grpSpMkLst>
        </pc:grpChg>
        <pc:grpChg chg="add mod">
          <ac:chgData name="Wilmer Ortega Erazo" userId="19082e28a51afb61" providerId="LiveId" clId="{30D428CD-1BB2-4A03-8594-A68FE992CDE1}" dt="2023-08-30T02:42:12.411" v="373" actId="1076"/>
          <ac:grpSpMkLst>
            <pc:docMk/>
            <pc:sldMk cId="801650345" sldId="278"/>
            <ac:grpSpMk id="16" creationId="{D953A121-4D17-28CD-AEC6-548FE5A52AD8}"/>
          </ac:grpSpMkLst>
        </pc:grpChg>
      </pc:sldChg>
      <pc:sldChg chg="delSp modSp add mod">
        <pc:chgData name="Wilmer Ortega Erazo" userId="19082e28a51afb61" providerId="LiveId" clId="{30D428CD-1BB2-4A03-8594-A68FE992CDE1}" dt="2023-08-30T02:50:45.544" v="414" actId="33524"/>
        <pc:sldMkLst>
          <pc:docMk/>
          <pc:sldMk cId="2377595682" sldId="279"/>
        </pc:sldMkLst>
        <pc:spChg chg="mod">
          <ac:chgData name="Wilmer Ortega Erazo" userId="19082e28a51afb61" providerId="LiveId" clId="{30D428CD-1BB2-4A03-8594-A68FE992CDE1}" dt="2023-08-30T02:50:45.544" v="414" actId="33524"/>
          <ac:spMkLst>
            <pc:docMk/>
            <pc:sldMk cId="2377595682" sldId="279"/>
            <ac:spMk id="4" creationId="{A29C0834-3DBC-9FB3-0E0A-F77D599198EB}"/>
          </ac:spMkLst>
        </pc:spChg>
        <pc:spChg chg="del">
          <ac:chgData name="Wilmer Ortega Erazo" userId="19082e28a51afb61" providerId="LiveId" clId="{30D428CD-1BB2-4A03-8594-A68FE992CDE1}" dt="2023-08-30T02:48:09.333" v="393" actId="478"/>
          <ac:spMkLst>
            <pc:docMk/>
            <pc:sldMk cId="2377595682" sldId="279"/>
            <ac:spMk id="15" creationId="{1761C9A0-F6F5-ECA5-DEA3-D2DA302C5DF2}"/>
          </ac:spMkLst>
        </pc:spChg>
        <pc:spChg chg="del">
          <ac:chgData name="Wilmer Ortega Erazo" userId="19082e28a51afb61" providerId="LiveId" clId="{30D428CD-1BB2-4A03-8594-A68FE992CDE1}" dt="2023-08-30T02:48:07.525" v="392" actId="478"/>
          <ac:spMkLst>
            <pc:docMk/>
            <pc:sldMk cId="2377595682" sldId="279"/>
            <ac:spMk id="19" creationId="{4201172F-BB2C-250C-9296-18930568A55B}"/>
          </ac:spMkLst>
        </pc:spChg>
        <pc:spChg chg="del">
          <ac:chgData name="Wilmer Ortega Erazo" userId="19082e28a51afb61" providerId="LiveId" clId="{30D428CD-1BB2-4A03-8594-A68FE992CDE1}" dt="2023-08-30T02:48:07.525" v="392" actId="478"/>
          <ac:spMkLst>
            <pc:docMk/>
            <pc:sldMk cId="2377595682" sldId="279"/>
            <ac:spMk id="20" creationId="{67B9817D-3094-0631-111C-1DC57B17FF01}"/>
          </ac:spMkLst>
        </pc:spChg>
        <pc:grpChg chg="del">
          <ac:chgData name="Wilmer Ortega Erazo" userId="19082e28a51afb61" providerId="LiveId" clId="{30D428CD-1BB2-4A03-8594-A68FE992CDE1}" dt="2023-08-30T02:48:07.525" v="392" actId="478"/>
          <ac:grpSpMkLst>
            <pc:docMk/>
            <pc:sldMk cId="2377595682" sldId="279"/>
            <ac:grpSpMk id="3" creationId="{9F2D67CB-2E8C-158E-6C00-08BB245E20D1}"/>
          </ac:grpSpMkLst>
        </pc:grpChg>
        <pc:grpChg chg="del">
          <ac:chgData name="Wilmer Ortega Erazo" userId="19082e28a51afb61" providerId="LiveId" clId="{30D428CD-1BB2-4A03-8594-A68FE992CDE1}" dt="2023-08-30T02:48:07.525" v="392" actId="478"/>
          <ac:grpSpMkLst>
            <pc:docMk/>
            <pc:sldMk cId="2377595682" sldId="279"/>
            <ac:grpSpMk id="10" creationId="{A62E4D75-72C7-A926-0FC1-B42B912D4987}"/>
          </ac:grpSpMkLst>
        </pc:grpChg>
        <pc:grpChg chg="del">
          <ac:chgData name="Wilmer Ortega Erazo" userId="19082e28a51afb61" providerId="LiveId" clId="{30D428CD-1BB2-4A03-8594-A68FE992CDE1}" dt="2023-08-30T02:48:07.525" v="392" actId="478"/>
          <ac:grpSpMkLst>
            <pc:docMk/>
            <pc:sldMk cId="2377595682" sldId="279"/>
            <ac:grpSpMk id="16" creationId="{D953A121-4D17-28CD-AEC6-548FE5A52AD8}"/>
          </ac:grpSpMkLst>
        </pc:grpChg>
      </pc:sldChg>
      <pc:sldChg chg="addSp modSp add mod">
        <pc:chgData name="Wilmer Ortega Erazo" userId="19082e28a51afb61" providerId="LiveId" clId="{30D428CD-1BB2-4A03-8594-A68FE992CDE1}" dt="2023-09-07T23:33:45.485" v="697" actId="20577"/>
        <pc:sldMkLst>
          <pc:docMk/>
          <pc:sldMk cId="4216447524" sldId="280"/>
        </pc:sldMkLst>
        <pc:spChg chg="add mod">
          <ac:chgData name="Wilmer Ortega Erazo" userId="19082e28a51afb61" providerId="LiveId" clId="{30D428CD-1BB2-4A03-8594-A68FE992CDE1}" dt="2023-08-30T02:56:25.150" v="421" actId="1076"/>
          <ac:spMkLst>
            <pc:docMk/>
            <pc:sldMk cId="4216447524" sldId="280"/>
            <ac:spMk id="3" creationId="{7E9EC638-89E7-9AA8-D3CC-0B6ADBF17A48}"/>
          </ac:spMkLst>
        </pc:spChg>
        <pc:spChg chg="mod">
          <ac:chgData name="Wilmer Ortega Erazo" userId="19082e28a51afb61" providerId="LiveId" clId="{30D428CD-1BB2-4A03-8594-A68FE992CDE1}" dt="2023-08-30T02:56:04.841" v="419" actId="790"/>
          <ac:spMkLst>
            <pc:docMk/>
            <pc:sldMk cId="4216447524" sldId="280"/>
            <ac:spMk id="4" creationId="{A29C0834-3DBC-9FB3-0E0A-F77D599198EB}"/>
          </ac:spMkLst>
        </pc:spChg>
        <pc:spChg chg="add mod">
          <ac:chgData name="Wilmer Ortega Erazo" userId="19082e28a51afb61" providerId="LiveId" clId="{30D428CD-1BB2-4A03-8594-A68FE992CDE1}" dt="2023-08-30T02:56:25.150" v="421" actId="1076"/>
          <ac:spMkLst>
            <pc:docMk/>
            <pc:sldMk cId="4216447524" sldId="280"/>
            <ac:spMk id="5" creationId="{7977FE0A-08D5-1EE4-44D1-B3E1A6BB45D2}"/>
          </ac:spMkLst>
        </pc:spChg>
        <pc:spChg chg="add mod">
          <ac:chgData name="Wilmer Ortega Erazo" userId="19082e28a51afb61" providerId="LiveId" clId="{30D428CD-1BB2-4A03-8594-A68FE992CDE1}" dt="2023-08-30T02:56:25.150" v="421" actId="1076"/>
          <ac:spMkLst>
            <pc:docMk/>
            <pc:sldMk cId="4216447524" sldId="280"/>
            <ac:spMk id="7" creationId="{F91948AE-519A-93E3-090B-377BA71E5DCF}"/>
          </ac:spMkLst>
        </pc:spChg>
        <pc:spChg chg="add mod">
          <ac:chgData name="Wilmer Ortega Erazo" userId="19082e28a51afb61" providerId="LiveId" clId="{30D428CD-1BB2-4A03-8594-A68FE992CDE1}" dt="2023-08-30T02:56:25.150" v="421" actId="1076"/>
          <ac:spMkLst>
            <pc:docMk/>
            <pc:sldMk cId="4216447524" sldId="280"/>
            <ac:spMk id="8" creationId="{97AC88AC-EA27-E77A-E9DD-69ECB6E90EF0}"/>
          </ac:spMkLst>
        </pc:spChg>
        <pc:spChg chg="add mod">
          <ac:chgData name="Wilmer Ortega Erazo" userId="19082e28a51afb61" providerId="LiveId" clId="{30D428CD-1BB2-4A03-8594-A68FE992CDE1}" dt="2023-08-30T02:56:25.150" v="421" actId="1076"/>
          <ac:spMkLst>
            <pc:docMk/>
            <pc:sldMk cId="4216447524" sldId="280"/>
            <ac:spMk id="9" creationId="{4524E4C0-4ACD-97A2-3A3A-AA02583E0E07}"/>
          </ac:spMkLst>
        </pc:spChg>
        <pc:spChg chg="add mod">
          <ac:chgData name="Wilmer Ortega Erazo" userId="19082e28a51afb61" providerId="LiveId" clId="{30D428CD-1BB2-4A03-8594-A68FE992CDE1}" dt="2023-08-30T02:56:25.150" v="421" actId="1076"/>
          <ac:spMkLst>
            <pc:docMk/>
            <pc:sldMk cId="4216447524" sldId="280"/>
            <ac:spMk id="10" creationId="{A453910B-D09D-E227-5678-D6FABDE9EDB0}"/>
          </ac:spMkLst>
        </pc:spChg>
        <pc:spChg chg="mod">
          <ac:chgData name="Wilmer Ortega Erazo" userId="19082e28a51afb61" providerId="LiveId" clId="{30D428CD-1BB2-4A03-8594-A68FE992CDE1}" dt="2023-08-30T02:56:25.150" v="421" actId="1076"/>
          <ac:spMkLst>
            <pc:docMk/>
            <pc:sldMk cId="4216447524" sldId="280"/>
            <ac:spMk id="12" creationId="{F5DED50E-1BC1-ECDA-0EF8-A6A00A88EE3C}"/>
          </ac:spMkLst>
        </pc:spChg>
        <pc:spChg chg="mod">
          <ac:chgData name="Wilmer Ortega Erazo" userId="19082e28a51afb61" providerId="LiveId" clId="{30D428CD-1BB2-4A03-8594-A68FE992CDE1}" dt="2023-09-07T23:33:45.485" v="697" actId="20577"/>
          <ac:spMkLst>
            <pc:docMk/>
            <pc:sldMk cId="4216447524" sldId="280"/>
            <ac:spMk id="13" creationId="{378E8405-51D1-3839-61E4-DD820050EB87}"/>
          </ac:spMkLst>
        </pc:spChg>
        <pc:spChg chg="add mod">
          <ac:chgData name="Wilmer Ortega Erazo" userId="19082e28a51afb61" providerId="LiveId" clId="{30D428CD-1BB2-4A03-8594-A68FE992CDE1}" dt="2023-08-30T02:56:25.150" v="421" actId="1076"/>
          <ac:spMkLst>
            <pc:docMk/>
            <pc:sldMk cId="4216447524" sldId="280"/>
            <ac:spMk id="14" creationId="{AEFA860E-1C67-7CDE-1229-538343A6C3D1}"/>
          </ac:spMkLst>
        </pc:spChg>
        <pc:spChg chg="add mod">
          <ac:chgData name="Wilmer Ortega Erazo" userId="19082e28a51afb61" providerId="LiveId" clId="{30D428CD-1BB2-4A03-8594-A68FE992CDE1}" dt="2023-08-30T02:56:25.150" v="421" actId="1076"/>
          <ac:spMkLst>
            <pc:docMk/>
            <pc:sldMk cId="4216447524" sldId="280"/>
            <ac:spMk id="15" creationId="{9BAA1051-1297-C42A-DCFC-A4C82C4B0D05}"/>
          </ac:spMkLst>
        </pc:spChg>
        <pc:spChg chg="add mod">
          <ac:chgData name="Wilmer Ortega Erazo" userId="19082e28a51afb61" providerId="LiveId" clId="{30D428CD-1BB2-4A03-8594-A68FE992CDE1}" dt="2023-08-30T02:56:25.150" v="421" actId="1076"/>
          <ac:spMkLst>
            <pc:docMk/>
            <pc:sldMk cId="4216447524" sldId="280"/>
            <ac:spMk id="16" creationId="{628F92FB-87D2-5E06-C4E2-1BC8E3D5ABBB}"/>
          </ac:spMkLst>
        </pc:spChg>
        <pc:spChg chg="add mod">
          <ac:chgData name="Wilmer Ortega Erazo" userId="19082e28a51afb61" providerId="LiveId" clId="{30D428CD-1BB2-4A03-8594-A68FE992CDE1}" dt="2023-08-30T02:56:25.150" v="421" actId="1076"/>
          <ac:spMkLst>
            <pc:docMk/>
            <pc:sldMk cId="4216447524" sldId="280"/>
            <ac:spMk id="17" creationId="{E12620FF-4947-267F-495E-7C2B681598DD}"/>
          </ac:spMkLst>
        </pc:spChg>
        <pc:spChg chg="add mod">
          <ac:chgData name="Wilmer Ortega Erazo" userId="19082e28a51afb61" providerId="LiveId" clId="{30D428CD-1BB2-4A03-8594-A68FE992CDE1}" dt="2023-08-30T02:56:25.150" v="421" actId="1076"/>
          <ac:spMkLst>
            <pc:docMk/>
            <pc:sldMk cId="4216447524" sldId="280"/>
            <ac:spMk id="18" creationId="{84A325AC-504B-B113-1003-059A5082FDB5}"/>
          </ac:spMkLst>
        </pc:spChg>
        <pc:spChg chg="add mod">
          <ac:chgData name="Wilmer Ortega Erazo" userId="19082e28a51afb61" providerId="LiveId" clId="{30D428CD-1BB2-4A03-8594-A68FE992CDE1}" dt="2023-08-30T02:56:25.150" v="421" actId="1076"/>
          <ac:spMkLst>
            <pc:docMk/>
            <pc:sldMk cId="4216447524" sldId="280"/>
            <ac:spMk id="19" creationId="{ECD3083E-8099-72AD-5FBD-CC0C794BDE59}"/>
          </ac:spMkLst>
        </pc:spChg>
        <pc:spChg chg="add mod">
          <ac:chgData name="Wilmer Ortega Erazo" userId="19082e28a51afb61" providerId="LiveId" clId="{30D428CD-1BB2-4A03-8594-A68FE992CDE1}" dt="2023-08-30T02:56:25.150" v="421" actId="1076"/>
          <ac:spMkLst>
            <pc:docMk/>
            <pc:sldMk cId="4216447524" sldId="280"/>
            <ac:spMk id="20" creationId="{5C47DBD3-405F-011E-DC84-539EF31A53DD}"/>
          </ac:spMkLst>
        </pc:spChg>
        <pc:spChg chg="add mod">
          <ac:chgData name="Wilmer Ortega Erazo" userId="19082e28a51afb61" providerId="LiveId" clId="{30D428CD-1BB2-4A03-8594-A68FE992CDE1}" dt="2023-08-30T02:56:25.150" v="421" actId="1076"/>
          <ac:spMkLst>
            <pc:docMk/>
            <pc:sldMk cId="4216447524" sldId="280"/>
            <ac:spMk id="21" creationId="{20DE2AD7-79A1-327D-0C87-F59069B68DFC}"/>
          </ac:spMkLst>
        </pc:spChg>
        <pc:spChg chg="add mod">
          <ac:chgData name="Wilmer Ortega Erazo" userId="19082e28a51afb61" providerId="LiveId" clId="{30D428CD-1BB2-4A03-8594-A68FE992CDE1}" dt="2023-08-30T02:56:25.150" v="421" actId="1076"/>
          <ac:spMkLst>
            <pc:docMk/>
            <pc:sldMk cId="4216447524" sldId="280"/>
            <ac:spMk id="22" creationId="{617EE9D4-08B8-C8B3-E6B8-1F9AD630B552}"/>
          </ac:spMkLst>
        </pc:spChg>
        <pc:spChg chg="add mod">
          <ac:chgData name="Wilmer Ortega Erazo" userId="19082e28a51afb61" providerId="LiveId" clId="{30D428CD-1BB2-4A03-8594-A68FE992CDE1}" dt="2023-08-30T02:56:25.150" v="421" actId="1076"/>
          <ac:spMkLst>
            <pc:docMk/>
            <pc:sldMk cId="4216447524" sldId="280"/>
            <ac:spMk id="23" creationId="{952FA135-9CA5-CF36-3F6E-A6F834751929}"/>
          </ac:spMkLst>
        </pc:spChg>
        <pc:spChg chg="add mod">
          <ac:chgData name="Wilmer Ortega Erazo" userId="19082e28a51afb61" providerId="LiveId" clId="{30D428CD-1BB2-4A03-8594-A68FE992CDE1}" dt="2023-08-30T02:56:25.150" v="421" actId="1076"/>
          <ac:spMkLst>
            <pc:docMk/>
            <pc:sldMk cId="4216447524" sldId="280"/>
            <ac:spMk id="24" creationId="{FDD93C5B-D3ED-3995-F287-C2190A75ED3F}"/>
          </ac:spMkLst>
        </pc:spChg>
        <pc:spChg chg="add mod">
          <ac:chgData name="Wilmer Ortega Erazo" userId="19082e28a51afb61" providerId="LiveId" clId="{30D428CD-1BB2-4A03-8594-A68FE992CDE1}" dt="2023-08-30T02:56:25.150" v="421" actId="1076"/>
          <ac:spMkLst>
            <pc:docMk/>
            <pc:sldMk cId="4216447524" sldId="280"/>
            <ac:spMk id="25" creationId="{96FA03DD-B24C-232A-B08C-08D85EA7C0F6}"/>
          </ac:spMkLst>
        </pc:spChg>
        <pc:spChg chg="add mod">
          <ac:chgData name="Wilmer Ortega Erazo" userId="19082e28a51afb61" providerId="LiveId" clId="{30D428CD-1BB2-4A03-8594-A68FE992CDE1}" dt="2023-08-30T02:56:25.150" v="421" actId="1076"/>
          <ac:spMkLst>
            <pc:docMk/>
            <pc:sldMk cId="4216447524" sldId="280"/>
            <ac:spMk id="26" creationId="{8DF465E0-6CF9-EA32-B70D-AAFA6A7562FB}"/>
          </ac:spMkLst>
        </pc:spChg>
        <pc:spChg chg="add mod">
          <ac:chgData name="Wilmer Ortega Erazo" userId="19082e28a51afb61" providerId="LiveId" clId="{30D428CD-1BB2-4A03-8594-A68FE992CDE1}" dt="2023-08-30T02:56:25.150" v="421" actId="1076"/>
          <ac:spMkLst>
            <pc:docMk/>
            <pc:sldMk cId="4216447524" sldId="280"/>
            <ac:spMk id="27" creationId="{ECDC918A-7DED-59FB-7E29-8495CB3073C6}"/>
          </ac:spMkLst>
        </pc:spChg>
        <pc:spChg chg="add mod">
          <ac:chgData name="Wilmer Ortega Erazo" userId="19082e28a51afb61" providerId="LiveId" clId="{30D428CD-1BB2-4A03-8594-A68FE992CDE1}" dt="2023-08-30T02:56:25.150" v="421" actId="1076"/>
          <ac:spMkLst>
            <pc:docMk/>
            <pc:sldMk cId="4216447524" sldId="280"/>
            <ac:spMk id="28" creationId="{34159FA2-F025-2111-568A-8718352CB6D8}"/>
          </ac:spMkLst>
        </pc:spChg>
        <pc:spChg chg="add mod">
          <ac:chgData name="Wilmer Ortega Erazo" userId="19082e28a51afb61" providerId="LiveId" clId="{30D428CD-1BB2-4A03-8594-A68FE992CDE1}" dt="2023-08-30T02:56:25.150" v="421" actId="1076"/>
          <ac:spMkLst>
            <pc:docMk/>
            <pc:sldMk cId="4216447524" sldId="280"/>
            <ac:spMk id="29" creationId="{6D5B988B-D6B3-1EF8-469F-402F61190E22}"/>
          </ac:spMkLst>
        </pc:spChg>
        <pc:spChg chg="add mod">
          <ac:chgData name="Wilmer Ortega Erazo" userId="19082e28a51afb61" providerId="LiveId" clId="{30D428CD-1BB2-4A03-8594-A68FE992CDE1}" dt="2023-08-30T02:56:25.150" v="421" actId="1076"/>
          <ac:spMkLst>
            <pc:docMk/>
            <pc:sldMk cId="4216447524" sldId="280"/>
            <ac:spMk id="30" creationId="{3F617075-663B-168E-23FA-AF34241BCB05}"/>
          </ac:spMkLst>
        </pc:spChg>
        <pc:spChg chg="add mod">
          <ac:chgData name="Wilmer Ortega Erazo" userId="19082e28a51afb61" providerId="LiveId" clId="{30D428CD-1BB2-4A03-8594-A68FE992CDE1}" dt="2023-08-30T02:56:25.150" v="421" actId="1076"/>
          <ac:spMkLst>
            <pc:docMk/>
            <pc:sldMk cId="4216447524" sldId="280"/>
            <ac:spMk id="31" creationId="{2E9BE6B1-633A-828B-6D34-56FF96E0704D}"/>
          </ac:spMkLst>
        </pc:spChg>
        <pc:spChg chg="add mod">
          <ac:chgData name="Wilmer Ortega Erazo" userId="19082e28a51afb61" providerId="LiveId" clId="{30D428CD-1BB2-4A03-8594-A68FE992CDE1}" dt="2023-08-30T02:56:25.150" v="421" actId="1076"/>
          <ac:spMkLst>
            <pc:docMk/>
            <pc:sldMk cId="4216447524" sldId="280"/>
            <ac:spMk id="32" creationId="{17EA2998-45C3-CA63-A03F-47C8E3A2C13D}"/>
          </ac:spMkLst>
        </pc:spChg>
        <pc:grpChg chg="add mod">
          <ac:chgData name="Wilmer Ortega Erazo" userId="19082e28a51afb61" providerId="LiveId" clId="{30D428CD-1BB2-4A03-8594-A68FE992CDE1}" dt="2023-08-30T02:56:25.150" v="421" actId="1076"/>
          <ac:grpSpMkLst>
            <pc:docMk/>
            <pc:sldMk cId="4216447524" sldId="280"/>
            <ac:grpSpMk id="11" creationId="{71AC92CC-E956-4092-8C7D-D03540E683A8}"/>
          </ac:grpSpMkLst>
        </pc:grpChg>
      </pc:sldChg>
      <pc:sldChg chg="addSp delSp modSp add">
        <pc:chgData name="Wilmer Ortega Erazo" userId="19082e28a51afb61" providerId="LiveId" clId="{30D428CD-1BB2-4A03-8594-A68FE992CDE1}" dt="2023-08-30T03:38:36.835" v="425" actId="1076"/>
        <pc:sldMkLst>
          <pc:docMk/>
          <pc:sldMk cId="1126264911" sldId="281"/>
        </pc:sldMkLst>
        <pc:spChg chg="del">
          <ac:chgData name="Wilmer Ortega Erazo" userId="19082e28a51afb61" providerId="LiveId" clId="{30D428CD-1BB2-4A03-8594-A68FE992CDE1}" dt="2023-08-30T03:38:13.044" v="423" actId="478"/>
          <ac:spMkLst>
            <pc:docMk/>
            <pc:sldMk cId="1126264911" sldId="281"/>
            <ac:spMk id="3" creationId="{7E9EC638-89E7-9AA8-D3CC-0B6ADBF17A48}"/>
          </ac:spMkLst>
        </pc:spChg>
        <pc:spChg chg="del">
          <ac:chgData name="Wilmer Ortega Erazo" userId="19082e28a51afb61" providerId="LiveId" clId="{30D428CD-1BB2-4A03-8594-A68FE992CDE1}" dt="2023-08-30T03:38:13.044" v="423" actId="478"/>
          <ac:spMkLst>
            <pc:docMk/>
            <pc:sldMk cId="1126264911" sldId="281"/>
            <ac:spMk id="4" creationId="{A29C0834-3DBC-9FB3-0E0A-F77D599198EB}"/>
          </ac:spMkLst>
        </pc:spChg>
        <pc:spChg chg="del">
          <ac:chgData name="Wilmer Ortega Erazo" userId="19082e28a51afb61" providerId="LiveId" clId="{30D428CD-1BB2-4A03-8594-A68FE992CDE1}" dt="2023-08-30T03:38:13.044" v="423" actId="478"/>
          <ac:spMkLst>
            <pc:docMk/>
            <pc:sldMk cId="1126264911" sldId="281"/>
            <ac:spMk id="5" creationId="{7977FE0A-08D5-1EE4-44D1-B3E1A6BB45D2}"/>
          </ac:spMkLst>
        </pc:spChg>
        <pc:spChg chg="del">
          <ac:chgData name="Wilmer Ortega Erazo" userId="19082e28a51afb61" providerId="LiveId" clId="{30D428CD-1BB2-4A03-8594-A68FE992CDE1}" dt="2023-08-30T03:38:13.044" v="423" actId="478"/>
          <ac:spMkLst>
            <pc:docMk/>
            <pc:sldMk cId="1126264911" sldId="281"/>
            <ac:spMk id="7" creationId="{F91948AE-519A-93E3-090B-377BA71E5DCF}"/>
          </ac:spMkLst>
        </pc:spChg>
        <pc:spChg chg="del">
          <ac:chgData name="Wilmer Ortega Erazo" userId="19082e28a51afb61" providerId="LiveId" clId="{30D428CD-1BB2-4A03-8594-A68FE992CDE1}" dt="2023-08-30T03:38:13.044" v="423" actId="478"/>
          <ac:spMkLst>
            <pc:docMk/>
            <pc:sldMk cId="1126264911" sldId="281"/>
            <ac:spMk id="8" creationId="{97AC88AC-EA27-E77A-E9DD-69ECB6E90EF0}"/>
          </ac:spMkLst>
        </pc:spChg>
        <pc:spChg chg="del">
          <ac:chgData name="Wilmer Ortega Erazo" userId="19082e28a51afb61" providerId="LiveId" clId="{30D428CD-1BB2-4A03-8594-A68FE992CDE1}" dt="2023-08-30T03:38:13.044" v="423" actId="478"/>
          <ac:spMkLst>
            <pc:docMk/>
            <pc:sldMk cId="1126264911" sldId="281"/>
            <ac:spMk id="9" creationId="{4524E4C0-4ACD-97A2-3A3A-AA02583E0E07}"/>
          </ac:spMkLst>
        </pc:spChg>
        <pc:spChg chg="del">
          <ac:chgData name="Wilmer Ortega Erazo" userId="19082e28a51afb61" providerId="LiveId" clId="{30D428CD-1BB2-4A03-8594-A68FE992CDE1}" dt="2023-08-30T03:38:13.044" v="423" actId="478"/>
          <ac:spMkLst>
            <pc:docMk/>
            <pc:sldMk cId="1126264911" sldId="281"/>
            <ac:spMk id="10" creationId="{A453910B-D09D-E227-5678-D6FABDE9EDB0}"/>
          </ac:spMkLst>
        </pc:spChg>
        <pc:spChg chg="del">
          <ac:chgData name="Wilmer Ortega Erazo" userId="19082e28a51afb61" providerId="LiveId" clId="{30D428CD-1BB2-4A03-8594-A68FE992CDE1}" dt="2023-08-30T03:38:13.044" v="423" actId="478"/>
          <ac:spMkLst>
            <pc:docMk/>
            <pc:sldMk cId="1126264911" sldId="281"/>
            <ac:spMk id="14" creationId="{AEFA860E-1C67-7CDE-1229-538343A6C3D1}"/>
          </ac:spMkLst>
        </pc:spChg>
        <pc:spChg chg="del">
          <ac:chgData name="Wilmer Ortega Erazo" userId="19082e28a51afb61" providerId="LiveId" clId="{30D428CD-1BB2-4A03-8594-A68FE992CDE1}" dt="2023-08-30T03:38:13.044" v="423" actId="478"/>
          <ac:spMkLst>
            <pc:docMk/>
            <pc:sldMk cId="1126264911" sldId="281"/>
            <ac:spMk id="15" creationId="{9BAA1051-1297-C42A-DCFC-A4C82C4B0D05}"/>
          </ac:spMkLst>
        </pc:spChg>
        <pc:spChg chg="del">
          <ac:chgData name="Wilmer Ortega Erazo" userId="19082e28a51afb61" providerId="LiveId" clId="{30D428CD-1BB2-4A03-8594-A68FE992CDE1}" dt="2023-08-30T03:38:13.044" v="423" actId="478"/>
          <ac:spMkLst>
            <pc:docMk/>
            <pc:sldMk cId="1126264911" sldId="281"/>
            <ac:spMk id="16" creationId="{628F92FB-87D2-5E06-C4E2-1BC8E3D5ABBB}"/>
          </ac:spMkLst>
        </pc:spChg>
        <pc:spChg chg="del">
          <ac:chgData name="Wilmer Ortega Erazo" userId="19082e28a51afb61" providerId="LiveId" clId="{30D428CD-1BB2-4A03-8594-A68FE992CDE1}" dt="2023-08-30T03:38:13.044" v="423" actId="478"/>
          <ac:spMkLst>
            <pc:docMk/>
            <pc:sldMk cId="1126264911" sldId="281"/>
            <ac:spMk id="17" creationId="{E12620FF-4947-267F-495E-7C2B681598DD}"/>
          </ac:spMkLst>
        </pc:spChg>
        <pc:spChg chg="del">
          <ac:chgData name="Wilmer Ortega Erazo" userId="19082e28a51afb61" providerId="LiveId" clId="{30D428CD-1BB2-4A03-8594-A68FE992CDE1}" dt="2023-08-30T03:38:13.044" v="423" actId="478"/>
          <ac:spMkLst>
            <pc:docMk/>
            <pc:sldMk cId="1126264911" sldId="281"/>
            <ac:spMk id="18" creationId="{84A325AC-504B-B113-1003-059A5082FDB5}"/>
          </ac:spMkLst>
        </pc:spChg>
        <pc:spChg chg="del">
          <ac:chgData name="Wilmer Ortega Erazo" userId="19082e28a51afb61" providerId="LiveId" clId="{30D428CD-1BB2-4A03-8594-A68FE992CDE1}" dt="2023-08-30T03:38:13.044" v="423" actId="478"/>
          <ac:spMkLst>
            <pc:docMk/>
            <pc:sldMk cId="1126264911" sldId="281"/>
            <ac:spMk id="19" creationId="{ECD3083E-8099-72AD-5FBD-CC0C794BDE59}"/>
          </ac:spMkLst>
        </pc:spChg>
        <pc:spChg chg="del">
          <ac:chgData name="Wilmer Ortega Erazo" userId="19082e28a51afb61" providerId="LiveId" clId="{30D428CD-1BB2-4A03-8594-A68FE992CDE1}" dt="2023-08-30T03:38:13.044" v="423" actId="478"/>
          <ac:spMkLst>
            <pc:docMk/>
            <pc:sldMk cId="1126264911" sldId="281"/>
            <ac:spMk id="20" creationId="{5C47DBD3-405F-011E-DC84-539EF31A53DD}"/>
          </ac:spMkLst>
        </pc:spChg>
        <pc:spChg chg="del">
          <ac:chgData name="Wilmer Ortega Erazo" userId="19082e28a51afb61" providerId="LiveId" clId="{30D428CD-1BB2-4A03-8594-A68FE992CDE1}" dt="2023-08-30T03:38:13.044" v="423" actId="478"/>
          <ac:spMkLst>
            <pc:docMk/>
            <pc:sldMk cId="1126264911" sldId="281"/>
            <ac:spMk id="21" creationId="{20DE2AD7-79A1-327D-0C87-F59069B68DFC}"/>
          </ac:spMkLst>
        </pc:spChg>
        <pc:spChg chg="del">
          <ac:chgData name="Wilmer Ortega Erazo" userId="19082e28a51afb61" providerId="LiveId" clId="{30D428CD-1BB2-4A03-8594-A68FE992CDE1}" dt="2023-08-30T03:38:13.044" v="423" actId="478"/>
          <ac:spMkLst>
            <pc:docMk/>
            <pc:sldMk cId="1126264911" sldId="281"/>
            <ac:spMk id="22" creationId="{617EE9D4-08B8-C8B3-E6B8-1F9AD630B552}"/>
          </ac:spMkLst>
        </pc:spChg>
        <pc:spChg chg="del">
          <ac:chgData name="Wilmer Ortega Erazo" userId="19082e28a51afb61" providerId="LiveId" clId="{30D428CD-1BB2-4A03-8594-A68FE992CDE1}" dt="2023-08-30T03:38:13.044" v="423" actId="478"/>
          <ac:spMkLst>
            <pc:docMk/>
            <pc:sldMk cId="1126264911" sldId="281"/>
            <ac:spMk id="23" creationId="{952FA135-9CA5-CF36-3F6E-A6F834751929}"/>
          </ac:spMkLst>
        </pc:spChg>
        <pc:spChg chg="del">
          <ac:chgData name="Wilmer Ortega Erazo" userId="19082e28a51afb61" providerId="LiveId" clId="{30D428CD-1BB2-4A03-8594-A68FE992CDE1}" dt="2023-08-30T03:38:13.044" v="423" actId="478"/>
          <ac:spMkLst>
            <pc:docMk/>
            <pc:sldMk cId="1126264911" sldId="281"/>
            <ac:spMk id="24" creationId="{FDD93C5B-D3ED-3995-F287-C2190A75ED3F}"/>
          </ac:spMkLst>
        </pc:spChg>
        <pc:spChg chg="del">
          <ac:chgData name="Wilmer Ortega Erazo" userId="19082e28a51afb61" providerId="LiveId" clId="{30D428CD-1BB2-4A03-8594-A68FE992CDE1}" dt="2023-08-30T03:38:13.044" v="423" actId="478"/>
          <ac:spMkLst>
            <pc:docMk/>
            <pc:sldMk cId="1126264911" sldId="281"/>
            <ac:spMk id="25" creationId="{96FA03DD-B24C-232A-B08C-08D85EA7C0F6}"/>
          </ac:spMkLst>
        </pc:spChg>
        <pc:spChg chg="del">
          <ac:chgData name="Wilmer Ortega Erazo" userId="19082e28a51afb61" providerId="LiveId" clId="{30D428CD-1BB2-4A03-8594-A68FE992CDE1}" dt="2023-08-30T03:38:13.044" v="423" actId="478"/>
          <ac:spMkLst>
            <pc:docMk/>
            <pc:sldMk cId="1126264911" sldId="281"/>
            <ac:spMk id="26" creationId="{8DF465E0-6CF9-EA32-B70D-AAFA6A7562FB}"/>
          </ac:spMkLst>
        </pc:spChg>
        <pc:spChg chg="del">
          <ac:chgData name="Wilmer Ortega Erazo" userId="19082e28a51afb61" providerId="LiveId" clId="{30D428CD-1BB2-4A03-8594-A68FE992CDE1}" dt="2023-08-30T03:38:13.044" v="423" actId="478"/>
          <ac:spMkLst>
            <pc:docMk/>
            <pc:sldMk cId="1126264911" sldId="281"/>
            <ac:spMk id="27" creationId="{ECDC918A-7DED-59FB-7E29-8495CB3073C6}"/>
          </ac:spMkLst>
        </pc:spChg>
        <pc:spChg chg="del">
          <ac:chgData name="Wilmer Ortega Erazo" userId="19082e28a51afb61" providerId="LiveId" clId="{30D428CD-1BB2-4A03-8594-A68FE992CDE1}" dt="2023-08-30T03:38:13.044" v="423" actId="478"/>
          <ac:spMkLst>
            <pc:docMk/>
            <pc:sldMk cId="1126264911" sldId="281"/>
            <ac:spMk id="28" creationId="{34159FA2-F025-2111-568A-8718352CB6D8}"/>
          </ac:spMkLst>
        </pc:spChg>
        <pc:spChg chg="del">
          <ac:chgData name="Wilmer Ortega Erazo" userId="19082e28a51afb61" providerId="LiveId" clId="{30D428CD-1BB2-4A03-8594-A68FE992CDE1}" dt="2023-08-30T03:38:13.044" v="423" actId="478"/>
          <ac:spMkLst>
            <pc:docMk/>
            <pc:sldMk cId="1126264911" sldId="281"/>
            <ac:spMk id="29" creationId="{6D5B988B-D6B3-1EF8-469F-402F61190E22}"/>
          </ac:spMkLst>
        </pc:spChg>
        <pc:spChg chg="del">
          <ac:chgData name="Wilmer Ortega Erazo" userId="19082e28a51afb61" providerId="LiveId" clId="{30D428CD-1BB2-4A03-8594-A68FE992CDE1}" dt="2023-08-30T03:38:13.044" v="423" actId="478"/>
          <ac:spMkLst>
            <pc:docMk/>
            <pc:sldMk cId="1126264911" sldId="281"/>
            <ac:spMk id="30" creationId="{3F617075-663B-168E-23FA-AF34241BCB05}"/>
          </ac:spMkLst>
        </pc:spChg>
        <pc:spChg chg="del">
          <ac:chgData name="Wilmer Ortega Erazo" userId="19082e28a51afb61" providerId="LiveId" clId="{30D428CD-1BB2-4A03-8594-A68FE992CDE1}" dt="2023-08-30T03:38:13.044" v="423" actId="478"/>
          <ac:spMkLst>
            <pc:docMk/>
            <pc:sldMk cId="1126264911" sldId="281"/>
            <ac:spMk id="31" creationId="{2E9BE6B1-633A-828B-6D34-56FF96E0704D}"/>
          </ac:spMkLst>
        </pc:spChg>
        <pc:spChg chg="del">
          <ac:chgData name="Wilmer Ortega Erazo" userId="19082e28a51afb61" providerId="LiveId" clId="{30D428CD-1BB2-4A03-8594-A68FE992CDE1}" dt="2023-08-30T03:38:13.044" v="423" actId="478"/>
          <ac:spMkLst>
            <pc:docMk/>
            <pc:sldMk cId="1126264911" sldId="281"/>
            <ac:spMk id="32" creationId="{17EA2998-45C3-CA63-A03F-47C8E3A2C13D}"/>
          </ac:spMkLst>
        </pc:spChg>
        <pc:spChg chg="add mod">
          <ac:chgData name="Wilmer Ortega Erazo" userId="19082e28a51afb61" providerId="LiveId" clId="{30D428CD-1BB2-4A03-8594-A68FE992CDE1}" dt="2023-08-30T03:38:36.835" v="425" actId="1076"/>
          <ac:spMkLst>
            <pc:docMk/>
            <pc:sldMk cId="1126264911" sldId="281"/>
            <ac:spMk id="33" creationId="{0FE98038-9665-CBFA-1F2F-7523FF3B66F6}"/>
          </ac:spMkLst>
        </pc:spChg>
        <pc:spChg chg="add mod">
          <ac:chgData name="Wilmer Ortega Erazo" userId="19082e28a51afb61" providerId="LiveId" clId="{30D428CD-1BB2-4A03-8594-A68FE992CDE1}" dt="2023-08-30T03:38:36.835" v="425" actId="1076"/>
          <ac:spMkLst>
            <pc:docMk/>
            <pc:sldMk cId="1126264911" sldId="281"/>
            <ac:spMk id="34" creationId="{0D196746-DF51-2017-26CB-6DF50877EF0B}"/>
          </ac:spMkLst>
        </pc:spChg>
        <pc:spChg chg="add mod">
          <ac:chgData name="Wilmer Ortega Erazo" userId="19082e28a51afb61" providerId="LiveId" clId="{30D428CD-1BB2-4A03-8594-A68FE992CDE1}" dt="2023-08-30T03:38:36.835" v="425" actId="1076"/>
          <ac:spMkLst>
            <pc:docMk/>
            <pc:sldMk cId="1126264911" sldId="281"/>
            <ac:spMk id="35" creationId="{1D6CA507-6AE8-4418-A01B-7B23D7803B79}"/>
          </ac:spMkLst>
        </pc:spChg>
        <pc:spChg chg="add mod">
          <ac:chgData name="Wilmer Ortega Erazo" userId="19082e28a51afb61" providerId="LiveId" clId="{30D428CD-1BB2-4A03-8594-A68FE992CDE1}" dt="2023-08-30T03:38:36.835" v="425" actId="1076"/>
          <ac:spMkLst>
            <pc:docMk/>
            <pc:sldMk cId="1126264911" sldId="281"/>
            <ac:spMk id="36" creationId="{07BA6BF3-9AB9-55EE-EA6C-7B39B6470633}"/>
          </ac:spMkLst>
        </pc:spChg>
        <pc:spChg chg="add mod">
          <ac:chgData name="Wilmer Ortega Erazo" userId="19082e28a51afb61" providerId="LiveId" clId="{30D428CD-1BB2-4A03-8594-A68FE992CDE1}" dt="2023-08-30T03:38:36.835" v="425" actId="1076"/>
          <ac:spMkLst>
            <pc:docMk/>
            <pc:sldMk cId="1126264911" sldId="281"/>
            <ac:spMk id="37" creationId="{94FD85BA-24B3-0372-99ED-69CBF05465E7}"/>
          </ac:spMkLst>
        </pc:spChg>
        <pc:spChg chg="add mod">
          <ac:chgData name="Wilmer Ortega Erazo" userId="19082e28a51afb61" providerId="LiveId" clId="{30D428CD-1BB2-4A03-8594-A68FE992CDE1}" dt="2023-08-30T03:38:36.835" v="425" actId="1076"/>
          <ac:spMkLst>
            <pc:docMk/>
            <pc:sldMk cId="1126264911" sldId="281"/>
            <ac:spMk id="38" creationId="{26229A7E-C89E-88D5-94F1-971AE97407A4}"/>
          </ac:spMkLst>
        </pc:spChg>
        <pc:spChg chg="add mod">
          <ac:chgData name="Wilmer Ortega Erazo" userId="19082e28a51afb61" providerId="LiveId" clId="{30D428CD-1BB2-4A03-8594-A68FE992CDE1}" dt="2023-08-30T03:38:36.835" v="425" actId="1076"/>
          <ac:spMkLst>
            <pc:docMk/>
            <pc:sldMk cId="1126264911" sldId="281"/>
            <ac:spMk id="39" creationId="{61C156AF-8B53-BC59-DE7F-AE74EA23A7B6}"/>
          </ac:spMkLst>
        </pc:spChg>
        <pc:spChg chg="add mod">
          <ac:chgData name="Wilmer Ortega Erazo" userId="19082e28a51afb61" providerId="LiveId" clId="{30D428CD-1BB2-4A03-8594-A68FE992CDE1}" dt="2023-08-30T03:38:36.835" v="425" actId="1076"/>
          <ac:spMkLst>
            <pc:docMk/>
            <pc:sldMk cId="1126264911" sldId="281"/>
            <ac:spMk id="40" creationId="{55CCF868-1B87-7C3F-E661-F3FBEE7D2DE0}"/>
          </ac:spMkLst>
        </pc:spChg>
        <pc:spChg chg="add mod">
          <ac:chgData name="Wilmer Ortega Erazo" userId="19082e28a51afb61" providerId="LiveId" clId="{30D428CD-1BB2-4A03-8594-A68FE992CDE1}" dt="2023-08-30T03:38:36.835" v="425" actId="1076"/>
          <ac:spMkLst>
            <pc:docMk/>
            <pc:sldMk cId="1126264911" sldId="281"/>
            <ac:spMk id="41" creationId="{A3D7F601-0B7B-B508-2559-DEA776F61773}"/>
          </ac:spMkLst>
        </pc:spChg>
        <pc:spChg chg="add mod">
          <ac:chgData name="Wilmer Ortega Erazo" userId="19082e28a51afb61" providerId="LiveId" clId="{30D428CD-1BB2-4A03-8594-A68FE992CDE1}" dt="2023-08-30T03:38:36.835" v="425" actId="1076"/>
          <ac:spMkLst>
            <pc:docMk/>
            <pc:sldMk cId="1126264911" sldId="281"/>
            <ac:spMk id="42" creationId="{50391A9B-BE49-293A-A10F-5BC4671C6907}"/>
          </ac:spMkLst>
        </pc:spChg>
        <pc:spChg chg="add mod">
          <ac:chgData name="Wilmer Ortega Erazo" userId="19082e28a51afb61" providerId="LiveId" clId="{30D428CD-1BB2-4A03-8594-A68FE992CDE1}" dt="2023-08-30T03:38:36.835" v="425" actId="1076"/>
          <ac:spMkLst>
            <pc:docMk/>
            <pc:sldMk cId="1126264911" sldId="281"/>
            <ac:spMk id="43" creationId="{3D6A3464-3BF1-EC28-EF46-34A286AD3DFC}"/>
          </ac:spMkLst>
        </pc:spChg>
        <pc:spChg chg="add mod">
          <ac:chgData name="Wilmer Ortega Erazo" userId="19082e28a51afb61" providerId="LiveId" clId="{30D428CD-1BB2-4A03-8594-A68FE992CDE1}" dt="2023-08-30T03:38:36.835" v="425" actId="1076"/>
          <ac:spMkLst>
            <pc:docMk/>
            <pc:sldMk cId="1126264911" sldId="281"/>
            <ac:spMk id="44" creationId="{6EFC7E8C-4C0B-0BC2-1C8E-D17FA9EBF54C}"/>
          </ac:spMkLst>
        </pc:spChg>
        <pc:spChg chg="add mod">
          <ac:chgData name="Wilmer Ortega Erazo" userId="19082e28a51afb61" providerId="LiveId" clId="{30D428CD-1BB2-4A03-8594-A68FE992CDE1}" dt="2023-08-30T03:38:36.835" v="425" actId="1076"/>
          <ac:spMkLst>
            <pc:docMk/>
            <pc:sldMk cId="1126264911" sldId="281"/>
            <ac:spMk id="45" creationId="{82A2F60E-DB8E-5D7E-CEAF-B89E8F9CCCD7}"/>
          </ac:spMkLst>
        </pc:spChg>
        <pc:spChg chg="add mod">
          <ac:chgData name="Wilmer Ortega Erazo" userId="19082e28a51afb61" providerId="LiveId" clId="{30D428CD-1BB2-4A03-8594-A68FE992CDE1}" dt="2023-08-30T03:38:36.835" v="425" actId="1076"/>
          <ac:spMkLst>
            <pc:docMk/>
            <pc:sldMk cId="1126264911" sldId="281"/>
            <ac:spMk id="46" creationId="{E9943E9A-C804-1DB1-41B0-852566864C81}"/>
          </ac:spMkLst>
        </pc:spChg>
        <pc:spChg chg="add mod">
          <ac:chgData name="Wilmer Ortega Erazo" userId="19082e28a51afb61" providerId="LiveId" clId="{30D428CD-1BB2-4A03-8594-A68FE992CDE1}" dt="2023-08-30T03:38:36.835" v="425" actId="1076"/>
          <ac:spMkLst>
            <pc:docMk/>
            <pc:sldMk cId="1126264911" sldId="281"/>
            <ac:spMk id="47" creationId="{B89EF4CE-2B50-71FE-43C6-2FF88EEC9303}"/>
          </ac:spMkLst>
        </pc:spChg>
        <pc:spChg chg="mod">
          <ac:chgData name="Wilmer Ortega Erazo" userId="19082e28a51afb61" providerId="LiveId" clId="{30D428CD-1BB2-4A03-8594-A68FE992CDE1}" dt="2023-08-30T03:38:36.835" v="425" actId="1076"/>
          <ac:spMkLst>
            <pc:docMk/>
            <pc:sldMk cId="1126264911" sldId="281"/>
            <ac:spMk id="49" creationId="{3874A471-2C3A-56C3-A3ED-C0512F21DCE1}"/>
          </ac:spMkLst>
        </pc:spChg>
        <pc:spChg chg="mod">
          <ac:chgData name="Wilmer Ortega Erazo" userId="19082e28a51afb61" providerId="LiveId" clId="{30D428CD-1BB2-4A03-8594-A68FE992CDE1}" dt="2023-08-30T03:38:36.835" v="425" actId="1076"/>
          <ac:spMkLst>
            <pc:docMk/>
            <pc:sldMk cId="1126264911" sldId="281"/>
            <ac:spMk id="50" creationId="{883927EE-6F9C-C991-ED3C-FE724E752EB6}"/>
          </ac:spMkLst>
        </pc:spChg>
        <pc:spChg chg="add mod">
          <ac:chgData name="Wilmer Ortega Erazo" userId="19082e28a51afb61" providerId="LiveId" clId="{30D428CD-1BB2-4A03-8594-A68FE992CDE1}" dt="2023-08-30T03:38:36.835" v="425" actId="1076"/>
          <ac:spMkLst>
            <pc:docMk/>
            <pc:sldMk cId="1126264911" sldId="281"/>
            <ac:spMk id="51" creationId="{30C562DF-72B2-EB6F-D2FC-6AD9D9BB8C41}"/>
          </ac:spMkLst>
        </pc:spChg>
        <pc:spChg chg="add mod">
          <ac:chgData name="Wilmer Ortega Erazo" userId="19082e28a51afb61" providerId="LiveId" clId="{30D428CD-1BB2-4A03-8594-A68FE992CDE1}" dt="2023-08-30T03:38:36.835" v="425" actId="1076"/>
          <ac:spMkLst>
            <pc:docMk/>
            <pc:sldMk cId="1126264911" sldId="281"/>
            <ac:spMk id="52" creationId="{690878AA-B57F-281C-379E-72C1E7658315}"/>
          </ac:spMkLst>
        </pc:spChg>
        <pc:spChg chg="add mod">
          <ac:chgData name="Wilmer Ortega Erazo" userId="19082e28a51afb61" providerId="LiveId" clId="{30D428CD-1BB2-4A03-8594-A68FE992CDE1}" dt="2023-08-30T03:38:36.835" v="425" actId="1076"/>
          <ac:spMkLst>
            <pc:docMk/>
            <pc:sldMk cId="1126264911" sldId="281"/>
            <ac:spMk id="53" creationId="{B75A62C4-AA06-5CD6-4C57-911EED47FD99}"/>
          </ac:spMkLst>
        </pc:spChg>
        <pc:spChg chg="add mod">
          <ac:chgData name="Wilmer Ortega Erazo" userId="19082e28a51afb61" providerId="LiveId" clId="{30D428CD-1BB2-4A03-8594-A68FE992CDE1}" dt="2023-08-30T03:38:36.835" v="425" actId="1076"/>
          <ac:spMkLst>
            <pc:docMk/>
            <pc:sldMk cId="1126264911" sldId="281"/>
            <ac:spMk id="54" creationId="{5AE47FC6-D393-E9D7-2022-97F882F6CE4C}"/>
          </ac:spMkLst>
        </pc:spChg>
        <pc:spChg chg="add mod">
          <ac:chgData name="Wilmer Ortega Erazo" userId="19082e28a51afb61" providerId="LiveId" clId="{30D428CD-1BB2-4A03-8594-A68FE992CDE1}" dt="2023-08-30T03:38:36.835" v="425" actId="1076"/>
          <ac:spMkLst>
            <pc:docMk/>
            <pc:sldMk cId="1126264911" sldId="281"/>
            <ac:spMk id="55" creationId="{D2D39F80-6426-3B1F-B6C5-9190863D4E55}"/>
          </ac:spMkLst>
        </pc:spChg>
        <pc:spChg chg="add mod">
          <ac:chgData name="Wilmer Ortega Erazo" userId="19082e28a51afb61" providerId="LiveId" clId="{30D428CD-1BB2-4A03-8594-A68FE992CDE1}" dt="2023-08-30T03:38:36.835" v="425" actId="1076"/>
          <ac:spMkLst>
            <pc:docMk/>
            <pc:sldMk cId="1126264911" sldId="281"/>
            <ac:spMk id="56" creationId="{9E449F8A-CDE2-A0D6-BA80-7DB794B74A2B}"/>
          </ac:spMkLst>
        </pc:spChg>
        <pc:spChg chg="add mod">
          <ac:chgData name="Wilmer Ortega Erazo" userId="19082e28a51afb61" providerId="LiveId" clId="{30D428CD-1BB2-4A03-8594-A68FE992CDE1}" dt="2023-08-30T03:38:36.835" v="425" actId="1076"/>
          <ac:spMkLst>
            <pc:docMk/>
            <pc:sldMk cId="1126264911" sldId="281"/>
            <ac:spMk id="57" creationId="{BCA07149-B65B-E7B8-6257-99E367C5850C}"/>
          </ac:spMkLst>
        </pc:spChg>
        <pc:spChg chg="mod">
          <ac:chgData name="Wilmer Ortega Erazo" userId="19082e28a51afb61" providerId="LiveId" clId="{30D428CD-1BB2-4A03-8594-A68FE992CDE1}" dt="2023-08-30T03:38:36.835" v="425" actId="1076"/>
          <ac:spMkLst>
            <pc:docMk/>
            <pc:sldMk cId="1126264911" sldId="281"/>
            <ac:spMk id="59" creationId="{782A7F58-4149-814C-96DF-7A33BA08D906}"/>
          </ac:spMkLst>
        </pc:spChg>
        <pc:spChg chg="mod">
          <ac:chgData name="Wilmer Ortega Erazo" userId="19082e28a51afb61" providerId="LiveId" clId="{30D428CD-1BB2-4A03-8594-A68FE992CDE1}" dt="2023-08-30T03:38:36.835" v="425" actId="1076"/>
          <ac:spMkLst>
            <pc:docMk/>
            <pc:sldMk cId="1126264911" sldId="281"/>
            <ac:spMk id="60" creationId="{57F2B083-C796-1A64-FB97-BAF5E25526AC}"/>
          </ac:spMkLst>
        </pc:spChg>
        <pc:spChg chg="add mod">
          <ac:chgData name="Wilmer Ortega Erazo" userId="19082e28a51afb61" providerId="LiveId" clId="{30D428CD-1BB2-4A03-8594-A68FE992CDE1}" dt="2023-08-30T03:38:36.835" v="425" actId="1076"/>
          <ac:spMkLst>
            <pc:docMk/>
            <pc:sldMk cId="1126264911" sldId="281"/>
            <ac:spMk id="61" creationId="{1FCD2234-C1A1-4C01-3983-61D731A01E98}"/>
          </ac:spMkLst>
        </pc:spChg>
        <pc:grpChg chg="del">
          <ac:chgData name="Wilmer Ortega Erazo" userId="19082e28a51afb61" providerId="LiveId" clId="{30D428CD-1BB2-4A03-8594-A68FE992CDE1}" dt="2023-08-30T03:38:13.044" v="423" actId="478"/>
          <ac:grpSpMkLst>
            <pc:docMk/>
            <pc:sldMk cId="1126264911" sldId="281"/>
            <ac:grpSpMk id="11" creationId="{71AC92CC-E956-4092-8C7D-D03540E683A8}"/>
          </ac:grpSpMkLst>
        </pc:grpChg>
        <pc:grpChg chg="add mod">
          <ac:chgData name="Wilmer Ortega Erazo" userId="19082e28a51afb61" providerId="LiveId" clId="{30D428CD-1BB2-4A03-8594-A68FE992CDE1}" dt="2023-08-30T03:38:36.835" v="425" actId="1076"/>
          <ac:grpSpMkLst>
            <pc:docMk/>
            <pc:sldMk cId="1126264911" sldId="281"/>
            <ac:grpSpMk id="48" creationId="{6CB5DA21-81E4-83C8-91E9-C4322AF04061}"/>
          </ac:grpSpMkLst>
        </pc:grpChg>
        <pc:grpChg chg="add mod">
          <ac:chgData name="Wilmer Ortega Erazo" userId="19082e28a51afb61" providerId="LiveId" clId="{30D428CD-1BB2-4A03-8594-A68FE992CDE1}" dt="2023-08-30T03:38:36.835" v="425" actId="1076"/>
          <ac:grpSpMkLst>
            <pc:docMk/>
            <pc:sldMk cId="1126264911" sldId="281"/>
            <ac:grpSpMk id="58" creationId="{52444558-A07A-7431-C9E7-960DCAB697FC}"/>
          </ac:grpSpMkLst>
        </pc:grpChg>
      </pc:sldChg>
      <pc:sldChg chg="delSp modSp add mod ord">
        <pc:chgData name="Wilmer Ortega Erazo" userId="19082e28a51afb61" providerId="LiveId" clId="{30D428CD-1BB2-4A03-8594-A68FE992CDE1}" dt="2023-09-05T01:04:42.862" v="490" actId="6549"/>
        <pc:sldMkLst>
          <pc:docMk/>
          <pc:sldMk cId="3151016605" sldId="282"/>
        </pc:sldMkLst>
        <pc:spChg chg="del">
          <ac:chgData name="Wilmer Ortega Erazo" userId="19082e28a51afb61" providerId="LiveId" clId="{30D428CD-1BB2-4A03-8594-A68FE992CDE1}" dt="2023-08-30T03:40:42.848" v="429" actId="478"/>
          <ac:spMkLst>
            <pc:docMk/>
            <pc:sldMk cId="3151016605" sldId="282"/>
            <ac:spMk id="3" creationId="{7E9EC638-89E7-9AA8-D3CC-0B6ADBF17A48}"/>
          </ac:spMkLst>
        </pc:spChg>
        <pc:spChg chg="mod">
          <ac:chgData name="Wilmer Ortega Erazo" userId="19082e28a51afb61" providerId="LiveId" clId="{30D428CD-1BB2-4A03-8594-A68FE992CDE1}" dt="2023-09-05T01:04:42.862" v="490" actId="6549"/>
          <ac:spMkLst>
            <pc:docMk/>
            <pc:sldMk cId="3151016605" sldId="282"/>
            <ac:spMk id="4" creationId="{A29C0834-3DBC-9FB3-0E0A-F77D599198EB}"/>
          </ac:spMkLst>
        </pc:spChg>
        <pc:spChg chg="del">
          <ac:chgData name="Wilmer Ortega Erazo" userId="19082e28a51afb61" providerId="LiveId" clId="{30D428CD-1BB2-4A03-8594-A68FE992CDE1}" dt="2023-08-30T03:40:42.848" v="429" actId="478"/>
          <ac:spMkLst>
            <pc:docMk/>
            <pc:sldMk cId="3151016605" sldId="282"/>
            <ac:spMk id="5" creationId="{7977FE0A-08D5-1EE4-44D1-B3E1A6BB45D2}"/>
          </ac:spMkLst>
        </pc:spChg>
        <pc:spChg chg="del">
          <ac:chgData name="Wilmer Ortega Erazo" userId="19082e28a51afb61" providerId="LiveId" clId="{30D428CD-1BB2-4A03-8594-A68FE992CDE1}" dt="2023-08-30T03:40:42.848" v="429" actId="478"/>
          <ac:spMkLst>
            <pc:docMk/>
            <pc:sldMk cId="3151016605" sldId="282"/>
            <ac:spMk id="7" creationId="{F91948AE-519A-93E3-090B-377BA71E5DCF}"/>
          </ac:spMkLst>
        </pc:spChg>
        <pc:spChg chg="del">
          <ac:chgData name="Wilmer Ortega Erazo" userId="19082e28a51afb61" providerId="LiveId" clId="{30D428CD-1BB2-4A03-8594-A68FE992CDE1}" dt="2023-08-30T03:40:42.848" v="429" actId="478"/>
          <ac:spMkLst>
            <pc:docMk/>
            <pc:sldMk cId="3151016605" sldId="282"/>
            <ac:spMk id="8" creationId="{97AC88AC-EA27-E77A-E9DD-69ECB6E90EF0}"/>
          </ac:spMkLst>
        </pc:spChg>
        <pc:spChg chg="del">
          <ac:chgData name="Wilmer Ortega Erazo" userId="19082e28a51afb61" providerId="LiveId" clId="{30D428CD-1BB2-4A03-8594-A68FE992CDE1}" dt="2023-08-30T03:40:42.848" v="429" actId="478"/>
          <ac:spMkLst>
            <pc:docMk/>
            <pc:sldMk cId="3151016605" sldId="282"/>
            <ac:spMk id="9" creationId="{4524E4C0-4ACD-97A2-3A3A-AA02583E0E07}"/>
          </ac:spMkLst>
        </pc:spChg>
        <pc:spChg chg="del">
          <ac:chgData name="Wilmer Ortega Erazo" userId="19082e28a51afb61" providerId="LiveId" clId="{30D428CD-1BB2-4A03-8594-A68FE992CDE1}" dt="2023-08-30T03:40:42.848" v="429" actId="478"/>
          <ac:spMkLst>
            <pc:docMk/>
            <pc:sldMk cId="3151016605" sldId="282"/>
            <ac:spMk id="10" creationId="{A453910B-D09D-E227-5678-D6FABDE9EDB0}"/>
          </ac:spMkLst>
        </pc:spChg>
        <pc:spChg chg="del">
          <ac:chgData name="Wilmer Ortega Erazo" userId="19082e28a51afb61" providerId="LiveId" clId="{30D428CD-1BB2-4A03-8594-A68FE992CDE1}" dt="2023-08-30T03:40:42.848" v="429" actId="478"/>
          <ac:spMkLst>
            <pc:docMk/>
            <pc:sldMk cId="3151016605" sldId="282"/>
            <ac:spMk id="14" creationId="{AEFA860E-1C67-7CDE-1229-538343A6C3D1}"/>
          </ac:spMkLst>
        </pc:spChg>
        <pc:spChg chg="del">
          <ac:chgData name="Wilmer Ortega Erazo" userId="19082e28a51afb61" providerId="LiveId" clId="{30D428CD-1BB2-4A03-8594-A68FE992CDE1}" dt="2023-08-30T03:40:42.848" v="429" actId="478"/>
          <ac:spMkLst>
            <pc:docMk/>
            <pc:sldMk cId="3151016605" sldId="282"/>
            <ac:spMk id="15" creationId="{9BAA1051-1297-C42A-DCFC-A4C82C4B0D05}"/>
          </ac:spMkLst>
        </pc:spChg>
        <pc:spChg chg="del">
          <ac:chgData name="Wilmer Ortega Erazo" userId="19082e28a51afb61" providerId="LiveId" clId="{30D428CD-1BB2-4A03-8594-A68FE992CDE1}" dt="2023-08-30T03:40:42.848" v="429" actId="478"/>
          <ac:spMkLst>
            <pc:docMk/>
            <pc:sldMk cId="3151016605" sldId="282"/>
            <ac:spMk id="16" creationId="{628F92FB-87D2-5E06-C4E2-1BC8E3D5ABBB}"/>
          </ac:spMkLst>
        </pc:spChg>
        <pc:spChg chg="del">
          <ac:chgData name="Wilmer Ortega Erazo" userId="19082e28a51afb61" providerId="LiveId" clId="{30D428CD-1BB2-4A03-8594-A68FE992CDE1}" dt="2023-08-30T03:40:42.848" v="429" actId="478"/>
          <ac:spMkLst>
            <pc:docMk/>
            <pc:sldMk cId="3151016605" sldId="282"/>
            <ac:spMk id="17" creationId="{E12620FF-4947-267F-495E-7C2B681598DD}"/>
          </ac:spMkLst>
        </pc:spChg>
        <pc:spChg chg="del">
          <ac:chgData name="Wilmer Ortega Erazo" userId="19082e28a51afb61" providerId="LiveId" clId="{30D428CD-1BB2-4A03-8594-A68FE992CDE1}" dt="2023-08-30T03:40:42.848" v="429" actId="478"/>
          <ac:spMkLst>
            <pc:docMk/>
            <pc:sldMk cId="3151016605" sldId="282"/>
            <ac:spMk id="18" creationId="{84A325AC-504B-B113-1003-059A5082FDB5}"/>
          </ac:spMkLst>
        </pc:spChg>
        <pc:spChg chg="del">
          <ac:chgData name="Wilmer Ortega Erazo" userId="19082e28a51afb61" providerId="LiveId" clId="{30D428CD-1BB2-4A03-8594-A68FE992CDE1}" dt="2023-08-30T03:40:42.848" v="429" actId="478"/>
          <ac:spMkLst>
            <pc:docMk/>
            <pc:sldMk cId="3151016605" sldId="282"/>
            <ac:spMk id="19" creationId="{ECD3083E-8099-72AD-5FBD-CC0C794BDE59}"/>
          </ac:spMkLst>
        </pc:spChg>
        <pc:spChg chg="del">
          <ac:chgData name="Wilmer Ortega Erazo" userId="19082e28a51afb61" providerId="LiveId" clId="{30D428CD-1BB2-4A03-8594-A68FE992CDE1}" dt="2023-08-30T03:40:42.848" v="429" actId="478"/>
          <ac:spMkLst>
            <pc:docMk/>
            <pc:sldMk cId="3151016605" sldId="282"/>
            <ac:spMk id="20" creationId="{5C47DBD3-405F-011E-DC84-539EF31A53DD}"/>
          </ac:spMkLst>
        </pc:spChg>
        <pc:spChg chg="del">
          <ac:chgData name="Wilmer Ortega Erazo" userId="19082e28a51afb61" providerId="LiveId" clId="{30D428CD-1BB2-4A03-8594-A68FE992CDE1}" dt="2023-08-30T03:40:42.848" v="429" actId="478"/>
          <ac:spMkLst>
            <pc:docMk/>
            <pc:sldMk cId="3151016605" sldId="282"/>
            <ac:spMk id="21" creationId="{20DE2AD7-79A1-327D-0C87-F59069B68DFC}"/>
          </ac:spMkLst>
        </pc:spChg>
        <pc:spChg chg="del">
          <ac:chgData name="Wilmer Ortega Erazo" userId="19082e28a51afb61" providerId="LiveId" clId="{30D428CD-1BB2-4A03-8594-A68FE992CDE1}" dt="2023-08-30T03:40:42.848" v="429" actId="478"/>
          <ac:spMkLst>
            <pc:docMk/>
            <pc:sldMk cId="3151016605" sldId="282"/>
            <ac:spMk id="22" creationId="{617EE9D4-08B8-C8B3-E6B8-1F9AD630B552}"/>
          </ac:spMkLst>
        </pc:spChg>
        <pc:spChg chg="del">
          <ac:chgData name="Wilmer Ortega Erazo" userId="19082e28a51afb61" providerId="LiveId" clId="{30D428CD-1BB2-4A03-8594-A68FE992CDE1}" dt="2023-08-30T03:40:42.848" v="429" actId="478"/>
          <ac:spMkLst>
            <pc:docMk/>
            <pc:sldMk cId="3151016605" sldId="282"/>
            <ac:spMk id="23" creationId="{952FA135-9CA5-CF36-3F6E-A6F834751929}"/>
          </ac:spMkLst>
        </pc:spChg>
        <pc:spChg chg="del">
          <ac:chgData name="Wilmer Ortega Erazo" userId="19082e28a51afb61" providerId="LiveId" clId="{30D428CD-1BB2-4A03-8594-A68FE992CDE1}" dt="2023-08-30T03:40:42.848" v="429" actId="478"/>
          <ac:spMkLst>
            <pc:docMk/>
            <pc:sldMk cId="3151016605" sldId="282"/>
            <ac:spMk id="24" creationId="{FDD93C5B-D3ED-3995-F287-C2190A75ED3F}"/>
          </ac:spMkLst>
        </pc:spChg>
        <pc:spChg chg="del">
          <ac:chgData name="Wilmer Ortega Erazo" userId="19082e28a51afb61" providerId="LiveId" clId="{30D428CD-1BB2-4A03-8594-A68FE992CDE1}" dt="2023-08-30T03:40:42.848" v="429" actId="478"/>
          <ac:spMkLst>
            <pc:docMk/>
            <pc:sldMk cId="3151016605" sldId="282"/>
            <ac:spMk id="25" creationId="{96FA03DD-B24C-232A-B08C-08D85EA7C0F6}"/>
          </ac:spMkLst>
        </pc:spChg>
        <pc:spChg chg="del">
          <ac:chgData name="Wilmer Ortega Erazo" userId="19082e28a51afb61" providerId="LiveId" clId="{30D428CD-1BB2-4A03-8594-A68FE992CDE1}" dt="2023-08-30T03:40:42.848" v="429" actId="478"/>
          <ac:spMkLst>
            <pc:docMk/>
            <pc:sldMk cId="3151016605" sldId="282"/>
            <ac:spMk id="26" creationId="{8DF465E0-6CF9-EA32-B70D-AAFA6A7562FB}"/>
          </ac:spMkLst>
        </pc:spChg>
        <pc:spChg chg="del">
          <ac:chgData name="Wilmer Ortega Erazo" userId="19082e28a51afb61" providerId="LiveId" clId="{30D428CD-1BB2-4A03-8594-A68FE992CDE1}" dt="2023-08-30T03:40:42.848" v="429" actId="478"/>
          <ac:spMkLst>
            <pc:docMk/>
            <pc:sldMk cId="3151016605" sldId="282"/>
            <ac:spMk id="27" creationId="{ECDC918A-7DED-59FB-7E29-8495CB3073C6}"/>
          </ac:spMkLst>
        </pc:spChg>
        <pc:spChg chg="del">
          <ac:chgData name="Wilmer Ortega Erazo" userId="19082e28a51afb61" providerId="LiveId" clId="{30D428CD-1BB2-4A03-8594-A68FE992CDE1}" dt="2023-08-30T03:40:42.848" v="429" actId="478"/>
          <ac:spMkLst>
            <pc:docMk/>
            <pc:sldMk cId="3151016605" sldId="282"/>
            <ac:spMk id="28" creationId="{34159FA2-F025-2111-568A-8718352CB6D8}"/>
          </ac:spMkLst>
        </pc:spChg>
        <pc:spChg chg="del">
          <ac:chgData name="Wilmer Ortega Erazo" userId="19082e28a51afb61" providerId="LiveId" clId="{30D428CD-1BB2-4A03-8594-A68FE992CDE1}" dt="2023-08-30T03:40:42.848" v="429" actId="478"/>
          <ac:spMkLst>
            <pc:docMk/>
            <pc:sldMk cId="3151016605" sldId="282"/>
            <ac:spMk id="29" creationId="{6D5B988B-D6B3-1EF8-469F-402F61190E22}"/>
          </ac:spMkLst>
        </pc:spChg>
        <pc:spChg chg="del">
          <ac:chgData name="Wilmer Ortega Erazo" userId="19082e28a51afb61" providerId="LiveId" clId="{30D428CD-1BB2-4A03-8594-A68FE992CDE1}" dt="2023-08-30T03:40:42.848" v="429" actId="478"/>
          <ac:spMkLst>
            <pc:docMk/>
            <pc:sldMk cId="3151016605" sldId="282"/>
            <ac:spMk id="30" creationId="{3F617075-663B-168E-23FA-AF34241BCB05}"/>
          </ac:spMkLst>
        </pc:spChg>
        <pc:spChg chg="del">
          <ac:chgData name="Wilmer Ortega Erazo" userId="19082e28a51afb61" providerId="LiveId" clId="{30D428CD-1BB2-4A03-8594-A68FE992CDE1}" dt="2023-08-30T03:40:42.848" v="429" actId="478"/>
          <ac:spMkLst>
            <pc:docMk/>
            <pc:sldMk cId="3151016605" sldId="282"/>
            <ac:spMk id="31" creationId="{2E9BE6B1-633A-828B-6D34-56FF96E0704D}"/>
          </ac:spMkLst>
        </pc:spChg>
        <pc:spChg chg="del">
          <ac:chgData name="Wilmer Ortega Erazo" userId="19082e28a51afb61" providerId="LiveId" clId="{30D428CD-1BB2-4A03-8594-A68FE992CDE1}" dt="2023-08-30T03:40:42.848" v="429" actId="478"/>
          <ac:spMkLst>
            <pc:docMk/>
            <pc:sldMk cId="3151016605" sldId="282"/>
            <ac:spMk id="32" creationId="{17EA2998-45C3-CA63-A03F-47C8E3A2C13D}"/>
          </ac:spMkLst>
        </pc:spChg>
        <pc:grpChg chg="del">
          <ac:chgData name="Wilmer Ortega Erazo" userId="19082e28a51afb61" providerId="LiveId" clId="{30D428CD-1BB2-4A03-8594-A68FE992CDE1}" dt="2023-08-30T03:40:42.848" v="429" actId="478"/>
          <ac:grpSpMkLst>
            <pc:docMk/>
            <pc:sldMk cId="3151016605" sldId="282"/>
            <ac:grpSpMk id="11" creationId="{71AC92CC-E956-4092-8C7D-D03540E683A8}"/>
          </ac:grpSpMkLst>
        </pc:grpChg>
      </pc:sldChg>
      <pc:sldChg chg="addSp delSp modSp add mod">
        <pc:chgData name="Wilmer Ortega Erazo" userId="19082e28a51afb61" providerId="LiveId" clId="{30D428CD-1BB2-4A03-8594-A68FE992CDE1}" dt="2023-08-30T04:01:17.119" v="442" actId="790"/>
        <pc:sldMkLst>
          <pc:docMk/>
          <pc:sldMk cId="3695693587" sldId="283"/>
        </pc:sldMkLst>
        <pc:spChg chg="add del mod">
          <ac:chgData name="Wilmer Ortega Erazo" userId="19082e28a51afb61" providerId="LiveId" clId="{30D428CD-1BB2-4A03-8594-A68FE992CDE1}" dt="2023-08-30T04:00:40.715" v="437"/>
          <ac:spMkLst>
            <pc:docMk/>
            <pc:sldMk cId="3695693587" sldId="283"/>
            <ac:spMk id="3" creationId="{D333130E-80F8-C15A-A456-4F513BD20571}"/>
          </ac:spMkLst>
        </pc:spChg>
        <pc:spChg chg="add del mod">
          <ac:chgData name="Wilmer Ortega Erazo" userId="19082e28a51afb61" providerId="LiveId" clId="{30D428CD-1BB2-4A03-8594-A68FE992CDE1}" dt="2023-08-30T04:01:17.119" v="442" actId="790"/>
          <ac:spMkLst>
            <pc:docMk/>
            <pc:sldMk cId="3695693587" sldId="283"/>
            <ac:spMk id="4" creationId="{A29C0834-3DBC-9FB3-0E0A-F77D599198EB}"/>
          </ac:spMkLst>
        </pc:spChg>
        <pc:spChg chg="add mod">
          <ac:chgData name="Wilmer Ortega Erazo" userId="19082e28a51afb61" providerId="LiveId" clId="{30D428CD-1BB2-4A03-8594-A68FE992CDE1}" dt="2023-08-30T04:01:03.142" v="441" actId="1076"/>
          <ac:spMkLst>
            <pc:docMk/>
            <pc:sldMk cId="3695693587" sldId="283"/>
            <ac:spMk id="5" creationId="{664A33A1-7BC4-E8D8-68CB-012EDB19FDD6}"/>
          </ac:spMkLst>
        </pc:spChg>
        <pc:spChg chg="add mod">
          <ac:chgData name="Wilmer Ortega Erazo" userId="19082e28a51afb61" providerId="LiveId" clId="{30D428CD-1BB2-4A03-8594-A68FE992CDE1}" dt="2023-08-30T04:01:03.142" v="441" actId="1076"/>
          <ac:spMkLst>
            <pc:docMk/>
            <pc:sldMk cId="3695693587" sldId="283"/>
            <ac:spMk id="7" creationId="{241C96D0-EE3D-1EA5-CD15-96AF39C79B6B}"/>
          </ac:spMkLst>
        </pc:spChg>
        <pc:spChg chg="add mod">
          <ac:chgData name="Wilmer Ortega Erazo" userId="19082e28a51afb61" providerId="LiveId" clId="{30D428CD-1BB2-4A03-8594-A68FE992CDE1}" dt="2023-08-30T04:01:03.142" v="441" actId="1076"/>
          <ac:spMkLst>
            <pc:docMk/>
            <pc:sldMk cId="3695693587" sldId="283"/>
            <ac:spMk id="8" creationId="{A9B3BF70-1CF8-8C1A-493E-84E35203CF9F}"/>
          </ac:spMkLst>
        </pc:spChg>
        <pc:spChg chg="add mod">
          <ac:chgData name="Wilmer Ortega Erazo" userId="19082e28a51afb61" providerId="LiveId" clId="{30D428CD-1BB2-4A03-8594-A68FE992CDE1}" dt="2023-08-30T04:01:03.142" v="441" actId="1076"/>
          <ac:spMkLst>
            <pc:docMk/>
            <pc:sldMk cId="3695693587" sldId="283"/>
            <ac:spMk id="9" creationId="{18E65B8E-EFB6-1FD0-DDFE-A59E5A59FF4E}"/>
          </ac:spMkLst>
        </pc:spChg>
        <pc:spChg chg="add mod">
          <ac:chgData name="Wilmer Ortega Erazo" userId="19082e28a51afb61" providerId="LiveId" clId="{30D428CD-1BB2-4A03-8594-A68FE992CDE1}" dt="2023-08-30T04:01:03.142" v="441" actId="1076"/>
          <ac:spMkLst>
            <pc:docMk/>
            <pc:sldMk cId="3695693587" sldId="283"/>
            <ac:spMk id="10" creationId="{0A560B24-9939-E398-FE66-6556D0A447A4}"/>
          </ac:spMkLst>
        </pc:spChg>
        <pc:spChg chg="add mod">
          <ac:chgData name="Wilmer Ortega Erazo" userId="19082e28a51afb61" providerId="LiveId" clId="{30D428CD-1BB2-4A03-8594-A68FE992CDE1}" dt="2023-08-30T04:01:03.142" v="441" actId="1076"/>
          <ac:spMkLst>
            <pc:docMk/>
            <pc:sldMk cId="3695693587" sldId="283"/>
            <ac:spMk id="11" creationId="{6A0DE3E2-0B67-2208-3C66-192F1F987B66}"/>
          </ac:spMkLst>
        </pc:spChg>
        <pc:spChg chg="add mod">
          <ac:chgData name="Wilmer Ortega Erazo" userId="19082e28a51afb61" providerId="LiveId" clId="{30D428CD-1BB2-4A03-8594-A68FE992CDE1}" dt="2023-08-30T04:01:03.142" v="441" actId="1076"/>
          <ac:spMkLst>
            <pc:docMk/>
            <pc:sldMk cId="3695693587" sldId="283"/>
            <ac:spMk id="12" creationId="{141ABDBD-90AD-F125-E058-1349ECF02B09}"/>
          </ac:spMkLst>
        </pc:spChg>
        <pc:spChg chg="add mod">
          <ac:chgData name="Wilmer Ortega Erazo" userId="19082e28a51afb61" providerId="LiveId" clId="{30D428CD-1BB2-4A03-8594-A68FE992CDE1}" dt="2023-08-30T04:01:03.142" v="441" actId="1076"/>
          <ac:spMkLst>
            <pc:docMk/>
            <pc:sldMk cId="3695693587" sldId="283"/>
            <ac:spMk id="13" creationId="{126875E6-BF81-4AC1-85B4-EE796DD168A2}"/>
          </ac:spMkLst>
        </pc:spChg>
        <pc:spChg chg="add mod">
          <ac:chgData name="Wilmer Ortega Erazo" userId="19082e28a51afb61" providerId="LiveId" clId="{30D428CD-1BB2-4A03-8594-A68FE992CDE1}" dt="2023-08-30T04:01:03.142" v="441" actId="1076"/>
          <ac:spMkLst>
            <pc:docMk/>
            <pc:sldMk cId="3695693587" sldId="283"/>
            <ac:spMk id="14" creationId="{4BA55493-2063-5D75-2C3B-F09B10846FDD}"/>
          </ac:spMkLst>
        </pc:spChg>
        <pc:spChg chg="add mod">
          <ac:chgData name="Wilmer Ortega Erazo" userId="19082e28a51afb61" providerId="LiveId" clId="{30D428CD-1BB2-4A03-8594-A68FE992CDE1}" dt="2023-08-30T04:01:03.142" v="441" actId="1076"/>
          <ac:spMkLst>
            <pc:docMk/>
            <pc:sldMk cId="3695693587" sldId="283"/>
            <ac:spMk id="15" creationId="{5BC1A23C-7110-EC74-51AA-062A04A52E28}"/>
          </ac:spMkLst>
        </pc:spChg>
        <pc:spChg chg="add mod">
          <ac:chgData name="Wilmer Ortega Erazo" userId="19082e28a51afb61" providerId="LiveId" clId="{30D428CD-1BB2-4A03-8594-A68FE992CDE1}" dt="2023-08-30T04:01:03.142" v="441" actId="1076"/>
          <ac:spMkLst>
            <pc:docMk/>
            <pc:sldMk cId="3695693587" sldId="283"/>
            <ac:spMk id="16" creationId="{4C4BD135-84DB-87BC-D39D-3BF228D3C139}"/>
          </ac:spMkLst>
        </pc:spChg>
        <pc:spChg chg="add mod">
          <ac:chgData name="Wilmer Ortega Erazo" userId="19082e28a51afb61" providerId="LiveId" clId="{30D428CD-1BB2-4A03-8594-A68FE992CDE1}" dt="2023-08-30T04:01:03.142" v="441" actId="1076"/>
          <ac:spMkLst>
            <pc:docMk/>
            <pc:sldMk cId="3695693587" sldId="283"/>
            <ac:spMk id="17" creationId="{A3CFBD95-4277-3C2E-81B7-7A42BCD4D76A}"/>
          </ac:spMkLst>
        </pc:spChg>
        <pc:spChg chg="add mod">
          <ac:chgData name="Wilmer Ortega Erazo" userId="19082e28a51afb61" providerId="LiveId" clId="{30D428CD-1BB2-4A03-8594-A68FE992CDE1}" dt="2023-08-30T04:01:03.142" v="441" actId="1076"/>
          <ac:spMkLst>
            <pc:docMk/>
            <pc:sldMk cId="3695693587" sldId="283"/>
            <ac:spMk id="18" creationId="{FAD182F9-E330-FAE0-BBC6-91CE9B20362A}"/>
          </ac:spMkLst>
        </pc:spChg>
        <pc:spChg chg="add mod">
          <ac:chgData name="Wilmer Ortega Erazo" userId="19082e28a51afb61" providerId="LiveId" clId="{30D428CD-1BB2-4A03-8594-A68FE992CDE1}" dt="2023-08-30T04:01:03.142" v="441" actId="1076"/>
          <ac:spMkLst>
            <pc:docMk/>
            <pc:sldMk cId="3695693587" sldId="283"/>
            <ac:spMk id="19" creationId="{89C933E0-B721-A65C-C2D0-2F5F5F83D495}"/>
          </ac:spMkLst>
        </pc:spChg>
        <pc:spChg chg="add mod">
          <ac:chgData name="Wilmer Ortega Erazo" userId="19082e28a51afb61" providerId="LiveId" clId="{30D428CD-1BB2-4A03-8594-A68FE992CDE1}" dt="2023-08-30T04:01:03.142" v="441" actId="1076"/>
          <ac:spMkLst>
            <pc:docMk/>
            <pc:sldMk cId="3695693587" sldId="283"/>
            <ac:spMk id="20" creationId="{CD1D0C92-1155-34DF-C2D6-D213B033EDBB}"/>
          </ac:spMkLst>
        </pc:spChg>
        <pc:spChg chg="add mod">
          <ac:chgData name="Wilmer Ortega Erazo" userId="19082e28a51afb61" providerId="LiveId" clId="{30D428CD-1BB2-4A03-8594-A68FE992CDE1}" dt="2023-08-30T04:01:03.142" v="441" actId="1076"/>
          <ac:spMkLst>
            <pc:docMk/>
            <pc:sldMk cId="3695693587" sldId="283"/>
            <ac:spMk id="21" creationId="{DF5C639A-60BC-8D06-C792-F48414D2EAEB}"/>
          </ac:spMkLst>
        </pc:spChg>
        <pc:spChg chg="add mod">
          <ac:chgData name="Wilmer Ortega Erazo" userId="19082e28a51afb61" providerId="LiveId" clId="{30D428CD-1BB2-4A03-8594-A68FE992CDE1}" dt="2023-08-30T04:01:03.142" v="441" actId="1076"/>
          <ac:spMkLst>
            <pc:docMk/>
            <pc:sldMk cId="3695693587" sldId="283"/>
            <ac:spMk id="22" creationId="{CD23B223-67D2-36DA-ABCE-F32237613A89}"/>
          </ac:spMkLst>
        </pc:spChg>
      </pc:sldChg>
      <pc:sldChg chg="addSp delSp modSp add mod">
        <pc:chgData name="Wilmer Ortega Erazo" userId="19082e28a51afb61" providerId="LiveId" clId="{30D428CD-1BB2-4A03-8594-A68FE992CDE1}" dt="2023-08-30T04:02:48.400" v="457" actId="1076"/>
        <pc:sldMkLst>
          <pc:docMk/>
          <pc:sldMk cId="1597497913" sldId="284"/>
        </pc:sldMkLst>
        <pc:spChg chg="add del mod">
          <ac:chgData name="Wilmer Ortega Erazo" userId="19082e28a51afb61" providerId="LiveId" clId="{30D428CD-1BB2-4A03-8594-A68FE992CDE1}" dt="2023-08-30T04:01:52.036" v="446"/>
          <ac:spMkLst>
            <pc:docMk/>
            <pc:sldMk cId="1597497913" sldId="284"/>
            <ac:spMk id="3" creationId="{BB24582E-EE7F-417C-FCF1-0EC86CA52670}"/>
          </ac:spMkLst>
        </pc:spChg>
        <pc:spChg chg="mod">
          <ac:chgData name="Wilmer Ortega Erazo" userId="19082e28a51afb61" providerId="LiveId" clId="{30D428CD-1BB2-4A03-8594-A68FE992CDE1}" dt="2023-08-30T04:01:41.475" v="444" actId="20577"/>
          <ac:spMkLst>
            <pc:docMk/>
            <pc:sldMk cId="1597497913" sldId="284"/>
            <ac:spMk id="4" creationId="{A29C0834-3DBC-9FB3-0E0A-F77D599198EB}"/>
          </ac:spMkLst>
        </pc:spChg>
        <pc:spChg chg="del">
          <ac:chgData name="Wilmer Ortega Erazo" userId="19082e28a51afb61" providerId="LiveId" clId="{30D428CD-1BB2-4A03-8594-A68FE992CDE1}" dt="2023-08-30T04:01:52.981" v="447" actId="478"/>
          <ac:spMkLst>
            <pc:docMk/>
            <pc:sldMk cId="1597497913" sldId="284"/>
            <ac:spMk id="5" creationId="{664A33A1-7BC4-E8D8-68CB-012EDB19FDD6}"/>
          </ac:spMkLst>
        </pc:spChg>
        <pc:spChg chg="del">
          <ac:chgData name="Wilmer Ortega Erazo" userId="19082e28a51afb61" providerId="LiveId" clId="{30D428CD-1BB2-4A03-8594-A68FE992CDE1}" dt="2023-08-30T04:01:52.981" v="447" actId="478"/>
          <ac:spMkLst>
            <pc:docMk/>
            <pc:sldMk cId="1597497913" sldId="284"/>
            <ac:spMk id="7" creationId="{241C96D0-EE3D-1EA5-CD15-96AF39C79B6B}"/>
          </ac:spMkLst>
        </pc:spChg>
        <pc:spChg chg="del">
          <ac:chgData name="Wilmer Ortega Erazo" userId="19082e28a51afb61" providerId="LiveId" clId="{30D428CD-1BB2-4A03-8594-A68FE992CDE1}" dt="2023-08-30T04:01:52.981" v="447" actId="478"/>
          <ac:spMkLst>
            <pc:docMk/>
            <pc:sldMk cId="1597497913" sldId="284"/>
            <ac:spMk id="8" creationId="{A9B3BF70-1CF8-8C1A-493E-84E35203CF9F}"/>
          </ac:spMkLst>
        </pc:spChg>
        <pc:spChg chg="del">
          <ac:chgData name="Wilmer Ortega Erazo" userId="19082e28a51afb61" providerId="LiveId" clId="{30D428CD-1BB2-4A03-8594-A68FE992CDE1}" dt="2023-08-30T04:01:52.981" v="447" actId="478"/>
          <ac:spMkLst>
            <pc:docMk/>
            <pc:sldMk cId="1597497913" sldId="284"/>
            <ac:spMk id="9" creationId="{18E65B8E-EFB6-1FD0-DDFE-A59E5A59FF4E}"/>
          </ac:spMkLst>
        </pc:spChg>
        <pc:spChg chg="del">
          <ac:chgData name="Wilmer Ortega Erazo" userId="19082e28a51afb61" providerId="LiveId" clId="{30D428CD-1BB2-4A03-8594-A68FE992CDE1}" dt="2023-08-30T04:01:52.981" v="447" actId="478"/>
          <ac:spMkLst>
            <pc:docMk/>
            <pc:sldMk cId="1597497913" sldId="284"/>
            <ac:spMk id="10" creationId="{0A560B24-9939-E398-FE66-6556D0A447A4}"/>
          </ac:spMkLst>
        </pc:spChg>
        <pc:spChg chg="del">
          <ac:chgData name="Wilmer Ortega Erazo" userId="19082e28a51afb61" providerId="LiveId" clId="{30D428CD-1BB2-4A03-8594-A68FE992CDE1}" dt="2023-08-30T04:01:52.981" v="447" actId="478"/>
          <ac:spMkLst>
            <pc:docMk/>
            <pc:sldMk cId="1597497913" sldId="284"/>
            <ac:spMk id="11" creationId="{6A0DE3E2-0B67-2208-3C66-192F1F987B66}"/>
          </ac:spMkLst>
        </pc:spChg>
        <pc:spChg chg="del">
          <ac:chgData name="Wilmer Ortega Erazo" userId="19082e28a51afb61" providerId="LiveId" clId="{30D428CD-1BB2-4A03-8594-A68FE992CDE1}" dt="2023-08-30T04:01:52.981" v="447" actId="478"/>
          <ac:spMkLst>
            <pc:docMk/>
            <pc:sldMk cId="1597497913" sldId="284"/>
            <ac:spMk id="12" creationId="{141ABDBD-90AD-F125-E058-1349ECF02B09}"/>
          </ac:spMkLst>
        </pc:spChg>
        <pc:spChg chg="del">
          <ac:chgData name="Wilmer Ortega Erazo" userId="19082e28a51afb61" providerId="LiveId" clId="{30D428CD-1BB2-4A03-8594-A68FE992CDE1}" dt="2023-08-30T04:01:52.981" v="447" actId="478"/>
          <ac:spMkLst>
            <pc:docMk/>
            <pc:sldMk cId="1597497913" sldId="284"/>
            <ac:spMk id="13" creationId="{126875E6-BF81-4AC1-85B4-EE796DD168A2}"/>
          </ac:spMkLst>
        </pc:spChg>
        <pc:spChg chg="del">
          <ac:chgData name="Wilmer Ortega Erazo" userId="19082e28a51afb61" providerId="LiveId" clId="{30D428CD-1BB2-4A03-8594-A68FE992CDE1}" dt="2023-08-30T04:01:52.981" v="447" actId="478"/>
          <ac:spMkLst>
            <pc:docMk/>
            <pc:sldMk cId="1597497913" sldId="284"/>
            <ac:spMk id="14" creationId="{4BA55493-2063-5D75-2C3B-F09B10846FDD}"/>
          </ac:spMkLst>
        </pc:spChg>
        <pc:spChg chg="del">
          <ac:chgData name="Wilmer Ortega Erazo" userId="19082e28a51afb61" providerId="LiveId" clId="{30D428CD-1BB2-4A03-8594-A68FE992CDE1}" dt="2023-08-30T04:01:52.981" v="447" actId="478"/>
          <ac:spMkLst>
            <pc:docMk/>
            <pc:sldMk cId="1597497913" sldId="284"/>
            <ac:spMk id="15" creationId="{5BC1A23C-7110-EC74-51AA-062A04A52E28}"/>
          </ac:spMkLst>
        </pc:spChg>
        <pc:spChg chg="del">
          <ac:chgData name="Wilmer Ortega Erazo" userId="19082e28a51afb61" providerId="LiveId" clId="{30D428CD-1BB2-4A03-8594-A68FE992CDE1}" dt="2023-08-30T04:01:52.981" v="447" actId="478"/>
          <ac:spMkLst>
            <pc:docMk/>
            <pc:sldMk cId="1597497913" sldId="284"/>
            <ac:spMk id="16" creationId="{4C4BD135-84DB-87BC-D39D-3BF228D3C139}"/>
          </ac:spMkLst>
        </pc:spChg>
        <pc:spChg chg="del">
          <ac:chgData name="Wilmer Ortega Erazo" userId="19082e28a51afb61" providerId="LiveId" clId="{30D428CD-1BB2-4A03-8594-A68FE992CDE1}" dt="2023-08-30T04:01:52.981" v="447" actId="478"/>
          <ac:spMkLst>
            <pc:docMk/>
            <pc:sldMk cId="1597497913" sldId="284"/>
            <ac:spMk id="17" creationId="{A3CFBD95-4277-3C2E-81B7-7A42BCD4D76A}"/>
          </ac:spMkLst>
        </pc:spChg>
        <pc:spChg chg="del">
          <ac:chgData name="Wilmer Ortega Erazo" userId="19082e28a51afb61" providerId="LiveId" clId="{30D428CD-1BB2-4A03-8594-A68FE992CDE1}" dt="2023-08-30T04:01:52.981" v="447" actId="478"/>
          <ac:spMkLst>
            <pc:docMk/>
            <pc:sldMk cId="1597497913" sldId="284"/>
            <ac:spMk id="18" creationId="{FAD182F9-E330-FAE0-BBC6-91CE9B20362A}"/>
          </ac:spMkLst>
        </pc:spChg>
        <pc:spChg chg="del">
          <ac:chgData name="Wilmer Ortega Erazo" userId="19082e28a51afb61" providerId="LiveId" clId="{30D428CD-1BB2-4A03-8594-A68FE992CDE1}" dt="2023-08-30T04:01:52.981" v="447" actId="478"/>
          <ac:spMkLst>
            <pc:docMk/>
            <pc:sldMk cId="1597497913" sldId="284"/>
            <ac:spMk id="19" creationId="{89C933E0-B721-A65C-C2D0-2F5F5F83D495}"/>
          </ac:spMkLst>
        </pc:spChg>
        <pc:spChg chg="del">
          <ac:chgData name="Wilmer Ortega Erazo" userId="19082e28a51afb61" providerId="LiveId" clId="{30D428CD-1BB2-4A03-8594-A68FE992CDE1}" dt="2023-08-30T04:01:52.981" v="447" actId="478"/>
          <ac:spMkLst>
            <pc:docMk/>
            <pc:sldMk cId="1597497913" sldId="284"/>
            <ac:spMk id="20" creationId="{CD1D0C92-1155-34DF-C2D6-D213B033EDBB}"/>
          </ac:spMkLst>
        </pc:spChg>
        <pc:spChg chg="del">
          <ac:chgData name="Wilmer Ortega Erazo" userId="19082e28a51afb61" providerId="LiveId" clId="{30D428CD-1BB2-4A03-8594-A68FE992CDE1}" dt="2023-08-30T04:01:52.981" v="447" actId="478"/>
          <ac:spMkLst>
            <pc:docMk/>
            <pc:sldMk cId="1597497913" sldId="284"/>
            <ac:spMk id="21" creationId="{DF5C639A-60BC-8D06-C792-F48414D2EAEB}"/>
          </ac:spMkLst>
        </pc:spChg>
        <pc:spChg chg="del">
          <ac:chgData name="Wilmer Ortega Erazo" userId="19082e28a51afb61" providerId="LiveId" clId="{30D428CD-1BB2-4A03-8594-A68FE992CDE1}" dt="2023-08-30T04:01:52.981" v="447" actId="478"/>
          <ac:spMkLst>
            <pc:docMk/>
            <pc:sldMk cId="1597497913" sldId="284"/>
            <ac:spMk id="22" creationId="{CD23B223-67D2-36DA-ABCE-F32237613A89}"/>
          </ac:spMkLst>
        </pc:spChg>
        <pc:spChg chg="add del mod">
          <ac:chgData name="Wilmer Ortega Erazo" userId="19082e28a51afb61" providerId="LiveId" clId="{30D428CD-1BB2-4A03-8594-A68FE992CDE1}" dt="2023-08-30T04:01:52.036" v="446"/>
          <ac:spMkLst>
            <pc:docMk/>
            <pc:sldMk cId="1597497913" sldId="284"/>
            <ac:spMk id="23" creationId="{CC9E3556-2258-6BC8-5715-003149B1EC66}"/>
          </ac:spMkLst>
        </pc:spChg>
        <pc:spChg chg="add del mod">
          <ac:chgData name="Wilmer Ortega Erazo" userId="19082e28a51afb61" providerId="LiveId" clId="{30D428CD-1BB2-4A03-8594-A68FE992CDE1}" dt="2023-08-30T04:01:52.036" v="446"/>
          <ac:spMkLst>
            <pc:docMk/>
            <pc:sldMk cId="1597497913" sldId="284"/>
            <ac:spMk id="24" creationId="{186D4EDC-EB40-9A8D-A8D6-17710D725DED}"/>
          </ac:spMkLst>
        </pc:spChg>
        <pc:spChg chg="add del mod">
          <ac:chgData name="Wilmer Ortega Erazo" userId="19082e28a51afb61" providerId="LiveId" clId="{30D428CD-1BB2-4A03-8594-A68FE992CDE1}" dt="2023-08-30T04:01:52.036" v="446"/>
          <ac:spMkLst>
            <pc:docMk/>
            <pc:sldMk cId="1597497913" sldId="284"/>
            <ac:spMk id="25" creationId="{A8E731F7-0FA7-8878-EBC5-50CC8EC97CDD}"/>
          </ac:spMkLst>
        </pc:spChg>
        <pc:spChg chg="add del mod">
          <ac:chgData name="Wilmer Ortega Erazo" userId="19082e28a51afb61" providerId="LiveId" clId="{30D428CD-1BB2-4A03-8594-A68FE992CDE1}" dt="2023-08-30T04:01:52.036" v="446"/>
          <ac:spMkLst>
            <pc:docMk/>
            <pc:sldMk cId="1597497913" sldId="284"/>
            <ac:spMk id="26" creationId="{81ABFF46-86D9-E3CC-3C03-7989F6836D9A}"/>
          </ac:spMkLst>
        </pc:spChg>
        <pc:spChg chg="add del mod">
          <ac:chgData name="Wilmer Ortega Erazo" userId="19082e28a51afb61" providerId="LiveId" clId="{30D428CD-1BB2-4A03-8594-A68FE992CDE1}" dt="2023-08-30T04:01:52.036" v="446"/>
          <ac:spMkLst>
            <pc:docMk/>
            <pc:sldMk cId="1597497913" sldId="284"/>
            <ac:spMk id="27" creationId="{3551E81A-A1D8-E279-08C1-873FD82C0277}"/>
          </ac:spMkLst>
        </pc:spChg>
        <pc:spChg chg="add del mod">
          <ac:chgData name="Wilmer Ortega Erazo" userId="19082e28a51afb61" providerId="LiveId" clId="{30D428CD-1BB2-4A03-8594-A68FE992CDE1}" dt="2023-08-30T04:01:52.036" v="446"/>
          <ac:spMkLst>
            <pc:docMk/>
            <pc:sldMk cId="1597497913" sldId="284"/>
            <ac:spMk id="28" creationId="{72424965-71A2-E638-0224-7E5EF7E02A69}"/>
          </ac:spMkLst>
        </pc:spChg>
        <pc:spChg chg="add del mod">
          <ac:chgData name="Wilmer Ortega Erazo" userId="19082e28a51afb61" providerId="LiveId" clId="{30D428CD-1BB2-4A03-8594-A68FE992CDE1}" dt="2023-08-30T04:01:52.036" v="446"/>
          <ac:spMkLst>
            <pc:docMk/>
            <pc:sldMk cId="1597497913" sldId="284"/>
            <ac:spMk id="29" creationId="{091A5FE6-9567-0C8B-4887-D2043B1FC478}"/>
          </ac:spMkLst>
        </pc:spChg>
        <pc:spChg chg="add del mod">
          <ac:chgData name="Wilmer Ortega Erazo" userId="19082e28a51afb61" providerId="LiveId" clId="{30D428CD-1BB2-4A03-8594-A68FE992CDE1}" dt="2023-08-30T04:01:52.036" v="446"/>
          <ac:spMkLst>
            <pc:docMk/>
            <pc:sldMk cId="1597497913" sldId="284"/>
            <ac:spMk id="30" creationId="{560ACDE5-E17F-F493-3398-C12E34C2B44A}"/>
          </ac:spMkLst>
        </pc:spChg>
        <pc:spChg chg="add del mod">
          <ac:chgData name="Wilmer Ortega Erazo" userId="19082e28a51afb61" providerId="LiveId" clId="{30D428CD-1BB2-4A03-8594-A68FE992CDE1}" dt="2023-08-30T04:01:52.036" v="446"/>
          <ac:spMkLst>
            <pc:docMk/>
            <pc:sldMk cId="1597497913" sldId="284"/>
            <ac:spMk id="31" creationId="{7BFC6574-4FFD-3F18-0BFC-0CA00C2EF110}"/>
          </ac:spMkLst>
        </pc:spChg>
        <pc:spChg chg="add del mod">
          <ac:chgData name="Wilmer Ortega Erazo" userId="19082e28a51afb61" providerId="LiveId" clId="{30D428CD-1BB2-4A03-8594-A68FE992CDE1}" dt="2023-08-30T04:01:52.036" v="446"/>
          <ac:spMkLst>
            <pc:docMk/>
            <pc:sldMk cId="1597497913" sldId="284"/>
            <ac:spMk id="32" creationId="{081C74EC-E45C-D294-0E10-27D939CDEA45}"/>
          </ac:spMkLst>
        </pc:spChg>
        <pc:spChg chg="add del mod">
          <ac:chgData name="Wilmer Ortega Erazo" userId="19082e28a51afb61" providerId="LiveId" clId="{30D428CD-1BB2-4A03-8594-A68FE992CDE1}" dt="2023-08-30T04:01:52.036" v="446"/>
          <ac:spMkLst>
            <pc:docMk/>
            <pc:sldMk cId="1597497913" sldId="284"/>
            <ac:spMk id="33" creationId="{1D217F4D-8FD2-2BA8-AA36-3A601068707D}"/>
          </ac:spMkLst>
        </pc:spChg>
        <pc:spChg chg="add del mod">
          <ac:chgData name="Wilmer Ortega Erazo" userId="19082e28a51afb61" providerId="LiveId" clId="{30D428CD-1BB2-4A03-8594-A68FE992CDE1}" dt="2023-08-30T04:01:52.036" v="446"/>
          <ac:spMkLst>
            <pc:docMk/>
            <pc:sldMk cId="1597497913" sldId="284"/>
            <ac:spMk id="34" creationId="{6CAFF339-B86A-DD36-7B34-437B4DABED4E}"/>
          </ac:spMkLst>
        </pc:spChg>
        <pc:spChg chg="add del mod">
          <ac:chgData name="Wilmer Ortega Erazo" userId="19082e28a51afb61" providerId="LiveId" clId="{30D428CD-1BB2-4A03-8594-A68FE992CDE1}" dt="2023-08-30T04:01:52.036" v="446"/>
          <ac:spMkLst>
            <pc:docMk/>
            <pc:sldMk cId="1597497913" sldId="284"/>
            <ac:spMk id="35" creationId="{F6023F35-371F-4445-6DA7-9B7EDED414E6}"/>
          </ac:spMkLst>
        </pc:spChg>
        <pc:spChg chg="add del mod">
          <ac:chgData name="Wilmer Ortega Erazo" userId="19082e28a51afb61" providerId="LiveId" clId="{30D428CD-1BB2-4A03-8594-A68FE992CDE1}" dt="2023-08-30T04:01:52.036" v="446"/>
          <ac:spMkLst>
            <pc:docMk/>
            <pc:sldMk cId="1597497913" sldId="284"/>
            <ac:spMk id="36" creationId="{DFC45270-6BA8-64B2-3907-12ED2A9A9665}"/>
          </ac:spMkLst>
        </pc:spChg>
        <pc:spChg chg="add del mod">
          <ac:chgData name="Wilmer Ortega Erazo" userId="19082e28a51afb61" providerId="LiveId" clId="{30D428CD-1BB2-4A03-8594-A68FE992CDE1}" dt="2023-08-30T04:01:52.036" v="446"/>
          <ac:spMkLst>
            <pc:docMk/>
            <pc:sldMk cId="1597497913" sldId="284"/>
            <ac:spMk id="37" creationId="{4DA3C105-AD19-A9FD-DD5E-17949884AB20}"/>
          </ac:spMkLst>
        </pc:spChg>
        <pc:spChg chg="add del mod">
          <ac:chgData name="Wilmer Ortega Erazo" userId="19082e28a51afb61" providerId="LiveId" clId="{30D428CD-1BB2-4A03-8594-A68FE992CDE1}" dt="2023-08-30T04:01:52.036" v="446"/>
          <ac:spMkLst>
            <pc:docMk/>
            <pc:sldMk cId="1597497913" sldId="284"/>
            <ac:spMk id="38" creationId="{44F7E5BA-46AF-CBB5-8580-3CDB89566933}"/>
          </ac:spMkLst>
        </pc:spChg>
        <pc:spChg chg="add mod">
          <ac:chgData name="Wilmer Ortega Erazo" userId="19082e28a51afb61" providerId="LiveId" clId="{30D428CD-1BB2-4A03-8594-A68FE992CDE1}" dt="2023-08-30T04:02:48.400" v="457" actId="1076"/>
          <ac:spMkLst>
            <pc:docMk/>
            <pc:sldMk cId="1597497913" sldId="284"/>
            <ac:spMk id="39" creationId="{EF870813-D6B0-03F4-C69E-6F4261435D17}"/>
          </ac:spMkLst>
        </pc:spChg>
        <pc:spChg chg="add mod">
          <ac:chgData name="Wilmer Ortega Erazo" userId="19082e28a51afb61" providerId="LiveId" clId="{30D428CD-1BB2-4A03-8594-A68FE992CDE1}" dt="2023-08-30T04:02:48.400" v="457" actId="1076"/>
          <ac:spMkLst>
            <pc:docMk/>
            <pc:sldMk cId="1597497913" sldId="284"/>
            <ac:spMk id="40" creationId="{F16AC23C-D4F6-40EA-64A3-5DAEEEBE3B6B}"/>
          </ac:spMkLst>
        </pc:spChg>
        <pc:spChg chg="add mod">
          <ac:chgData name="Wilmer Ortega Erazo" userId="19082e28a51afb61" providerId="LiveId" clId="{30D428CD-1BB2-4A03-8594-A68FE992CDE1}" dt="2023-08-30T04:02:48.400" v="457" actId="1076"/>
          <ac:spMkLst>
            <pc:docMk/>
            <pc:sldMk cId="1597497913" sldId="284"/>
            <ac:spMk id="41" creationId="{7CFF3B00-BACE-BA04-7B57-C6AFDFF6FB21}"/>
          </ac:spMkLst>
        </pc:spChg>
        <pc:spChg chg="add mod">
          <ac:chgData name="Wilmer Ortega Erazo" userId="19082e28a51afb61" providerId="LiveId" clId="{30D428CD-1BB2-4A03-8594-A68FE992CDE1}" dt="2023-08-30T04:02:48.400" v="457" actId="1076"/>
          <ac:spMkLst>
            <pc:docMk/>
            <pc:sldMk cId="1597497913" sldId="284"/>
            <ac:spMk id="42" creationId="{9EA8C80A-BA7D-35CE-91DA-52474F0082E5}"/>
          </ac:spMkLst>
        </pc:spChg>
        <pc:spChg chg="add mod">
          <ac:chgData name="Wilmer Ortega Erazo" userId="19082e28a51afb61" providerId="LiveId" clId="{30D428CD-1BB2-4A03-8594-A68FE992CDE1}" dt="2023-08-30T04:02:48.400" v="457" actId="1076"/>
          <ac:spMkLst>
            <pc:docMk/>
            <pc:sldMk cId="1597497913" sldId="284"/>
            <ac:spMk id="43" creationId="{24CE153D-466C-32E0-09DD-2A1687B82FC5}"/>
          </ac:spMkLst>
        </pc:spChg>
        <pc:spChg chg="add mod">
          <ac:chgData name="Wilmer Ortega Erazo" userId="19082e28a51afb61" providerId="LiveId" clId="{30D428CD-1BB2-4A03-8594-A68FE992CDE1}" dt="2023-08-30T04:02:48.400" v="457" actId="1076"/>
          <ac:spMkLst>
            <pc:docMk/>
            <pc:sldMk cId="1597497913" sldId="284"/>
            <ac:spMk id="44" creationId="{4DA0B870-5E68-32D7-AF99-50075CFC2550}"/>
          </ac:spMkLst>
        </pc:spChg>
        <pc:spChg chg="add mod">
          <ac:chgData name="Wilmer Ortega Erazo" userId="19082e28a51afb61" providerId="LiveId" clId="{30D428CD-1BB2-4A03-8594-A68FE992CDE1}" dt="2023-08-30T04:02:48.400" v="457" actId="1076"/>
          <ac:spMkLst>
            <pc:docMk/>
            <pc:sldMk cId="1597497913" sldId="284"/>
            <ac:spMk id="45" creationId="{E0D6D58E-E2BE-707B-4BDB-DDE406FCDED2}"/>
          </ac:spMkLst>
        </pc:spChg>
        <pc:spChg chg="add mod">
          <ac:chgData name="Wilmer Ortega Erazo" userId="19082e28a51afb61" providerId="LiveId" clId="{30D428CD-1BB2-4A03-8594-A68FE992CDE1}" dt="2023-08-30T04:02:48.400" v="457" actId="1076"/>
          <ac:spMkLst>
            <pc:docMk/>
            <pc:sldMk cId="1597497913" sldId="284"/>
            <ac:spMk id="46" creationId="{0545D561-1805-B602-BE73-43124E73B06C}"/>
          </ac:spMkLst>
        </pc:spChg>
        <pc:spChg chg="add mod">
          <ac:chgData name="Wilmer Ortega Erazo" userId="19082e28a51afb61" providerId="LiveId" clId="{30D428CD-1BB2-4A03-8594-A68FE992CDE1}" dt="2023-08-30T04:02:48.400" v="457" actId="1076"/>
          <ac:spMkLst>
            <pc:docMk/>
            <pc:sldMk cId="1597497913" sldId="284"/>
            <ac:spMk id="47" creationId="{0A14B82A-5EE6-DA49-96DE-8012257DC49C}"/>
          </ac:spMkLst>
        </pc:spChg>
        <pc:spChg chg="add mod">
          <ac:chgData name="Wilmer Ortega Erazo" userId="19082e28a51afb61" providerId="LiveId" clId="{30D428CD-1BB2-4A03-8594-A68FE992CDE1}" dt="2023-08-30T04:02:48.400" v="457" actId="1076"/>
          <ac:spMkLst>
            <pc:docMk/>
            <pc:sldMk cId="1597497913" sldId="284"/>
            <ac:spMk id="48" creationId="{E60AE4FB-A29F-EF87-B504-27AAC6127784}"/>
          </ac:spMkLst>
        </pc:spChg>
        <pc:spChg chg="add mod">
          <ac:chgData name="Wilmer Ortega Erazo" userId="19082e28a51afb61" providerId="LiveId" clId="{30D428CD-1BB2-4A03-8594-A68FE992CDE1}" dt="2023-08-30T04:02:48.400" v="457" actId="1076"/>
          <ac:spMkLst>
            <pc:docMk/>
            <pc:sldMk cId="1597497913" sldId="284"/>
            <ac:spMk id="49" creationId="{7A5027F9-4B4E-441E-1D3D-D278339C1DF7}"/>
          </ac:spMkLst>
        </pc:spChg>
        <pc:spChg chg="add mod">
          <ac:chgData name="Wilmer Ortega Erazo" userId="19082e28a51afb61" providerId="LiveId" clId="{30D428CD-1BB2-4A03-8594-A68FE992CDE1}" dt="2023-08-30T04:02:48.400" v="457" actId="1076"/>
          <ac:spMkLst>
            <pc:docMk/>
            <pc:sldMk cId="1597497913" sldId="284"/>
            <ac:spMk id="50" creationId="{34601412-6C9C-8ADB-2637-3FC1CB517EF4}"/>
          </ac:spMkLst>
        </pc:spChg>
        <pc:spChg chg="add mod">
          <ac:chgData name="Wilmer Ortega Erazo" userId="19082e28a51afb61" providerId="LiveId" clId="{30D428CD-1BB2-4A03-8594-A68FE992CDE1}" dt="2023-08-30T04:02:48.400" v="457" actId="1076"/>
          <ac:spMkLst>
            <pc:docMk/>
            <pc:sldMk cId="1597497913" sldId="284"/>
            <ac:spMk id="51" creationId="{CA5842A9-97E1-B076-DB1E-754A77CCD91B}"/>
          </ac:spMkLst>
        </pc:spChg>
        <pc:spChg chg="add mod">
          <ac:chgData name="Wilmer Ortega Erazo" userId="19082e28a51afb61" providerId="LiveId" clId="{30D428CD-1BB2-4A03-8594-A68FE992CDE1}" dt="2023-08-30T04:02:48.400" v="457" actId="1076"/>
          <ac:spMkLst>
            <pc:docMk/>
            <pc:sldMk cId="1597497913" sldId="284"/>
            <ac:spMk id="52" creationId="{DAE1D610-2E5B-7565-EF6D-FC5D6F47F0AE}"/>
          </ac:spMkLst>
        </pc:spChg>
        <pc:spChg chg="add mod">
          <ac:chgData name="Wilmer Ortega Erazo" userId="19082e28a51afb61" providerId="LiveId" clId="{30D428CD-1BB2-4A03-8594-A68FE992CDE1}" dt="2023-08-30T04:02:48.400" v="457" actId="1076"/>
          <ac:spMkLst>
            <pc:docMk/>
            <pc:sldMk cId="1597497913" sldId="284"/>
            <ac:spMk id="53" creationId="{66CD2266-86AF-55A7-1190-2D211A2D97A5}"/>
          </ac:spMkLst>
        </pc:spChg>
        <pc:spChg chg="add mod">
          <ac:chgData name="Wilmer Ortega Erazo" userId="19082e28a51afb61" providerId="LiveId" clId="{30D428CD-1BB2-4A03-8594-A68FE992CDE1}" dt="2023-08-30T04:02:48.400" v="457" actId="1076"/>
          <ac:spMkLst>
            <pc:docMk/>
            <pc:sldMk cId="1597497913" sldId="284"/>
            <ac:spMk id="54" creationId="{E1E75741-A079-9D53-31A6-11A9566E65A2}"/>
          </ac:spMkLst>
        </pc:spChg>
        <pc:spChg chg="add mod">
          <ac:chgData name="Wilmer Ortega Erazo" userId="19082e28a51afb61" providerId="LiveId" clId="{30D428CD-1BB2-4A03-8594-A68FE992CDE1}" dt="2023-08-30T04:02:48.400" v="457" actId="1076"/>
          <ac:spMkLst>
            <pc:docMk/>
            <pc:sldMk cId="1597497913" sldId="284"/>
            <ac:spMk id="55" creationId="{FE355BE8-9298-63BC-B0E7-023B3E5E703B}"/>
          </ac:spMkLst>
        </pc:spChg>
      </pc:sldChg>
      <pc:sldChg chg="addSp delSp modSp add mod">
        <pc:chgData name="Wilmer Ortega Erazo" userId="19082e28a51afb61" providerId="LiveId" clId="{30D428CD-1BB2-4A03-8594-A68FE992CDE1}" dt="2023-08-30T04:03:05.357" v="460" actId="1076"/>
        <pc:sldMkLst>
          <pc:docMk/>
          <pc:sldMk cId="1586808836" sldId="285"/>
        </pc:sldMkLst>
        <pc:spChg chg="add del mod">
          <ac:chgData name="Wilmer Ortega Erazo" userId="19082e28a51afb61" providerId="LiveId" clId="{30D428CD-1BB2-4A03-8594-A68FE992CDE1}" dt="2023-08-30T04:02:16.811" v="453"/>
          <ac:spMkLst>
            <pc:docMk/>
            <pc:sldMk cId="1586808836" sldId="285"/>
            <ac:spMk id="3" creationId="{0AF533E1-6498-1602-3632-03B27293F026}"/>
          </ac:spMkLst>
        </pc:spChg>
        <pc:spChg chg="mod">
          <ac:chgData name="Wilmer Ortega Erazo" userId="19082e28a51afb61" providerId="LiveId" clId="{30D428CD-1BB2-4A03-8594-A68FE992CDE1}" dt="2023-08-30T04:03:00.105" v="459" actId="1076"/>
          <ac:spMkLst>
            <pc:docMk/>
            <pc:sldMk cId="1586808836" sldId="285"/>
            <ac:spMk id="4" creationId="{A29C0834-3DBC-9FB3-0E0A-F77D599198EB}"/>
          </ac:spMkLst>
        </pc:spChg>
        <pc:spChg chg="add del mod">
          <ac:chgData name="Wilmer Ortega Erazo" userId="19082e28a51afb61" providerId="LiveId" clId="{30D428CD-1BB2-4A03-8594-A68FE992CDE1}" dt="2023-08-30T04:02:16.811" v="453"/>
          <ac:spMkLst>
            <pc:docMk/>
            <pc:sldMk cId="1586808836" sldId="285"/>
            <ac:spMk id="5" creationId="{EC0D735B-CEE2-450F-D598-E729822017DE}"/>
          </ac:spMkLst>
        </pc:spChg>
        <pc:spChg chg="add del mod">
          <ac:chgData name="Wilmer Ortega Erazo" userId="19082e28a51afb61" providerId="LiveId" clId="{30D428CD-1BB2-4A03-8594-A68FE992CDE1}" dt="2023-08-30T04:02:16.811" v="453"/>
          <ac:spMkLst>
            <pc:docMk/>
            <pc:sldMk cId="1586808836" sldId="285"/>
            <ac:spMk id="7" creationId="{86EEEF2E-25D1-8CA5-593D-40C5379EE3D2}"/>
          </ac:spMkLst>
        </pc:spChg>
        <pc:spChg chg="add del mod">
          <ac:chgData name="Wilmer Ortega Erazo" userId="19082e28a51afb61" providerId="LiveId" clId="{30D428CD-1BB2-4A03-8594-A68FE992CDE1}" dt="2023-08-30T04:02:16.811" v="453"/>
          <ac:spMkLst>
            <pc:docMk/>
            <pc:sldMk cId="1586808836" sldId="285"/>
            <ac:spMk id="8" creationId="{3C7BAB5A-2580-B3ED-E75F-3C56E5D16D62}"/>
          </ac:spMkLst>
        </pc:spChg>
        <pc:spChg chg="add del mod">
          <ac:chgData name="Wilmer Ortega Erazo" userId="19082e28a51afb61" providerId="LiveId" clId="{30D428CD-1BB2-4A03-8594-A68FE992CDE1}" dt="2023-08-30T04:02:16.811" v="453"/>
          <ac:spMkLst>
            <pc:docMk/>
            <pc:sldMk cId="1586808836" sldId="285"/>
            <ac:spMk id="9" creationId="{B2BEBA54-C35C-6118-E352-4966BFB6567F}"/>
          </ac:spMkLst>
        </pc:spChg>
        <pc:spChg chg="add del mod">
          <ac:chgData name="Wilmer Ortega Erazo" userId="19082e28a51afb61" providerId="LiveId" clId="{30D428CD-1BB2-4A03-8594-A68FE992CDE1}" dt="2023-08-30T04:02:16.811" v="453"/>
          <ac:spMkLst>
            <pc:docMk/>
            <pc:sldMk cId="1586808836" sldId="285"/>
            <ac:spMk id="10" creationId="{6AC3755D-4647-93CA-40A2-7D770BCDF0E6}"/>
          </ac:spMkLst>
        </pc:spChg>
        <pc:spChg chg="add del mod">
          <ac:chgData name="Wilmer Ortega Erazo" userId="19082e28a51afb61" providerId="LiveId" clId="{30D428CD-1BB2-4A03-8594-A68FE992CDE1}" dt="2023-08-30T04:02:16.811" v="453"/>
          <ac:spMkLst>
            <pc:docMk/>
            <pc:sldMk cId="1586808836" sldId="285"/>
            <ac:spMk id="11" creationId="{9D4019FE-4A56-F7D0-31BF-681C181B96B9}"/>
          </ac:spMkLst>
        </pc:spChg>
        <pc:spChg chg="add del mod">
          <ac:chgData name="Wilmer Ortega Erazo" userId="19082e28a51afb61" providerId="LiveId" clId="{30D428CD-1BB2-4A03-8594-A68FE992CDE1}" dt="2023-08-30T04:02:16.811" v="453"/>
          <ac:spMkLst>
            <pc:docMk/>
            <pc:sldMk cId="1586808836" sldId="285"/>
            <ac:spMk id="12" creationId="{FCBB668A-5E23-3B0D-7D2F-EC5A7BD970F4}"/>
          </ac:spMkLst>
        </pc:spChg>
        <pc:spChg chg="add del mod">
          <ac:chgData name="Wilmer Ortega Erazo" userId="19082e28a51afb61" providerId="LiveId" clId="{30D428CD-1BB2-4A03-8594-A68FE992CDE1}" dt="2023-08-30T04:02:16.811" v="453"/>
          <ac:spMkLst>
            <pc:docMk/>
            <pc:sldMk cId="1586808836" sldId="285"/>
            <ac:spMk id="13" creationId="{9D6A7B67-4491-841F-1D45-6B30A1AAA522}"/>
          </ac:spMkLst>
        </pc:spChg>
        <pc:spChg chg="add del mod">
          <ac:chgData name="Wilmer Ortega Erazo" userId="19082e28a51afb61" providerId="LiveId" clId="{30D428CD-1BB2-4A03-8594-A68FE992CDE1}" dt="2023-08-30T04:02:16.811" v="453"/>
          <ac:spMkLst>
            <pc:docMk/>
            <pc:sldMk cId="1586808836" sldId="285"/>
            <ac:spMk id="14" creationId="{797A7008-014E-58F4-5419-E5F54B474029}"/>
          </ac:spMkLst>
        </pc:spChg>
        <pc:spChg chg="add del mod">
          <ac:chgData name="Wilmer Ortega Erazo" userId="19082e28a51afb61" providerId="LiveId" clId="{30D428CD-1BB2-4A03-8594-A68FE992CDE1}" dt="2023-08-30T04:02:16.811" v="453"/>
          <ac:spMkLst>
            <pc:docMk/>
            <pc:sldMk cId="1586808836" sldId="285"/>
            <ac:spMk id="15" creationId="{0DC84C0A-58B5-9734-3A16-8F18E20B9F6B}"/>
          </ac:spMkLst>
        </pc:spChg>
        <pc:spChg chg="add del mod">
          <ac:chgData name="Wilmer Ortega Erazo" userId="19082e28a51afb61" providerId="LiveId" clId="{30D428CD-1BB2-4A03-8594-A68FE992CDE1}" dt="2023-08-30T04:02:16.811" v="453"/>
          <ac:spMkLst>
            <pc:docMk/>
            <pc:sldMk cId="1586808836" sldId="285"/>
            <ac:spMk id="16" creationId="{9B2A5021-8BF9-0009-C5CB-5F9F84D66CCC}"/>
          </ac:spMkLst>
        </pc:spChg>
        <pc:spChg chg="add del mod">
          <ac:chgData name="Wilmer Ortega Erazo" userId="19082e28a51afb61" providerId="LiveId" clId="{30D428CD-1BB2-4A03-8594-A68FE992CDE1}" dt="2023-08-30T04:02:16.811" v="453"/>
          <ac:spMkLst>
            <pc:docMk/>
            <pc:sldMk cId="1586808836" sldId="285"/>
            <ac:spMk id="17" creationId="{57992A9A-46B2-5F0F-D645-57473C1231ED}"/>
          </ac:spMkLst>
        </pc:spChg>
        <pc:spChg chg="add del mod">
          <ac:chgData name="Wilmer Ortega Erazo" userId="19082e28a51afb61" providerId="LiveId" clId="{30D428CD-1BB2-4A03-8594-A68FE992CDE1}" dt="2023-08-30T04:02:16.811" v="453"/>
          <ac:spMkLst>
            <pc:docMk/>
            <pc:sldMk cId="1586808836" sldId="285"/>
            <ac:spMk id="18" creationId="{07A6D16E-D40C-6818-BDD3-F60EC621AC93}"/>
          </ac:spMkLst>
        </pc:spChg>
        <pc:spChg chg="add del mod">
          <ac:chgData name="Wilmer Ortega Erazo" userId="19082e28a51afb61" providerId="LiveId" clId="{30D428CD-1BB2-4A03-8594-A68FE992CDE1}" dt="2023-08-30T04:02:16.811" v="453"/>
          <ac:spMkLst>
            <pc:docMk/>
            <pc:sldMk cId="1586808836" sldId="285"/>
            <ac:spMk id="19" creationId="{B27DD52D-E21A-DF10-1A85-132C8B616B42}"/>
          </ac:spMkLst>
        </pc:spChg>
        <pc:spChg chg="add del mod">
          <ac:chgData name="Wilmer Ortega Erazo" userId="19082e28a51afb61" providerId="LiveId" clId="{30D428CD-1BB2-4A03-8594-A68FE992CDE1}" dt="2023-08-30T04:02:16.811" v="453"/>
          <ac:spMkLst>
            <pc:docMk/>
            <pc:sldMk cId="1586808836" sldId="285"/>
            <ac:spMk id="20" creationId="{FBDF6A66-83B5-13A1-D576-70A293B751D1}"/>
          </ac:spMkLst>
        </pc:spChg>
        <pc:spChg chg="add del mod">
          <ac:chgData name="Wilmer Ortega Erazo" userId="19082e28a51afb61" providerId="LiveId" clId="{30D428CD-1BB2-4A03-8594-A68FE992CDE1}" dt="2023-08-30T04:02:16.811" v="453"/>
          <ac:spMkLst>
            <pc:docMk/>
            <pc:sldMk cId="1586808836" sldId="285"/>
            <ac:spMk id="21" creationId="{6D90DF7D-C8F9-580C-4E7B-056FA23213BE}"/>
          </ac:spMkLst>
        </pc:spChg>
        <pc:spChg chg="add del mod">
          <ac:chgData name="Wilmer Ortega Erazo" userId="19082e28a51afb61" providerId="LiveId" clId="{30D428CD-1BB2-4A03-8594-A68FE992CDE1}" dt="2023-08-30T04:02:16.811" v="453"/>
          <ac:spMkLst>
            <pc:docMk/>
            <pc:sldMk cId="1586808836" sldId="285"/>
            <ac:spMk id="22" creationId="{09B73894-FF0B-BEDC-0678-41A8F6F9D45B}"/>
          </ac:spMkLst>
        </pc:spChg>
        <pc:spChg chg="add del mod">
          <ac:chgData name="Wilmer Ortega Erazo" userId="19082e28a51afb61" providerId="LiveId" clId="{30D428CD-1BB2-4A03-8594-A68FE992CDE1}" dt="2023-08-30T04:02:16.811" v="453"/>
          <ac:spMkLst>
            <pc:docMk/>
            <pc:sldMk cId="1586808836" sldId="285"/>
            <ac:spMk id="23" creationId="{138CD1CE-FD26-10CF-144D-5AD1C611F15C}"/>
          </ac:spMkLst>
        </pc:spChg>
        <pc:spChg chg="add mod">
          <ac:chgData name="Wilmer Ortega Erazo" userId="19082e28a51afb61" providerId="LiveId" clId="{30D428CD-1BB2-4A03-8594-A68FE992CDE1}" dt="2023-08-30T04:03:05.357" v="460" actId="1076"/>
          <ac:spMkLst>
            <pc:docMk/>
            <pc:sldMk cId="1586808836" sldId="285"/>
            <ac:spMk id="24" creationId="{48FAB4B2-01FA-365E-FDCC-C99E63266E71}"/>
          </ac:spMkLst>
        </pc:spChg>
        <pc:spChg chg="add mod">
          <ac:chgData name="Wilmer Ortega Erazo" userId="19082e28a51afb61" providerId="LiveId" clId="{30D428CD-1BB2-4A03-8594-A68FE992CDE1}" dt="2023-08-30T04:03:05.357" v="460" actId="1076"/>
          <ac:spMkLst>
            <pc:docMk/>
            <pc:sldMk cId="1586808836" sldId="285"/>
            <ac:spMk id="25" creationId="{2242992C-9BBA-BB91-5852-7C4CA935056E}"/>
          </ac:spMkLst>
        </pc:spChg>
        <pc:spChg chg="add mod">
          <ac:chgData name="Wilmer Ortega Erazo" userId="19082e28a51afb61" providerId="LiveId" clId="{30D428CD-1BB2-4A03-8594-A68FE992CDE1}" dt="2023-08-30T04:03:05.357" v="460" actId="1076"/>
          <ac:spMkLst>
            <pc:docMk/>
            <pc:sldMk cId="1586808836" sldId="285"/>
            <ac:spMk id="26" creationId="{A9E6E84F-C066-5C84-3FE5-F0F49C953539}"/>
          </ac:spMkLst>
        </pc:spChg>
        <pc:spChg chg="add mod">
          <ac:chgData name="Wilmer Ortega Erazo" userId="19082e28a51afb61" providerId="LiveId" clId="{30D428CD-1BB2-4A03-8594-A68FE992CDE1}" dt="2023-08-30T04:03:05.357" v="460" actId="1076"/>
          <ac:spMkLst>
            <pc:docMk/>
            <pc:sldMk cId="1586808836" sldId="285"/>
            <ac:spMk id="27" creationId="{4A66476A-5A5B-BCD7-E82D-E6FF6447ECD6}"/>
          </ac:spMkLst>
        </pc:spChg>
        <pc:spChg chg="add mod">
          <ac:chgData name="Wilmer Ortega Erazo" userId="19082e28a51afb61" providerId="LiveId" clId="{30D428CD-1BB2-4A03-8594-A68FE992CDE1}" dt="2023-08-30T04:03:05.357" v="460" actId="1076"/>
          <ac:spMkLst>
            <pc:docMk/>
            <pc:sldMk cId="1586808836" sldId="285"/>
            <ac:spMk id="28" creationId="{14E8A865-3AAE-8911-D0C6-8FB9CD3CECF8}"/>
          </ac:spMkLst>
        </pc:spChg>
        <pc:spChg chg="add mod">
          <ac:chgData name="Wilmer Ortega Erazo" userId="19082e28a51afb61" providerId="LiveId" clId="{30D428CD-1BB2-4A03-8594-A68FE992CDE1}" dt="2023-08-30T04:03:05.357" v="460" actId="1076"/>
          <ac:spMkLst>
            <pc:docMk/>
            <pc:sldMk cId="1586808836" sldId="285"/>
            <ac:spMk id="29" creationId="{20124ECB-B9F4-78E0-3700-36A3A23A8BAA}"/>
          </ac:spMkLst>
        </pc:spChg>
        <pc:spChg chg="add mod">
          <ac:chgData name="Wilmer Ortega Erazo" userId="19082e28a51afb61" providerId="LiveId" clId="{30D428CD-1BB2-4A03-8594-A68FE992CDE1}" dt="2023-08-30T04:03:05.357" v="460" actId="1076"/>
          <ac:spMkLst>
            <pc:docMk/>
            <pc:sldMk cId="1586808836" sldId="285"/>
            <ac:spMk id="30" creationId="{D8DE8CA5-753E-EEDF-36DF-90DFF712342B}"/>
          </ac:spMkLst>
        </pc:spChg>
        <pc:spChg chg="add mod">
          <ac:chgData name="Wilmer Ortega Erazo" userId="19082e28a51afb61" providerId="LiveId" clId="{30D428CD-1BB2-4A03-8594-A68FE992CDE1}" dt="2023-08-30T04:03:05.357" v="460" actId="1076"/>
          <ac:spMkLst>
            <pc:docMk/>
            <pc:sldMk cId="1586808836" sldId="285"/>
            <ac:spMk id="31" creationId="{3F5E32A4-5C1A-22CE-23FF-06182A8A8BB9}"/>
          </ac:spMkLst>
        </pc:spChg>
        <pc:spChg chg="add mod">
          <ac:chgData name="Wilmer Ortega Erazo" userId="19082e28a51afb61" providerId="LiveId" clId="{30D428CD-1BB2-4A03-8594-A68FE992CDE1}" dt="2023-08-30T04:03:05.357" v="460" actId="1076"/>
          <ac:spMkLst>
            <pc:docMk/>
            <pc:sldMk cId="1586808836" sldId="285"/>
            <ac:spMk id="32" creationId="{65C99DC2-1F43-BA0F-F90D-7962A0BDF6F0}"/>
          </ac:spMkLst>
        </pc:spChg>
        <pc:spChg chg="add mod">
          <ac:chgData name="Wilmer Ortega Erazo" userId="19082e28a51afb61" providerId="LiveId" clId="{30D428CD-1BB2-4A03-8594-A68FE992CDE1}" dt="2023-08-30T04:03:05.357" v="460" actId="1076"/>
          <ac:spMkLst>
            <pc:docMk/>
            <pc:sldMk cId="1586808836" sldId="285"/>
            <ac:spMk id="33" creationId="{84D337B2-4A72-46B0-67E3-79322AEB3150}"/>
          </ac:spMkLst>
        </pc:spChg>
        <pc:spChg chg="add mod">
          <ac:chgData name="Wilmer Ortega Erazo" userId="19082e28a51afb61" providerId="LiveId" clId="{30D428CD-1BB2-4A03-8594-A68FE992CDE1}" dt="2023-08-30T04:03:05.357" v="460" actId="1076"/>
          <ac:spMkLst>
            <pc:docMk/>
            <pc:sldMk cId="1586808836" sldId="285"/>
            <ac:spMk id="34" creationId="{81EB9462-CBFB-9384-6AB2-EE329E6CD53F}"/>
          </ac:spMkLst>
        </pc:spChg>
        <pc:spChg chg="add mod">
          <ac:chgData name="Wilmer Ortega Erazo" userId="19082e28a51afb61" providerId="LiveId" clId="{30D428CD-1BB2-4A03-8594-A68FE992CDE1}" dt="2023-08-30T04:03:05.357" v="460" actId="1076"/>
          <ac:spMkLst>
            <pc:docMk/>
            <pc:sldMk cId="1586808836" sldId="285"/>
            <ac:spMk id="35" creationId="{00255F54-F1A5-A0FB-DB1B-9334DF13BE96}"/>
          </ac:spMkLst>
        </pc:spChg>
        <pc:spChg chg="add mod">
          <ac:chgData name="Wilmer Ortega Erazo" userId="19082e28a51afb61" providerId="LiveId" clId="{30D428CD-1BB2-4A03-8594-A68FE992CDE1}" dt="2023-08-30T04:03:05.357" v="460" actId="1076"/>
          <ac:spMkLst>
            <pc:docMk/>
            <pc:sldMk cId="1586808836" sldId="285"/>
            <ac:spMk id="36" creationId="{66B6A54C-A5E7-4FFB-549F-37E6FC833EDB}"/>
          </ac:spMkLst>
        </pc:spChg>
        <pc:spChg chg="add mod">
          <ac:chgData name="Wilmer Ortega Erazo" userId="19082e28a51afb61" providerId="LiveId" clId="{30D428CD-1BB2-4A03-8594-A68FE992CDE1}" dt="2023-08-30T04:03:05.357" v="460" actId="1076"/>
          <ac:spMkLst>
            <pc:docMk/>
            <pc:sldMk cId="1586808836" sldId="285"/>
            <ac:spMk id="37" creationId="{6A396A2A-F198-942F-79FB-7EDFDC9CC0FC}"/>
          </ac:spMkLst>
        </pc:spChg>
        <pc:spChg chg="add mod">
          <ac:chgData name="Wilmer Ortega Erazo" userId="19082e28a51afb61" providerId="LiveId" clId="{30D428CD-1BB2-4A03-8594-A68FE992CDE1}" dt="2023-08-30T04:03:05.357" v="460" actId="1076"/>
          <ac:spMkLst>
            <pc:docMk/>
            <pc:sldMk cId="1586808836" sldId="285"/>
            <ac:spMk id="38" creationId="{A5BD68EE-D743-4183-0108-E6398F040D47}"/>
          </ac:spMkLst>
        </pc:spChg>
        <pc:spChg chg="del">
          <ac:chgData name="Wilmer Ortega Erazo" userId="19082e28a51afb61" providerId="LiveId" clId="{30D428CD-1BB2-4A03-8594-A68FE992CDE1}" dt="2023-08-30T04:02:13.726" v="451" actId="478"/>
          <ac:spMkLst>
            <pc:docMk/>
            <pc:sldMk cId="1586808836" sldId="285"/>
            <ac:spMk id="39" creationId="{EF870813-D6B0-03F4-C69E-6F4261435D17}"/>
          </ac:spMkLst>
        </pc:spChg>
        <pc:spChg chg="del">
          <ac:chgData name="Wilmer Ortega Erazo" userId="19082e28a51afb61" providerId="LiveId" clId="{30D428CD-1BB2-4A03-8594-A68FE992CDE1}" dt="2023-08-30T04:02:13.726" v="451" actId="478"/>
          <ac:spMkLst>
            <pc:docMk/>
            <pc:sldMk cId="1586808836" sldId="285"/>
            <ac:spMk id="40" creationId="{F16AC23C-D4F6-40EA-64A3-5DAEEEBE3B6B}"/>
          </ac:spMkLst>
        </pc:spChg>
        <pc:spChg chg="del">
          <ac:chgData name="Wilmer Ortega Erazo" userId="19082e28a51afb61" providerId="LiveId" clId="{30D428CD-1BB2-4A03-8594-A68FE992CDE1}" dt="2023-08-30T04:02:13.726" v="451" actId="478"/>
          <ac:spMkLst>
            <pc:docMk/>
            <pc:sldMk cId="1586808836" sldId="285"/>
            <ac:spMk id="41" creationId="{7CFF3B00-BACE-BA04-7B57-C6AFDFF6FB21}"/>
          </ac:spMkLst>
        </pc:spChg>
        <pc:spChg chg="del">
          <ac:chgData name="Wilmer Ortega Erazo" userId="19082e28a51afb61" providerId="LiveId" clId="{30D428CD-1BB2-4A03-8594-A68FE992CDE1}" dt="2023-08-30T04:02:13.726" v="451" actId="478"/>
          <ac:spMkLst>
            <pc:docMk/>
            <pc:sldMk cId="1586808836" sldId="285"/>
            <ac:spMk id="42" creationId="{9EA8C80A-BA7D-35CE-91DA-52474F0082E5}"/>
          </ac:spMkLst>
        </pc:spChg>
        <pc:spChg chg="del">
          <ac:chgData name="Wilmer Ortega Erazo" userId="19082e28a51afb61" providerId="LiveId" clId="{30D428CD-1BB2-4A03-8594-A68FE992CDE1}" dt="2023-08-30T04:02:13.726" v="451" actId="478"/>
          <ac:spMkLst>
            <pc:docMk/>
            <pc:sldMk cId="1586808836" sldId="285"/>
            <ac:spMk id="43" creationId="{24CE153D-466C-32E0-09DD-2A1687B82FC5}"/>
          </ac:spMkLst>
        </pc:spChg>
        <pc:spChg chg="del">
          <ac:chgData name="Wilmer Ortega Erazo" userId="19082e28a51afb61" providerId="LiveId" clId="{30D428CD-1BB2-4A03-8594-A68FE992CDE1}" dt="2023-08-30T04:02:13.726" v="451" actId="478"/>
          <ac:spMkLst>
            <pc:docMk/>
            <pc:sldMk cId="1586808836" sldId="285"/>
            <ac:spMk id="44" creationId="{4DA0B870-5E68-32D7-AF99-50075CFC2550}"/>
          </ac:spMkLst>
        </pc:spChg>
        <pc:spChg chg="del">
          <ac:chgData name="Wilmer Ortega Erazo" userId="19082e28a51afb61" providerId="LiveId" clId="{30D428CD-1BB2-4A03-8594-A68FE992CDE1}" dt="2023-08-30T04:02:13.726" v="451" actId="478"/>
          <ac:spMkLst>
            <pc:docMk/>
            <pc:sldMk cId="1586808836" sldId="285"/>
            <ac:spMk id="45" creationId="{E0D6D58E-E2BE-707B-4BDB-DDE406FCDED2}"/>
          </ac:spMkLst>
        </pc:spChg>
        <pc:spChg chg="del">
          <ac:chgData name="Wilmer Ortega Erazo" userId="19082e28a51afb61" providerId="LiveId" clId="{30D428CD-1BB2-4A03-8594-A68FE992CDE1}" dt="2023-08-30T04:02:13.726" v="451" actId="478"/>
          <ac:spMkLst>
            <pc:docMk/>
            <pc:sldMk cId="1586808836" sldId="285"/>
            <ac:spMk id="46" creationId="{0545D561-1805-B602-BE73-43124E73B06C}"/>
          </ac:spMkLst>
        </pc:spChg>
        <pc:spChg chg="del">
          <ac:chgData name="Wilmer Ortega Erazo" userId="19082e28a51afb61" providerId="LiveId" clId="{30D428CD-1BB2-4A03-8594-A68FE992CDE1}" dt="2023-08-30T04:02:13.726" v="451" actId="478"/>
          <ac:spMkLst>
            <pc:docMk/>
            <pc:sldMk cId="1586808836" sldId="285"/>
            <ac:spMk id="47" creationId="{0A14B82A-5EE6-DA49-96DE-8012257DC49C}"/>
          </ac:spMkLst>
        </pc:spChg>
        <pc:spChg chg="del">
          <ac:chgData name="Wilmer Ortega Erazo" userId="19082e28a51afb61" providerId="LiveId" clId="{30D428CD-1BB2-4A03-8594-A68FE992CDE1}" dt="2023-08-30T04:02:13.726" v="451" actId="478"/>
          <ac:spMkLst>
            <pc:docMk/>
            <pc:sldMk cId="1586808836" sldId="285"/>
            <ac:spMk id="48" creationId="{E60AE4FB-A29F-EF87-B504-27AAC6127784}"/>
          </ac:spMkLst>
        </pc:spChg>
        <pc:spChg chg="del">
          <ac:chgData name="Wilmer Ortega Erazo" userId="19082e28a51afb61" providerId="LiveId" clId="{30D428CD-1BB2-4A03-8594-A68FE992CDE1}" dt="2023-08-30T04:02:13.726" v="451" actId="478"/>
          <ac:spMkLst>
            <pc:docMk/>
            <pc:sldMk cId="1586808836" sldId="285"/>
            <ac:spMk id="49" creationId="{7A5027F9-4B4E-441E-1D3D-D278339C1DF7}"/>
          </ac:spMkLst>
        </pc:spChg>
        <pc:spChg chg="del">
          <ac:chgData name="Wilmer Ortega Erazo" userId="19082e28a51afb61" providerId="LiveId" clId="{30D428CD-1BB2-4A03-8594-A68FE992CDE1}" dt="2023-08-30T04:02:13.726" v="451" actId="478"/>
          <ac:spMkLst>
            <pc:docMk/>
            <pc:sldMk cId="1586808836" sldId="285"/>
            <ac:spMk id="50" creationId="{34601412-6C9C-8ADB-2637-3FC1CB517EF4}"/>
          </ac:spMkLst>
        </pc:spChg>
        <pc:spChg chg="del">
          <ac:chgData name="Wilmer Ortega Erazo" userId="19082e28a51afb61" providerId="LiveId" clId="{30D428CD-1BB2-4A03-8594-A68FE992CDE1}" dt="2023-08-30T04:02:13.726" v="451" actId="478"/>
          <ac:spMkLst>
            <pc:docMk/>
            <pc:sldMk cId="1586808836" sldId="285"/>
            <ac:spMk id="51" creationId="{CA5842A9-97E1-B076-DB1E-754A77CCD91B}"/>
          </ac:spMkLst>
        </pc:spChg>
        <pc:spChg chg="del">
          <ac:chgData name="Wilmer Ortega Erazo" userId="19082e28a51afb61" providerId="LiveId" clId="{30D428CD-1BB2-4A03-8594-A68FE992CDE1}" dt="2023-08-30T04:02:13.726" v="451" actId="478"/>
          <ac:spMkLst>
            <pc:docMk/>
            <pc:sldMk cId="1586808836" sldId="285"/>
            <ac:spMk id="52" creationId="{DAE1D610-2E5B-7565-EF6D-FC5D6F47F0AE}"/>
          </ac:spMkLst>
        </pc:spChg>
        <pc:spChg chg="del">
          <ac:chgData name="Wilmer Ortega Erazo" userId="19082e28a51afb61" providerId="LiveId" clId="{30D428CD-1BB2-4A03-8594-A68FE992CDE1}" dt="2023-08-30T04:02:13.726" v="451" actId="478"/>
          <ac:spMkLst>
            <pc:docMk/>
            <pc:sldMk cId="1586808836" sldId="285"/>
            <ac:spMk id="53" creationId="{66CD2266-86AF-55A7-1190-2D211A2D97A5}"/>
          </ac:spMkLst>
        </pc:spChg>
        <pc:spChg chg="del">
          <ac:chgData name="Wilmer Ortega Erazo" userId="19082e28a51afb61" providerId="LiveId" clId="{30D428CD-1BB2-4A03-8594-A68FE992CDE1}" dt="2023-08-30T04:02:13.726" v="451" actId="478"/>
          <ac:spMkLst>
            <pc:docMk/>
            <pc:sldMk cId="1586808836" sldId="285"/>
            <ac:spMk id="54" creationId="{E1E75741-A079-9D53-31A6-11A9566E65A2}"/>
          </ac:spMkLst>
        </pc:spChg>
        <pc:spChg chg="del">
          <ac:chgData name="Wilmer Ortega Erazo" userId="19082e28a51afb61" providerId="LiveId" clId="{30D428CD-1BB2-4A03-8594-A68FE992CDE1}" dt="2023-08-30T04:02:13.726" v="451" actId="478"/>
          <ac:spMkLst>
            <pc:docMk/>
            <pc:sldMk cId="1586808836" sldId="285"/>
            <ac:spMk id="55" creationId="{FE355BE8-9298-63BC-B0E7-023B3E5E703B}"/>
          </ac:spMkLst>
        </pc:spChg>
        <pc:spChg chg="add mod">
          <ac:chgData name="Wilmer Ortega Erazo" userId="19082e28a51afb61" providerId="LiveId" clId="{30D428CD-1BB2-4A03-8594-A68FE992CDE1}" dt="2023-08-30T04:03:05.357" v="460" actId="1076"/>
          <ac:spMkLst>
            <pc:docMk/>
            <pc:sldMk cId="1586808836" sldId="285"/>
            <ac:spMk id="56" creationId="{AF03854F-C079-64E0-A9A3-F944E6D284B0}"/>
          </ac:spMkLst>
        </pc:spChg>
        <pc:spChg chg="add mod">
          <ac:chgData name="Wilmer Ortega Erazo" userId="19082e28a51afb61" providerId="LiveId" clId="{30D428CD-1BB2-4A03-8594-A68FE992CDE1}" dt="2023-08-30T04:03:05.357" v="460" actId="1076"/>
          <ac:spMkLst>
            <pc:docMk/>
            <pc:sldMk cId="1586808836" sldId="285"/>
            <ac:spMk id="57" creationId="{2DAE3F59-EE17-3D7B-8E5A-CDBAA70F6B43}"/>
          </ac:spMkLst>
        </pc:spChg>
        <pc:spChg chg="add mod">
          <ac:chgData name="Wilmer Ortega Erazo" userId="19082e28a51afb61" providerId="LiveId" clId="{30D428CD-1BB2-4A03-8594-A68FE992CDE1}" dt="2023-08-30T04:03:05.357" v="460" actId="1076"/>
          <ac:spMkLst>
            <pc:docMk/>
            <pc:sldMk cId="1586808836" sldId="285"/>
            <ac:spMk id="58" creationId="{03387EE6-5908-745D-EDB2-1B76535850F0}"/>
          </ac:spMkLst>
        </pc:spChg>
        <pc:spChg chg="add mod">
          <ac:chgData name="Wilmer Ortega Erazo" userId="19082e28a51afb61" providerId="LiveId" clId="{30D428CD-1BB2-4A03-8594-A68FE992CDE1}" dt="2023-08-30T04:03:05.357" v="460" actId="1076"/>
          <ac:spMkLst>
            <pc:docMk/>
            <pc:sldMk cId="1586808836" sldId="285"/>
            <ac:spMk id="59" creationId="{1F7F8B18-6F79-E42F-CD44-D4693489268B}"/>
          </ac:spMkLst>
        </pc:spChg>
      </pc:sldChg>
      <pc:sldChg chg="addSp delSp modSp add mod">
        <pc:chgData name="Wilmer Ortega Erazo" userId="19082e28a51afb61" providerId="LiveId" clId="{30D428CD-1BB2-4A03-8594-A68FE992CDE1}" dt="2023-09-05T01:10:55.916" v="506" actId="1076"/>
        <pc:sldMkLst>
          <pc:docMk/>
          <pc:sldMk cId="1954065260" sldId="286"/>
        </pc:sldMkLst>
        <pc:spChg chg="add del mod">
          <ac:chgData name="Wilmer Ortega Erazo" userId="19082e28a51afb61" providerId="LiveId" clId="{30D428CD-1BB2-4A03-8594-A68FE992CDE1}" dt="2023-09-05T01:10:26.020" v="501" actId="478"/>
          <ac:spMkLst>
            <pc:docMk/>
            <pc:sldMk cId="1954065260" sldId="286"/>
            <ac:spMk id="3" creationId="{0A7CE894-78E5-8081-13D4-52478F357A70}"/>
          </ac:spMkLst>
        </pc:spChg>
        <pc:spChg chg="add del mod">
          <ac:chgData name="Wilmer Ortega Erazo" userId="19082e28a51afb61" providerId="LiveId" clId="{30D428CD-1BB2-4A03-8594-A68FE992CDE1}" dt="2023-09-05T00:55:21.617" v="469" actId="255"/>
          <ac:spMkLst>
            <pc:docMk/>
            <pc:sldMk cId="1954065260" sldId="286"/>
            <ac:spMk id="4" creationId="{A29C0834-3DBC-9FB3-0E0A-F77D599198EB}"/>
          </ac:spMkLst>
        </pc:spChg>
        <pc:spChg chg="add mod">
          <ac:chgData name="Wilmer Ortega Erazo" userId="19082e28a51afb61" providerId="LiveId" clId="{30D428CD-1BB2-4A03-8594-A68FE992CDE1}" dt="2023-09-05T01:10:45.995" v="504" actId="1076"/>
          <ac:spMkLst>
            <pc:docMk/>
            <pc:sldMk cId="1954065260" sldId="286"/>
            <ac:spMk id="5" creationId="{2146778B-16A4-E1C8-83FB-F8E8BB7BE77C}"/>
          </ac:spMkLst>
        </pc:spChg>
        <pc:spChg chg="add mod">
          <ac:chgData name="Wilmer Ortega Erazo" userId="19082e28a51afb61" providerId="LiveId" clId="{30D428CD-1BB2-4A03-8594-A68FE992CDE1}" dt="2023-09-05T01:10:45.995" v="504" actId="1076"/>
          <ac:spMkLst>
            <pc:docMk/>
            <pc:sldMk cId="1954065260" sldId="286"/>
            <ac:spMk id="7" creationId="{5D4885F2-6849-F3B1-9B5D-C8E9EA613056}"/>
          </ac:spMkLst>
        </pc:spChg>
        <pc:spChg chg="add mod">
          <ac:chgData name="Wilmer Ortega Erazo" userId="19082e28a51afb61" providerId="LiveId" clId="{30D428CD-1BB2-4A03-8594-A68FE992CDE1}" dt="2023-09-05T01:10:45.995" v="504" actId="1076"/>
          <ac:spMkLst>
            <pc:docMk/>
            <pc:sldMk cId="1954065260" sldId="286"/>
            <ac:spMk id="8" creationId="{411BDE49-F1BC-D2C5-1196-D45E73C05F3C}"/>
          </ac:spMkLst>
        </pc:spChg>
        <pc:spChg chg="add mod">
          <ac:chgData name="Wilmer Ortega Erazo" userId="19082e28a51afb61" providerId="LiveId" clId="{30D428CD-1BB2-4A03-8594-A68FE992CDE1}" dt="2023-09-05T01:10:45.995" v="504" actId="1076"/>
          <ac:spMkLst>
            <pc:docMk/>
            <pc:sldMk cId="1954065260" sldId="286"/>
            <ac:spMk id="9" creationId="{920AD5C1-8494-5B79-A00F-F1B0CFA87EBF}"/>
          </ac:spMkLst>
        </pc:spChg>
        <pc:spChg chg="add mod">
          <ac:chgData name="Wilmer Ortega Erazo" userId="19082e28a51afb61" providerId="LiveId" clId="{30D428CD-1BB2-4A03-8594-A68FE992CDE1}" dt="2023-09-05T01:10:45.995" v="504" actId="1076"/>
          <ac:spMkLst>
            <pc:docMk/>
            <pc:sldMk cId="1954065260" sldId="286"/>
            <ac:spMk id="10" creationId="{809D1F7A-CEEE-F683-F32A-62E937C8C5B3}"/>
          </ac:spMkLst>
        </pc:spChg>
        <pc:spChg chg="add mod">
          <ac:chgData name="Wilmer Ortega Erazo" userId="19082e28a51afb61" providerId="LiveId" clId="{30D428CD-1BB2-4A03-8594-A68FE992CDE1}" dt="2023-09-05T01:10:45.995" v="504" actId="1076"/>
          <ac:spMkLst>
            <pc:docMk/>
            <pc:sldMk cId="1954065260" sldId="286"/>
            <ac:spMk id="11" creationId="{4014B18A-2CB2-DE33-BF20-F2EE5B27E2A4}"/>
          </ac:spMkLst>
        </pc:spChg>
        <pc:spChg chg="mod">
          <ac:chgData name="Wilmer Ortega Erazo" userId="19082e28a51afb61" providerId="LiveId" clId="{30D428CD-1BB2-4A03-8594-A68FE992CDE1}" dt="2023-09-05T01:10:45.995" v="504" actId="1076"/>
          <ac:spMkLst>
            <pc:docMk/>
            <pc:sldMk cId="1954065260" sldId="286"/>
            <ac:spMk id="13" creationId="{98F59797-FDD2-EDC2-D714-BC47E3DD0394}"/>
          </ac:spMkLst>
        </pc:spChg>
        <pc:spChg chg="mod">
          <ac:chgData name="Wilmer Ortega Erazo" userId="19082e28a51afb61" providerId="LiveId" clId="{30D428CD-1BB2-4A03-8594-A68FE992CDE1}" dt="2023-09-05T01:10:45.995" v="504" actId="1076"/>
          <ac:spMkLst>
            <pc:docMk/>
            <pc:sldMk cId="1954065260" sldId="286"/>
            <ac:spMk id="14" creationId="{39C4F8B7-D3F5-2C72-69BD-B59B7A95F81A}"/>
          </ac:spMkLst>
        </pc:spChg>
        <pc:spChg chg="add mod">
          <ac:chgData name="Wilmer Ortega Erazo" userId="19082e28a51afb61" providerId="LiveId" clId="{30D428CD-1BB2-4A03-8594-A68FE992CDE1}" dt="2023-09-05T01:10:45.995" v="504" actId="1076"/>
          <ac:spMkLst>
            <pc:docMk/>
            <pc:sldMk cId="1954065260" sldId="286"/>
            <ac:spMk id="15" creationId="{38B58A8E-012C-79A3-DEFB-29F88DF70C79}"/>
          </ac:spMkLst>
        </pc:spChg>
        <pc:spChg chg="add mod">
          <ac:chgData name="Wilmer Ortega Erazo" userId="19082e28a51afb61" providerId="LiveId" clId="{30D428CD-1BB2-4A03-8594-A68FE992CDE1}" dt="2023-09-05T01:10:45.995" v="504" actId="1076"/>
          <ac:spMkLst>
            <pc:docMk/>
            <pc:sldMk cId="1954065260" sldId="286"/>
            <ac:spMk id="16" creationId="{852C8D13-AD5E-3244-BECE-B10E368F6784}"/>
          </ac:spMkLst>
        </pc:spChg>
        <pc:spChg chg="add mod">
          <ac:chgData name="Wilmer Ortega Erazo" userId="19082e28a51afb61" providerId="LiveId" clId="{30D428CD-1BB2-4A03-8594-A68FE992CDE1}" dt="2023-09-05T01:10:45.995" v="504" actId="1076"/>
          <ac:spMkLst>
            <pc:docMk/>
            <pc:sldMk cId="1954065260" sldId="286"/>
            <ac:spMk id="17" creationId="{EE24230A-5F46-EF53-480E-D5434F0118AA}"/>
          </ac:spMkLst>
        </pc:spChg>
        <pc:spChg chg="add mod">
          <ac:chgData name="Wilmer Ortega Erazo" userId="19082e28a51afb61" providerId="LiveId" clId="{30D428CD-1BB2-4A03-8594-A68FE992CDE1}" dt="2023-09-05T01:10:45.995" v="504" actId="1076"/>
          <ac:spMkLst>
            <pc:docMk/>
            <pc:sldMk cId="1954065260" sldId="286"/>
            <ac:spMk id="18" creationId="{9504B30E-D56D-78EE-2513-ED4699CBC442}"/>
          </ac:spMkLst>
        </pc:spChg>
        <pc:spChg chg="add mod">
          <ac:chgData name="Wilmer Ortega Erazo" userId="19082e28a51afb61" providerId="LiveId" clId="{30D428CD-1BB2-4A03-8594-A68FE992CDE1}" dt="2023-09-05T01:10:45.995" v="504" actId="1076"/>
          <ac:spMkLst>
            <pc:docMk/>
            <pc:sldMk cId="1954065260" sldId="286"/>
            <ac:spMk id="19" creationId="{85F05792-CA4F-0335-4B49-6213971F4A69}"/>
          </ac:spMkLst>
        </pc:spChg>
        <pc:spChg chg="add mod">
          <ac:chgData name="Wilmer Ortega Erazo" userId="19082e28a51afb61" providerId="LiveId" clId="{30D428CD-1BB2-4A03-8594-A68FE992CDE1}" dt="2023-09-05T00:55:34.902" v="471" actId="1076"/>
          <ac:spMkLst>
            <pc:docMk/>
            <pc:sldMk cId="1954065260" sldId="286"/>
            <ac:spMk id="20" creationId="{AD0ED334-42D7-C878-4260-45810C80DB4D}"/>
          </ac:spMkLst>
        </pc:spChg>
        <pc:spChg chg="add mod">
          <ac:chgData name="Wilmer Ortega Erazo" userId="19082e28a51afb61" providerId="LiveId" clId="{30D428CD-1BB2-4A03-8594-A68FE992CDE1}" dt="2023-09-05T01:10:50.922" v="505" actId="1076"/>
          <ac:spMkLst>
            <pc:docMk/>
            <pc:sldMk cId="1954065260" sldId="286"/>
            <ac:spMk id="21" creationId="{1FCD4DA1-8174-8A66-6C2B-2614085AAC8B}"/>
          </ac:spMkLst>
        </pc:spChg>
        <pc:spChg chg="del">
          <ac:chgData name="Wilmer Ortega Erazo" userId="19082e28a51afb61" providerId="LiveId" clId="{30D428CD-1BB2-4A03-8594-A68FE992CDE1}" dt="2023-09-05T00:54:51.275" v="462" actId="478"/>
          <ac:spMkLst>
            <pc:docMk/>
            <pc:sldMk cId="1954065260" sldId="286"/>
            <ac:spMk id="24" creationId="{48FAB4B2-01FA-365E-FDCC-C99E63266E71}"/>
          </ac:spMkLst>
        </pc:spChg>
        <pc:spChg chg="del">
          <ac:chgData name="Wilmer Ortega Erazo" userId="19082e28a51afb61" providerId="LiveId" clId="{30D428CD-1BB2-4A03-8594-A68FE992CDE1}" dt="2023-09-05T00:54:51.275" v="462" actId="478"/>
          <ac:spMkLst>
            <pc:docMk/>
            <pc:sldMk cId="1954065260" sldId="286"/>
            <ac:spMk id="25" creationId="{2242992C-9BBA-BB91-5852-7C4CA935056E}"/>
          </ac:spMkLst>
        </pc:spChg>
        <pc:spChg chg="del">
          <ac:chgData name="Wilmer Ortega Erazo" userId="19082e28a51afb61" providerId="LiveId" clId="{30D428CD-1BB2-4A03-8594-A68FE992CDE1}" dt="2023-09-05T00:54:51.275" v="462" actId="478"/>
          <ac:spMkLst>
            <pc:docMk/>
            <pc:sldMk cId="1954065260" sldId="286"/>
            <ac:spMk id="26" creationId="{A9E6E84F-C066-5C84-3FE5-F0F49C953539}"/>
          </ac:spMkLst>
        </pc:spChg>
        <pc:spChg chg="del">
          <ac:chgData name="Wilmer Ortega Erazo" userId="19082e28a51afb61" providerId="LiveId" clId="{30D428CD-1BB2-4A03-8594-A68FE992CDE1}" dt="2023-09-05T00:54:51.275" v="462" actId="478"/>
          <ac:spMkLst>
            <pc:docMk/>
            <pc:sldMk cId="1954065260" sldId="286"/>
            <ac:spMk id="27" creationId="{4A66476A-5A5B-BCD7-E82D-E6FF6447ECD6}"/>
          </ac:spMkLst>
        </pc:spChg>
        <pc:spChg chg="del">
          <ac:chgData name="Wilmer Ortega Erazo" userId="19082e28a51afb61" providerId="LiveId" clId="{30D428CD-1BB2-4A03-8594-A68FE992CDE1}" dt="2023-09-05T00:54:51.275" v="462" actId="478"/>
          <ac:spMkLst>
            <pc:docMk/>
            <pc:sldMk cId="1954065260" sldId="286"/>
            <ac:spMk id="28" creationId="{14E8A865-3AAE-8911-D0C6-8FB9CD3CECF8}"/>
          </ac:spMkLst>
        </pc:spChg>
        <pc:spChg chg="del">
          <ac:chgData name="Wilmer Ortega Erazo" userId="19082e28a51afb61" providerId="LiveId" clId="{30D428CD-1BB2-4A03-8594-A68FE992CDE1}" dt="2023-09-05T00:54:51.275" v="462" actId="478"/>
          <ac:spMkLst>
            <pc:docMk/>
            <pc:sldMk cId="1954065260" sldId="286"/>
            <ac:spMk id="29" creationId="{20124ECB-B9F4-78E0-3700-36A3A23A8BAA}"/>
          </ac:spMkLst>
        </pc:spChg>
        <pc:spChg chg="del">
          <ac:chgData name="Wilmer Ortega Erazo" userId="19082e28a51afb61" providerId="LiveId" clId="{30D428CD-1BB2-4A03-8594-A68FE992CDE1}" dt="2023-09-05T00:54:51.275" v="462" actId="478"/>
          <ac:spMkLst>
            <pc:docMk/>
            <pc:sldMk cId="1954065260" sldId="286"/>
            <ac:spMk id="30" creationId="{D8DE8CA5-753E-EEDF-36DF-90DFF712342B}"/>
          </ac:spMkLst>
        </pc:spChg>
        <pc:spChg chg="del">
          <ac:chgData name="Wilmer Ortega Erazo" userId="19082e28a51afb61" providerId="LiveId" clId="{30D428CD-1BB2-4A03-8594-A68FE992CDE1}" dt="2023-09-05T00:54:51.275" v="462" actId="478"/>
          <ac:spMkLst>
            <pc:docMk/>
            <pc:sldMk cId="1954065260" sldId="286"/>
            <ac:spMk id="31" creationId="{3F5E32A4-5C1A-22CE-23FF-06182A8A8BB9}"/>
          </ac:spMkLst>
        </pc:spChg>
        <pc:spChg chg="del">
          <ac:chgData name="Wilmer Ortega Erazo" userId="19082e28a51afb61" providerId="LiveId" clId="{30D428CD-1BB2-4A03-8594-A68FE992CDE1}" dt="2023-09-05T00:54:51.275" v="462" actId="478"/>
          <ac:spMkLst>
            <pc:docMk/>
            <pc:sldMk cId="1954065260" sldId="286"/>
            <ac:spMk id="32" creationId="{65C99DC2-1F43-BA0F-F90D-7962A0BDF6F0}"/>
          </ac:spMkLst>
        </pc:spChg>
        <pc:spChg chg="del">
          <ac:chgData name="Wilmer Ortega Erazo" userId="19082e28a51afb61" providerId="LiveId" clId="{30D428CD-1BB2-4A03-8594-A68FE992CDE1}" dt="2023-09-05T00:54:51.275" v="462" actId="478"/>
          <ac:spMkLst>
            <pc:docMk/>
            <pc:sldMk cId="1954065260" sldId="286"/>
            <ac:spMk id="33" creationId="{84D337B2-4A72-46B0-67E3-79322AEB3150}"/>
          </ac:spMkLst>
        </pc:spChg>
        <pc:spChg chg="del">
          <ac:chgData name="Wilmer Ortega Erazo" userId="19082e28a51afb61" providerId="LiveId" clId="{30D428CD-1BB2-4A03-8594-A68FE992CDE1}" dt="2023-09-05T00:54:51.275" v="462" actId="478"/>
          <ac:spMkLst>
            <pc:docMk/>
            <pc:sldMk cId="1954065260" sldId="286"/>
            <ac:spMk id="34" creationId="{81EB9462-CBFB-9384-6AB2-EE329E6CD53F}"/>
          </ac:spMkLst>
        </pc:spChg>
        <pc:spChg chg="del">
          <ac:chgData name="Wilmer Ortega Erazo" userId="19082e28a51afb61" providerId="LiveId" clId="{30D428CD-1BB2-4A03-8594-A68FE992CDE1}" dt="2023-09-05T00:54:51.275" v="462" actId="478"/>
          <ac:spMkLst>
            <pc:docMk/>
            <pc:sldMk cId="1954065260" sldId="286"/>
            <ac:spMk id="35" creationId="{00255F54-F1A5-A0FB-DB1B-9334DF13BE96}"/>
          </ac:spMkLst>
        </pc:spChg>
        <pc:spChg chg="del">
          <ac:chgData name="Wilmer Ortega Erazo" userId="19082e28a51afb61" providerId="LiveId" clId="{30D428CD-1BB2-4A03-8594-A68FE992CDE1}" dt="2023-09-05T00:54:51.275" v="462" actId="478"/>
          <ac:spMkLst>
            <pc:docMk/>
            <pc:sldMk cId="1954065260" sldId="286"/>
            <ac:spMk id="36" creationId="{66B6A54C-A5E7-4FFB-549F-37E6FC833EDB}"/>
          </ac:spMkLst>
        </pc:spChg>
        <pc:spChg chg="del">
          <ac:chgData name="Wilmer Ortega Erazo" userId="19082e28a51afb61" providerId="LiveId" clId="{30D428CD-1BB2-4A03-8594-A68FE992CDE1}" dt="2023-09-05T00:54:51.275" v="462" actId="478"/>
          <ac:spMkLst>
            <pc:docMk/>
            <pc:sldMk cId="1954065260" sldId="286"/>
            <ac:spMk id="37" creationId="{6A396A2A-F198-942F-79FB-7EDFDC9CC0FC}"/>
          </ac:spMkLst>
        </pc:spChg>
        <pc:spChg chg="del">
          <ac:chgData name="Wilmer Ortega Erazo" userId="19082e28a51afb61" providerId="LiveId" clId="{30D428CD-1BB2-4A03-8594-A68FE992CDE1}" dt="2023-09-05T00:54:51.275" v="462" actId="478"/>
          <ac:spMkLst>
            <pc:docMk/>
            <pc:sldMk cId="1954065260" sldId="286"/>
            <ac:spMk id="38" creationId="{A5BD68EE-D743-4183-0108-E6398F040D47}"/>
          </ac:spMkLst>
        </pc:spChg>
        <pc:spChg chg="del">
          <ac:chgData name="Wilmer Ortega Erazo" userId="19082e28a51afb61" providerId="LiveId" clId="{30D428CD-1BB2-4A03-8594-A68FE992CDE1}" dt="2023-09-05T00:54:51.275" v="462" actId="478"/>
          <ac:spMkLst>
            <pc:docMk/>
            <pc:sldMk cId="1954065260" sldId="286"/>
            <ac:spMk id="56" creationId="{AF03854F-C079-64E0-A9A3-F944E6D284B0}"/>
          </ac:spMkLst>
        </pc:spChg>
        <pc:spChg chg="del">
          <ac:chgData name="Wilmer Ortega Erazo" userId="19082e28a51afb61" providerId="LiveId" clId="{30D428CD-1BB2-4A03-8594-A68FE992CDE1}" dt="2023-09-05T00:54:51.275" v="462" actId="478"/>
          <ac:spMkLst>
            <pc:docMk/>
            <pc:sldMk cId="1954065260" sldId="286"/>
            <ac:spMk id="57" creationId="{2DAE3F59-EE17-3D7B-8E5A-CDBAA70F6B43}"/>
          </ac:spMkLst>
        </pc:spChg>
        <pc:spChg chg="del">
          <ac:chgData name="Wilmer Ortega Erazo" userId="19082e28a51afb61" providerId="LiveId" clId="{30D428CD-1BB2-4A03-8594-A68FE992CDE1}" dt="2023-09-05T00:54:51.275" v="462" actId="478"/>
          <ac:spMkLst>
            <pc:docMk/>
            <pc:sldMk cId="1954065260" sldId="286"/>
            <ac:spMk id="58" creationId="{03387EE6-5908-745D-EDB2-1B76535850F0}"/>
          </ac:spMkLst>
        </pc:spChg>
        <pc:spChg chg="del">
          <ac:chgData name="Wilmer Ortega Erazo" userId="19082e28a51afb61" providerId="LiveId" clId="{30D428CD-1BB2-4A03-8594-A68FE992CDE1}" dt="2023-09-05T00:54:51.275" v="462" actId="478"/>
          <ac:spMkLst>
            <pc:docMk/>
            <pc:sldMk cId="1954065260" sldId="286"/>
            <ac:spMk id="59" creationId="{1F7F8B18-6F79-E42F-CD44-D4693489268B}"/>
          </ac:spMkLst>
        </pc:spChg>
        <pc:grpChg chg="add mod">
          <ac:chgData name="Wilmer Ortega Erazo" userId="19082e28a51afb61" providerId="LiveId" clId="{30D428CD-1BB2-4A03-8594-A68FE992CDE1}" dt="2023-09-05T01:10:45.995" v="504" actId="1076"/>
          <ac:grpSpMkLst>
            <pc:docMk/>
            <pc:sldMk cId="1954065260" sldId="286"/>
            <ac:grpSpMk id="12" creationId="{0ED674B7-EA18-3342-F982-DE3499A51F48}"/>
          </ac:grpSpMkLst>
        </pc:grpChg>
        <pc:picChg chg="add mod">
          <ac:chgData name="Wilmer Ortega Erazo" userId="19082e28a51afb61" providerId="LiveId" clId="{30D428CD-1BB2-4A03-8594-A68FE992CDE1}" dt="2023-09-05T01:10:55.916" v="506" actId="1076"/>
          <ac:picMkLst>
            <pc:docMk/>
            <pc:sldMk cId="1954065260" sldId="286"/>
            <ac:picMk id="23" creationId="{22027E1E-571A-4690-9116-7DB8FC740D4F}"/>
          </ac:picMkLst>
        </pc:picChg>
      </pc:sldChg>
      <pc:sldChg chg="addSp delSp modSp add mod">
        <pc:chgData name="Wilmer Ortega Erazo" userId="19082e28a51afb61" providerId="LiveId" clId="{30D428CD-1BB2-4A03-8594-A68FE992CDE1}" dt="2023-09-08T00:59:33.998" v="700" actId="1076"/>
        <pc:sldMkLst>
          <pc:docMk/>
          <pc:sldMk cId="3887545344" sldId="287"/>
        </pc:sldMkLst>
        <pc:spChg chg="add mod">
          <ac:chgData name="Wilmer Ortega Erazo" userId="19082e28a51afb61" providerId="LiveId" clId="{30D428CD-1BB2-4A03-8594-A68FE992CDE1}" dt="2023-09-05T01:13:24.656" v="514" actId="1076"/>
          <ac:spMkLst>
            <pc:docMk/>
            <pc:sldMk cId="3887545344" sldId="287"/>
            <ac:spMk id="3" creationId="{E7BF8540-50F3-8F90-1DF9-B62C3BAB2A3D}"/>
          </ac:spMkLst>
        </pc:spChg>
        <pc:spChg chg="mod">
          <ac:chgData name="Wilmer Ortega Erazo" userId="19082e28a51afb61" providerId="LiveId" clId="{30D428CD-1BB2-4A03-8594-A68FE992CDE1}" dt="2023-09-05T01:13:12.167" v="512" actId="255"/>
          <ac:spMkLst>
            <pc:docMk/>
            <pc:sldMk cId="3887545344" sldId="287"/>
            <ac:spMk id="4" creationId="{A29C0834-3DBC-9FB3-0E0A-F77D599198EB}"/>
          </ac:spMkLst>
        </pc:spChg>
        <pc:spChg chg="del">
          <ac:chgData name="Wilmer Ortega Erazo" userId="19082e28a51afb61" providerId="LiveId" clId="{30D428CD-1BB2-4A03-8594-A68FE992CDE1}" dt="2023-09-05T01:12:53.866" v="508" actId="478"/>
          <ac:spMkLst>
            <pc:docMk/>
            <pc:sldMk cId="3887545344" sldId="287"/>
            <ac:spMk id="5" creationId="{2146778B-16A4-E1C8-83FB-F8E8BB7BE77C}"/>
          </ac:spMkLst>
        </pc:spChg>
        <pc:spChg chg="add mod">
          <ac:chgData name="Wilmer Ortega Erazo" userId="19082e28a51afb61" providerId="LiveId" clId="{30D428CD-1BB2-4A03-8594-A68FE992CDE1}" dt="2023-09-08T00:59:33.998" v="700" actId="1076"/>
          <ac:spMkLst>
            <pc:docMk/>
            <pc:sldMk cId="3887545344" sldId="287"/>
            <ac:spMk id="5" creationId="{97BE2A05-B45F-DA5E-9491-602B1B9CC7F4}"/>
          </ac:spMkLst>
        </pc:spChg>
        <pc:spChg chg="del">
          <ac:chgData name="Wilmer Ortega Erazo" userId="19082e28a51afb61" providerId="LiveId" clId="{30D428CD-1BB2-4A03-8594-A68FE992CDE1}" dt="2023-09-05T01:12:53.866" v="508" actId="478"/>
          <ac:spMkLst>
            <pc:docMk/>
            <pc:sldMk cId="3887545344" sldId="287"/>
            <ac:spMk id="7" creationId="{5D4885F2-6849-F3B1-9B5D-C8E9EA613056}"/>
          </ac:spMkLst>
        </pc:spChg>
        <pc:spChg chg="del">
          <ac:chgData name="Wilmer Ortega Erazo" userId="19082e28a51afb61" providerId="LiveId" clId="{30D428CD-1BB2-4A03-8594-A68FE992CDE1}" dt="2023-09-05T01:12:53.866" v="508" actId="478"/>
          <ac:spMkLst>
            <pc:docMk/>
            <pc:sldMk cId="3887545344" sldId="287"/>
            <ac:spMk id="8" creationId="{411BDE49-F1BC-D2C5-1196-D45E73C05F3C}"/>
          </ac:spMkLst>
        </pc:spChg>
        <pc:spChg chg="del">
          <ac:chgData name="Wilmer Ortega Erazo" userId="19082e28a51afb61" providerId="LiveId" clId="{30D428CD-1BB2-4A03-8594-A68FE992CDE1}" dt="2023-09-05T01:12:53.866" v="508" actId="478"/>
          <ac:spMkLst>
            <pc:docMk/>
            <pc:sldMk cId="3887545344" sldId="287"/>
            <ac:spMk id="9" creationId="{920AD5C1-8494-5B79-A00F-F1B0CFA87EBF}"/>
          </ac:spMkLst>
        </pc:spChg>
        <pc:spChg chg="del">
          <ac:chgData name="Wilmer Ortega Erazo" userId="19082e28a51afb61" providerId="LiveId" clId="{30D428CD-1BB2-4A03-8594-A68FE992CDE1}" dt="2023-09-05T01:12:53.866" v="508" actId="478"/>
          <ac:spMkLst>
            <pc:docMk/>
            <pc:sldMk cId="3887545344" sldId="287"/>
            <ac:spMk id="10" creationId="{809D1F7A-CEEE-F683-F32A-62E937C8C5B3}"/>
          </ac:spMkLst>
        </pc:spChg>
        <pc:spChg chg="del">
          <ac:chgData name="Wilmer Ortega Erazo" userId="19082e28a51afb61" providerId="LiveId" clId="{30D428CD-1BB2-4A03-8594-A68FE992CDE1}" dt="2023-09-05T01:12:53.866" v="508" actId="478"/>
          <ac:spMkLst>
            <pc:docMk/>
            <pc:sldMk cId="3887545344" sldId="287"/>
            <ac:spMk id="11" creationId="{4014B18A-2CB2-DE33-BF20-F2EE5B27E2A4}"/>
          </ac:spMkLst>
        </pc:spChg>
        <pc:spChg chg="del">
          <ac:chgData name="Wilmer Ortega Erazo" userId="19082e28a51afb61" providerId="LiveId" clId="{30D428CD-1BB2-4A03-8594-A68FE992CDE1}" dt="2023-09-05T01:12:53.866" v="508" actId="478"/>
          <ac:spMkLst>
            <pc:docMk/>
            <pc:sldMk cId="3887545344" sldId="287"/>
            <ac:spMk id="15" creationId="{38B58A8E-012C-79A3-DEFB-29F88DF70C79}"/>
          </ac:spMkLst>
        </pc:spChg>
        <pc:spChg chg="del">
          <ac:chgData name="Wilmer Ortega Erazo" userId="19082e28a51afb61" providerId="LiveId" clId="{30D428CD-1BB2-4A03-8594-A68FE992CDE1}" dt="2023-09-05T01:12:53.866" v="508" actId="478"/>
          <ac:spMkLst>
            <pc:docMk/>
            <pc:sldMk cId="3887545344" sldId="287"/>
            <ac:spMk id="16" creationId="{852C8D13-AD5E-3244-BECE-B10E368F6784}"/>
          </ac:spMkLst>
        </pc:spChg>
        <pc:spChg chg="del">
          <ac:chgData name="Wilmer Ortega Erazo" userId="19082e28a51afb61" providerId="LiveId" clId="{30D428CD-1BB2-4A03-8594-A68FE992CDE1}" dt="2023-09-05T01:12:53.866" v="508" actId="478"/>
          <ac:spMkLst>
            <pc:docMk/>
            <pc:sldMk cId="3887545344" sldId="287"/>
            <ac:spMk id="17" creationId="{EE24230A-5F46-EF53-480E-D5434F0118AA}"/>
          </ac:spMkLst>
        </pc:spChg>
        <pc:spChg chg="del">
          <ac:chgData name="Wilmer Ortega Erazo" userId="19082e28a51afb61" providerId="LiveId" clId="{30D428CD-1BB2-4A03-8594-A68FE992CDE1}" dt="2023-09-05T01:12:53.866" v="508" actId="478"/>
          <ac:spMkLst>
            <pc:docMk/>
            <pc:sldMk cId="3887545344" sldId="287"/>
            <ac:spMk id="18" creationId="{9504B30E-D56D-78EE-2513-ED4699CBC442}"/>
          </ac:spMkLst>
        </pc:spChg>
        <pc:spChg chg="del">
          <ac:chgData name="Wilmer Ortega Erazo" userId="19082e28a51afb61" providerId="LiveId" clId="{30D428CD-1BB2-4A03-8594-A68FE992CDE1}" dt="2023-09-05T01:12:53.866" v="508" actId="478"/>
          <ac:spMkLst>
            <pc:docMk/>
            <pc:sldMk cId="3887545344" sldId="287"/>
            <ac:spMk id="19" creationId="{85F05792-CA4F-0335-4B49-6213971F4A69}"/>
          </ac:spMkLst>
        </pc:spChg>
        <pc:spChg chg="del">
          <ac:chgData name="Wilmer Ortega Erazo" userId="19082e28a51afb61" providerId="LiveId" clId="{30D428CD-1BB2-4A03-8594-A68FE992CDE1}" dt="2023-09-05T01:12:56.880" v="509" actId="478"/>
          <ac:spMkLst>
            <pc:docMk/>
            <pc:sldMk cId="3887545344" sldId="287"/>
            <ac:spMk id="20" creationId="{AD0ED334-42D7-C878-4260-45810C80DB4D}"/>
          </ac:spMkLst>
        </pc:spChg>
        <pc:spChg chg="del">
          <ac:chgData name="Wilmer Ortega Erazo" userId="19082e28a51afb61" providerId="LiveId" clId="{30D428CD-1BB2-4A03-8594-A68FE992CDE1}" dt="2023-09-05T01:12:53.866" v="508" actId="478"/>
          <ac:spMkLst>
            <pc:docMk/>
            <pc:sldMk cId="3887545344" sldId="287"/>
            <ac:spMk id="21" creationId="{1FCD4DA1-8174-8A66-6C2B-2614085AAC8B}"/>
          </ac:spMkLst>
        </pc:spChg>
        <pc:spChg chg="add mod">
          <ac:chgData name="Wilmer Ortega Erazo" userId="19082e28a51afb61" providerId="LiveId" clId="{30D428CD-1BB2-4A03-8594-A68FE992CDE1}" dt="2023-09-05T01:13:24.656" v="514" actId="1076"/>
          <ac:spMkLst>
            <pc:docMk/>
            <pc:sldMk cId="3887545344" sldId="287"/>
            <ac:spMk id="22" creationId="{BA7CA7B5-C813-0AD4-8A97-A65250AB182B}"/>
          </ac:spMkLst>
        </pc:spChg>
        <pc:spChg chg="add mod">
          <ac:chgData name="Wilmer Ortega Erazo" userId="19082e28a51afb61" providerId="LiveId" clId="{30D428CD-1BB2-4A03-8594-A68FE992CDE1}" dt="2023-09-05T01:13:24.656" v="514" actId="1076"/>
          <ac:spMkLst>
            <pc:docMk/>
            <pc:sldMk cId="3887545344" sldId="287"/>
            <ac:spMk id="24" creationId="{3F1A0519-5405-3C88-4393-FDB290CEB5D0}"/>
          </ac:spMkLst>
        </pc:spChg>
        <pc:spChg chg="add mod">
          <ac:chgData name="Wilmer Ortega Erazo" userId="19082e28a51afb61" providerId="LiveId" clId="{30D428CD-1BB2-4A03-8594-A68FE992CDE1}" dt="2023-09-05T01:13:24.656" v="514" actId="1076"/>
          <ac:spMkLst>
            <pc:docMk/>
            <pc:sldMk cId="3887545344" sldId="287"/>
            <ac:spMk id="25" creationId="{A1D35C2C-D4FA-284A-7EBA-708DB080068F}"/>
          </ac:spMkLst>
        </pc:spChg>
        <pc:spChg chg="add mod">
          <ac:chgData name="Wilmer Ortega Erazo" userId="19082e28a51afb61" providerId="LiveId" clId="{30D428CD-1BB2-4A03-8594-A68FE992CDE1}" dt="2023-09-05T01:13:24.656" v="514" actId="1076"/>
          <ac:spMkLst>
            <pc:docMk/>
            <pc:sldMk cId="3887545344" sldId="287"/>
            <ac:spMk id="26" creationId="{A5A34C7F-FF69-8E3D-8168-EA876B17DFED}"/>
          </ac:spMkLst>
        </pc:spChg>
        <pc:spChg chg="add mod">
          <ac:chgData name="Wilmer Ortega Erazo" userId="19082e28a51afb61" providerId="LiveId" clId="{30D428CD-1BB2-4A03-8594-A68FE992CDE1}" dt="2023-09-05T01:13:24.656" v="514" actId="1076"/>
          <ac:spMkLst>
            <pc:docMk/>
            <pc:sldMk cId="3887545344" sldId="287"/>
            <ac:spMk id="27" creationId="{D8CEC780-C674-5A02-FA1A-6E07019AC7BD}"/>
          </ac:spMkLst>
        </pc:spChg>
        <pc:spChg chg="mod">
          <ac:chgData name="Wilmer Ortega Erazo" userId="19082e28a51afb61" providerId="LiveId" clId="{30D428CD-1BB2-4A03-8594-A68FE992CDE1}" dt="2023-09-05T01:13:24.656" v="514" actId="1076"/>
          <ac:spMkLst>
            <pc:docMk/>
            <pc:sldMk cId="3887545344" sldId="287"/>
            <ac:spMk id="29" creationId="{E6E49E20-ECA2-4955-FDEA-8F12861E4D2E}"/>
          </ac:spMkLst>
        </pc:spChg>
        <pc:spChg chg="mod">
          <ac:chgData name="Wilmer Ortega Erazo" userId="19082e28a51afb61" providerId="LiveId" clId="{30D428CD-1BB2-4A03-8594-A68FE992CDE1}" dt="2023-09-05T01:13:24.656" v="514" actId="1076"/>
          <ac:spMkLst>
            <pc:docMk/>
            <pc:sldMk cId="3887545344" sldId="287"/>
            <ac:spMk id="30" creationId="{0A1BACC4-021B-C429-D34A-26CFB5B163A7}"/>
          </ac:spMkLst>
        </pc:spChg>
        <pc:spChg chg="add mod">
          <ac:chgData name="Wilmer Ortega Erazo" userId="19082e28a51afb61" providerId="LiveId" clId="{30D428CD-1BB2-4A03-8594-A68FE992CDE1}" dt="2023-09-05T01:13:24.656" v="514" actId="1076"/>
          <ac:spMkLst>
            <pc:docMk/>
            <pc:sldMk cId="3887545344" sldId="287"/>
            <ac:spMk id="31" creationId="{2F291631-7326-6CD5-665D-AEE842D657FA}"/>
          </ac:spMkLst>
        </pc:spChg>
        <pc:spChg chg="add mod">
          <ac:chgData name="Wilmer Ortega Erazo" userId="19082e28a51afb61" providerId="LiveId" clId="{30D428CD-1BB2-4A03-8594-A68FE992CDE1}" dt="2023-09-05T01:13:24.656" v="514" actId="1076"/>
          <ac:spMkLst>
            <pc:docMk/>
            <pc:sldMk cId="3887545344" sldId="287"/>
            <ac:spMk id="32" creationId="{5107A7E5-7060-8744-BA4F-66FA2EC82500}"/>
          </ac:spMkLst>
        </pc:spChg>
        <pc:spChg chg="add mod">
          <ac:chgData name="Wilmer Ortega Erazo" userId="19082e28a51afb61" providerId="LiveId" clId="{30D428CD-1BB2-4A03-8594-A68FE992CDE1}" dt="2023-09-05T01:13:24.656" v="514" actId="1076"/>
          <ac:spMkLst>
            <pc:docMk/>
            <pc:sldMk cId="3887545344" sldId="287"/>
            <ac:spMk id="33" creationId="{016AAEA3-D92D-FF59-855F-D13D7B73F22A}"/>
          </ac:spMkLst>
        </pc:spChg>
        <pc:spChg chg="add mod">
          <ac:chgData name="Wilmer Ortega Erazo" userId="19082e28a51afb61" providerId="LiveId" clId="{30D428CD-1BB2-4A03-8594-A68FE992CDE1}" dt="2023-09-05T01:13:24.656" v="514" actId="1076"/>
          <ac:spMkLst>
            <pc:docMk/>
            <pc:sldMk cId="3887545344" sldId="287"/>
            <ac:spMk id="34" creationId="{ED847569-0E62-9503-A0F7-A84902A4662F}"/>
          </ac:spMkLst>
        </pc:spChg>
        <pc:spChg chg="add mod">
          <ac:chgData name="Wilmer Ortega Erazo" userId="19082e28a51afb61" providerId="LiveId" clId="{30D428CD-1BB2-4A03-8594-A68FE992CDE1}" dt="2023-09-05T01:13:24.656" v="514" actId="1076"/>
          <ac:spMkLst>
            <pc:docMk/>
            <pc:sldMk cId="3887545344" sldId="287"/>
            <ac:spMk id="35" creationId="{2D929804-4C55-912C-6E90-814EF4D36B51}"/>
          </ac:spMkLst>
        </pc:spChg>
        <pc:spChg chg="add mod">
          <ac:chgData name="Wilmer Ortega Erazo" userId="19082e28a51afb61" providerId="LiveId" clId="{30D428CD-1BB2-4A03-8594-A68FE992CDE1}" dt="2023-09-05T01:13:24.656" v="514" actId="1076"/>
          <ac:spMkLst>
            <pc:docMk/>
            <pc:sldMk cId="3887545344" sldId="287"/>
            <ac:spMk id="36" creationId="{D90E657F-69ED-E6AA-19FF-1502F733996A}"/>
          </ac:spMkLst>
        </pc:spChg>
        <pc:spChg chg="add mod">
          <ac:chgData name="Wilmer Ortega Erazo" userId="19082e28a51afb61" providerId="LiveId" clId="{30D428CD-1BB2-4A03-8594-A68FE992CDE1}" dt="2023-09-05T01:13:24.656" v="514" actId="1076"/>
          <ac:spMkLst>
            <pc:docMk/>
            <pc:sldMk cId="3887545344" sldId="287"/>
            <ac:spMk id="37" creationId="{EF37289D-DC0C-48CB-591E-8D4808674E76}"/>
          </ac:spMkLst>
        </pc:spChg>
        <pc:spChg chg="add mod">
          <ac:chgData name="Wilmer Ortega Erazo" userId="19082e28a51afb61" providerId="LiveId" clId="{30D428CD-1BB2-4A03-8594-A68FE992CDE1}" dt="2023-09-05T01:13:24.656" v="514" actId="1076"/>
          <ac:spMkLst>
            <pc:docMk/>
            <pc:sldMk cId="3887545344" sldId="287"/>
            <ac:spMk id="38" creationId="{F14BB34A-D7F9-B67F-E553-07C8F0764D52}"/>
          </ac:spMkLst>
        </pc:spChg>
        <pc:spChg chg="add mod">
          <ac:chgData name="Wilmer Ortega Erazo" userId="19082e28a51afb61" providerId="LiveId" clId="{30D428CD-1BB2-4A03-8594-A68FE992CDE1}" dt="2023-09-05T01:13:24.656" v="514" actId="1076"/>
          <ac:spMkLst>
            <pc:docMk/>
            <pc:sldMk cId="3887545344" sldId="287"/>
            <ac:spMk id="39" creationId="{122B5DDC-ED51-CEE3-B45A-ED0F0A66A858}"/>
          </ac:spMkLst>
        </pc:spChg>
        <pc:spChg chg="mod">
          <ac:chgData name="Wilmer Ortega Erazo" userId="19082e28a51afb61" providerId="LiveId" clId="{30D428CD-1BB2-4A03-8594-A68FE992CDE1}" dt="2023-09-05T01:13:24.656" v="514" actId="1076"/>
          <ac:spMkLst>
            <pc:docMk/>
            <pc:sldMk cId="3887545344" sldId="287"/>
            <ac:spMk id="41" creationId="{CA288B38-8CD1-6CC3-9340-B7722B7A7492}"/>
          </ac:spMkLst>
        </pc:spChg>
        <pc:spChg chg="mod">
          <ac:chgData name="Wilmer Ortega Erazo" userId="19082e28a51afb61" providerId="LiveId" clId="{30D428CD-1BB2-4A03-8594-A68FE992CDE1}" dt="2023-09-05T01:13:24.656" v="514" actId="1076"/>
          <ac:spMkLst>
            <pc:docMk/>
            <pc:sldMk cId="3887545344" sldId="287"/>
            <ac:spMk id="42" creationId="{655D6719-37CA-09A5-18D9-3B38BE5B6B8E}"/>
          </ac:spMkLst>
        </pc:spChg>
        <pc:spChg chg="add mod">
          <ac:chgData name="Wilmer Ortega Erazo" userId="19082e28a51afb61" providerId="LiveId" clId="{30D428CD-1BB2-4A03-8594-A68FE992CDE1}" dt="2023-09-05T01:13:24.656" v="514" actId="1076"/>
          <ac:spMkLst>
            <pc:docMk/>
            <pc:sldMk cId="3887545344" sldId="287"/>
            <ac:spMk id="43" creationId="{4B18EE1B-6FED-5065-C878-3CF4F3C378EE}"/>
          </ac:spMkLst>
        </pc:spChg>
        <pc:spChg chg="add mod">
          <ac:chgData name="Wilmer Ortega Erazo" userId="19082e28a51afb61" providerId="LiveId" clId="{30D428CD-1BB2-4A03-8594-A68FE992CDE1}" dt="2023-09-05T01:13:24.656" v="514" actId="1076"/>
          <ac:spMkLst>
            <pc:docMk/>
            <pc:sldMk cId="3887545344" sldId="287"/>
            <ac:spMk id="44" creationId="{A18E73DF-0523-CF37-40A6-0962739F8493}"/>
          </ac:spMkLst>
        </pc:spChg>
        <pc:spChg chg="mod">
          <ac:chgData name="Wilmer Ortega Erazo" userId="19082e28a51afb61" providerId="LiveId" clId="{30D428CD-1BB2-4A03-8594-A68FE992CDE1}" dt="2023-09-05T01:13:24.656" v="514" actId="1076"/>
          <ac:spMkLst>
            <pc:docMk/>
            <pc:sldMk cId="3887545344" sldId="287"/>
            <ac:spMk id="46" creationId="{66071E0A-54B0-4E38-2CBC-82957821D82E}"/>
          </ac:spMkLst>
        </pc:spChg>
        <pc:spChg chg="mod">
          <ac:chgData name="Wilmer Ortega Erazo" userId="19082e28a51afb61" providerId="LiveId" clId="{30D428CD-1BB2-4A03-8594-A68FE992CDE1}" dt="2023-09-05T01:13:24.656" v="514" actId="1076"/>
          <ac:spMkLst>
            <pc:docMk/>
            <pc:sldMk cId="3887545344" sldId="287"/>
            <ac:spMk id="47" creationId="{EF6FBBBB-AB6D-5F45-992A-9FADB6EABC14}"/>
          </ac:spMkLst>
        </pc:spChg>
        <pc:spChg chg="add mod">
          <ac:chgData name="Wilmer Ortega Erazo" userId="19082e28a51afb61" providerId="LiveId" clId="{30D428CD-1BB2-4A03-8594-A68FE992CDE1}" dt="2023-09-05T01:13:24.656" v="514" actId="1076"/>
          <ac:spMkLst>
            <pc:docMk/>
            <pc:sldMk cId="3887545344" sldId="287"/>
            <ac:spMk id="48" creationId="{68431136-2266-0BD5-383F-2E381F67794B}"/>
          </ac:spMkLst>
        </pc:spChg>
        <pc:spChg chg="add mod">
          <ac:chgData name="Wilmer Ortega Erazo" userId="19082e28a51afb61" providerId="LiveId" clId="{30D428CD-1BB2-4A03-8594-A68FE992CDE1}" dt="2023-09-05T01:13:24.656" v="514" actId="1076"/>
          <ac:spMkLst>
            <pc:docMk/>
            <pc:sldMk cId="3887545344" sldId="287"/>
            <ac:spMk id="49" creationId="{B4009EBD-F753-3506-734F-A1B51BAEE573}"/>
          </ac:spMkLst>
        </pc:spChg>
        <pc:grpChg chg="del">
          <ac:chgData name="Wilmer Ortega Erazo" userId="19082e28a51afb61" providerId="LiveId" clId="{30D428CD-1BB2-4A03-8594-A68FE992CDE1}" dt="2023-09-05T01:12:53.866" v="508" actId="478"/>
          <ac:grpSpMkLst>
            <pc:docMk/>
            <pc:sldMk cId="3887545344" sldId="287"/>
            <ac:grpSpMk id="12" creationId="{0ED674B7-EA18-3342-F982-DE3499A51F48}"/>
          </ac:grpSpMkLst>
        </pc:grpChg>
        <pc:grpChg chg="add mod">
          <ac:chgData name="Wilmer Ortega Erazo" userId="19082e28a51afb61" providerId="LiveId" clId="{30D428CD-1BB2-4A03-8594-A68FE992CDE1}" dt="2023-09-05T01:13:24.656" v="514" actId="1076"/>
          <ac:grpSpMkLst>
            <pc:docMk/>
            <pc:sldMk cId="3887545344" sldId="287"/>
            <ac:grpSpMk id="28" creationId="{42F5DDD1-FFB8-A0EC-B470-8F7FC6A73787}"/>
          </ac:grpSpMkLst>
        </pc:grpChg>
        <pc:grpChg chg="add mod">
          <ac:chgData name="Wilmer Ortega Erazo" userId="19082e28a51afb61" providerId="LiveId" clId="{30D428CD-1BB2-4A03-8594-A68FE992CDE1}" dt="2023-09-05T01:13:24.656" v="514" actId="1076"/>
          <ac:grpSpMkLst>
            <pc:docMk/>
            <pc:sldMk cId="3887545344" sldId="287"/>
            <ac:grpSpMk id="40" creationId="{0B3B0659-1975-C411-3945-40A2B43D4FAC}"/>
          </ac:grpSpMkLst>
        </pc:grpChg>
        <pc:grpChg chg="add mod">
          <ac:chgData name="Wilmer Ortega Erazo" userId="19082e28a51afb61" providerId="LiveId" clId="{30D428CD-1BB2-4A03-8594-A68FE992CDE1}" dt="2023-09-05T01:13:24.656" v="514" actId="1076"/>
          <ac:grpSpMkLst>
            <pc:docMk/>
            <pc:sldMk cId="3887545344" sldId="287"/>
            <ac:grpSpMk id="45" creationId="{0958E659-71DC-9177-B8C1-C7BFD3F42009}"/>
          </ac:grpSpMkLst>
        </pc:grpChg>
        <pc:picChg chg="del">
          <ac:chgData name="Wilmer Ortega Erazo" userId="19082e28a51afb61" providerId="LiveId" clId="{30D428CD-1BB2-4A03-8594-A68FE992CDE1}" dt="2023-09-05T01:12:53.866" v="508" actId="478"/>
          <ac:picMkLst>
            <pc:docMk/>
            <pc:sldMk cId="3887545344" sldId="287"/>
            <ac:picMk id="23" creationId="{22027E1E-571A-4690-9116-7DB8FC740D4F}"/>
          </ac:picMkLst>
        </pc:picChg>
      </pc:sldChg>
      <pc:sldChg chg="add del">
        <pc:chgData name="Wilmer Ortega Erazo" userId="19082e28a51afb61" providerId="LiveId" clId="{30D428CD-1BB2-4A03-8594-A68FE992CDE1}" dt="2023-09-05T01:07:45.793" v="494" actId="2890"/>
        <pc:sldMkLst>
          <pc:docMk/>
          <pc:sldMk cId="4140509921" sldId="287"/>
        </pc:sldMkLst>
      </pc:sldChg>
      <pc:sldChg chg="delSp modSp add mod">
        <pc:chgData name="Wilmer Ortega Erazo" userId="19082e28a51afb61" providerId="LiveId" clId="{30D428CD-1BB2-4A03-8594-A68FE992CDE1}" dt="2023-09-05T01:24:23.580" v="524" actId="790"/>
        <pc:sldMkLst>
          <pc:docMk/>
          <pc:sldMk cId="1756311536" sldId="288"/>
        </pc:sldMkLst>
        <pc:spChg chg="del">
          <ac:chgData name="Wilmer Ortega Erazo" userId="19082e28a51afb61" providerId="LiveId" clId="{30D428CD-1BB2-4A03-8594-A68FE992CDE1}" dt="2023-09-05T01:23:50.774" v="516" actId="478"/>
          <ac:spMkLst>
            <pc:docMk/>
            <pc:sldMk cId="1756311536" sldId="288"/>
            <ac:spMk id="3" creationId="{E7BF8540-50F3-8F90-1DF9-B62C3BAB2A3D}"/>
          </ac:spMkLst>
        </pc:spChg>
        <pc:spChg chg="mod">
          <ac:chgData name="Wilmer Ortega Erazo" userId="19082e28a51afb61" providerId="LiveId" clId="{30D428CD-1BB2-4A03-8594-A68FE992CDE1}" dt="2023-09-05T01:24:23.580" v="524" actId="790"/>
          <ac:spMkLst>
            <pc:docMk/>
            <pc:sldMk cId="1756311536" sldId="288"/>
            <ac:spMk id="4" creationId="{A29C0834-3DBC-9FB3-0E0A-F77D599198EB}"/>
          </ac:spMkLst>
        </pc:spChg>
        <pc:spChg chg="del">
          <ac:chgData name="Wilmer Ortega Erazo" userId="19082e28a51afb61" providerId="LiveId" clId="{30D428CD-1BB2-4A03-8594-A68FE992CDE1}" dt="2023-09-05T01:23:50.774" v="516" actId="478"/>
          <ac:spMkLst>
            <pc:docMk/>
            <pc:sldMk cId="1756311536" sldId="288"/>
            <ac:spMk id="22" creationId="{BA7CA7B5-C813-0AD4-8A97-A65250AB182B}"/>
          </ac:spMkLst>
        </pc:spChg>
        <pc:spChg chg="del">
          <ac:chgData name="Wilmer Ortega Erazo" userId="19082e28a51afb61" providerId="LiveId" clId="{30D428CD-1BB2-4A03-8594-A68FE992CDE1}" dt="2023-09-05T01:23:50.774" v="516" actId="478"/>
          <ac:spMkLst>
            <pc:docMk/>
            <pc:sldMk cId="1756311536" sldId="288"/>
            <ac:spMk id="24" creationId="{3F1A0519-5405-3C88-4393-FDB290CEB5D0}"/>
          </ac:spMkLst>
        </pc:spChg>
        <pc:spChg chg="del">
          <ac:chgData name="Wilmer Ortega Erazo" userId="19082e28a51afb61" providerId="LiveId" clId="{30D428CD-1BB2-4A03-8594-A68FE992CDE1}" dt="2023-09-05T01:23:50.774" v="516" actId="478"/>
          <ac:spMkLst>
            <pc:docMk/>
            <pc:sldMk cId="1756311536" sldId="288"/>
            <ac:spMk id="25" creationId="{A1D35C2C-D4FA-284A-7EBA-708DB080068F}"/>
          </ac:spMkLst>
        </pc:spChg>
        <pc:spChg chg="del">
          <ac:chgData name="Wilmer Ortega Erazo" userId="19082e28a51afb61" providerId="LiveId" clId="{30D428CD-1BB2-4A03-8594-A68FE992CDE1}" dt="2023-09-05T01:23:50.774" v="516" actId="478"/>
          <ac:spMkLst>
            <pc:docMk/>
            <pc:sldMk cId="1756311536" sldId="288"/>
            <ac:spMk id="26" creationId="{A5A34C7F-FF69-8E3D-8168-EA876B17DFED}"/>
          </ac:spMkLst>
        </pc:spChg>
        <pc:spChg chg="del">
          <ac:chgData name="Wilmer Ortega Erazo" userId="19082e28a51afb61" providerId="LiveId" clId="{30D428CD-1BB2-4A03-8594-A68FE992CDE1}" dt="2023-09-05T01:23:50.774" v="516" actId="478"/>
          <ac:spMkLst>
            <pc:docMk/>
            <pc:sldMk cId="1756311536" sldId="288"/>
            <ac:spMk id="27" creationId="{D8CEC780-C674-5A02-FA1A-6E07019AC7BD}"/>
          </ac:spMkLst>
        </pc:spChg>
        <pc:spChg chg="del">
          <ac:chgData name="Wilmer Ortega Erazo" userId="19082e28a51afb61" providerId="LiveId" clId="{30D428CD-1BB2-4A03-8594-A68FE992CDE1}" dt="2023-09-05T01:23:50.774" v="516" actId="478"/>
          <ac:spMkLst>
            <pc:docMk/>
            <pc:sldMk cId="1756311536" sldId="288"/>
            <ac:spMk id="31" creationId="{2F291631-7326-6CD5-665D-AEE842D657FA}"/>
          </ac:spMkLst>
        </pc:spChg>
        <pc:spChg chg="del">
          <ac:chgData name="Wilmer Ortega Erazo" userId="19082e28a51afb61" providerId="LiveId" clId="{30D428CD-1BB2-4A03-8594-A68FE992CDE1}" dt="2023-09-05T01:23:50.774" v="516" actId="478"/>
          <ac:spMkLst>
            <pc:docMk/>
            <pc:sldMk cId="1756311536" sldId="288"/>
            <ac:spMk id="32" creationId="{5107A7E5-7060-8744-BA4F-66FA2EC82500}"/>
          </ac:spMkLst>
        </pc:spChg>
        <pc:spChg chg="del">
          <ac:chgData name="Wilmer Ortega Erazo" userId="19082e28a51afb61" providerId="LiveId" clId="{30D428CD-1BB2-4A03-8594-A68FE992CDE1}" dt="2023-09-05T01:23:50.774" v="516" actId="478"/>
          <ac:spMkLst>
            <pc:docMk/>
            <pc:sldMk cId="1756311536" sldId="288"/>
            <ac:spMk id="33" creationId="{016AAEA3-D92D-FF59-855F-D13D7B73F22A}"/>
          </ac:spMkLst>
        </pc:spChg>
        <pc:spChg chg="del">
          <ac:chgData name="Wilmer Ortega Erazo" userId="19082e28a51afb61" providerId="LiveId" clId="{30D428CD-1BB2-4A03-8594-A68FE992CDE1}" dt="2023-09-05T01:23:50.774" v="516" actId="478"/>
          <ac:spMkLst>
            <pc:docMk/>
            <pc:sldMk cId="1756311536" sldId="288"/>
            <ac:spMk id="34" creationId="{ED847569-0E62-9503-A0F7-A84902A4662F}"/>
          </ac:spMkLst>
        </pc:spChg>
        <pc:spChg chg="del">
          <ac:chgData name="Wilmer Ortega Erazo" userId="19082e28a51afb61" providerId="LiveId" clId="{30D428CD-1BB2-4A03-8594-A68FE992CDE1}" dt="2023-09-05T01:23:50.774" v="516" actId="478"/>
          <ac:spMkLst>
            <pc:docMk/>
            <pc:sldMk cId="1756311536" sldId="288"/>
            <ac:spMk id="35" creationId="{2D929804-4C55-912C-6E90-814EF4D36B51}"/>
          </ac:spMkLst>
        </pc:spChg>
        <pc:spChg chg="del">
          <ac:chgData name="Wilmer Ortega Erazo" userId="19082e28a51afb61" providerId="LiveId" clId="{30D428CD-1BB2-4A03-8594-A68FE992CDE1}" dt="2023-09-05T01:23:50.774" v="516" actId="478"/>
          <ac:spMkLst>
            <pc:docMk/>
            <pc:sldMk cId="1756311536" sldId="288"/>
            <ac:spMk id="36" creationId="{D90E657F-69ED-E6AA-19FF-1502F733996A}"/>
          </ac:spMkLst>
        </pc:spChg>
        <pc:spChg chg="del">
          <ac:chgData name="Wilmer Ortega Erazo" userId="19082e28a51afb61" providerId="LiveId" clId="{30D428CD-1BB2-4A03-8594-A68FE992CDE1}" dt="2023-09-05T01:23:50.774" v="516" actId="478"/>
          <ac:spMkLst>
            <pc:docMk/>
            <pc:sldMk cId="1756311536" sldId="288"/>
            <ac:spMk id="37" creationId="{EF37289D-DC0C-48CB-591E-8D4808674E76}"/>
          </ac:spMkLst>
        </pc:spChg>
        <pc:spChg chg="del">
          <ac:chgData name="Wilmer Ortega Erazo" userId="19082e28a51afb61" providerId="LiveId" clId="{30D428CD-1BB2-4A03-8594-A68FE992CDE1}" dt="2023-09-05T01:23:50.774" v="516" actId="478"/>
          <ac:spMkLst>
            <pc:docMk/>
            <pc:sldMk cId="1756311536" sldId="288"/>
            <ac:spMk id="38" creationId="{F14BB34A-D7F9-B67F-E553-07C8F0764D52}"/>
          </ac:spMkLst>
        </pc:spChg>
        <pc:spChg chg="del">
          <ac:chgData name="Wilmer Ortega Erazo" userId="19082e28a51afb61" providerId="LiveId" clId="{30D428CD-1BB2-4A03-8594-A68FE992CDE1}" dt="2023-09-05T01:23:50.774" v="516" actId="478"/>
          <ac:spMkLst>
            <pc:docMk/>
            <pc:sldMk cId="1756311536" sldId="288"/>
            <ac:spMk id="39" creationId="{122B5DDC-ED51-CEE3-B45A-ED0F0A66A858}"/>
          </ac:spMkLst>
        </pc:spChg>
        <pc:spChg chg="del">
          <ac:chgData name="Wilmer Ortega Erazo" userId="19082e28a51afb61" providerId="LiveId" clId="{30D428CD-1BB2-4A03-8594-A68FE992CDE1}" dt="2023-09-05T01:23:50.774" v="516" actId="478"/>
          <ac:spMkLst>
            <pc:docMk/>
            <pc:sldMk cId="1756311536" sldId="288"/>
            <ac:spMk id="43" creationId="{4B18EE1B-6FED-5065-C878-3CF4F3C378EE}"/>
          </ac:spMkLst>
        </pc:spChg>
        <pc:spChg chg="del">
          <ac:chgData name="Wilmer Ortega Erazo" userId="19082e28a51afb61" providerId="LiveId" clId="{30D428CD-1BB2-4A03-8594-A68FE992CDE1}" dt="2023-09-05T01:23:50.774" v="516" actId="478"/>
          <ac:spMkLst>
            <pc:docMk/>
            <pc:sldMk cId="1756311536" sldId="288"/>
            <ac:spMk id="44" creationId="{A18E73DF-0523-CF37-40A6-0962739F8493}"/>
          </ac:spMkLst>
        </pc:spChg>
        <pc:spChg chg="del">
          <ac:chgData name="Wilmer Ortega Erazo" userId="19082e28a51afb61" providerId="LiveId" clId="{30D428CD-1BB2-4A03-8594-A68FE992CDE1}" dt="2023-09-05T01:23:50.774" v="516" actId="478"/>
          <ac:spMkLst>
            <pc:docMk/>
            <pc:sldMk cId="1756311536" sldId="288"/>
            <ac:spMk id="48" creationId="{68431136-2266-0BD5-383F-2E381F67794B}"/>
          </ac:spMkLst>
        </pc:spChg>
        <pc:spChg chg="del">
          <ac:chgData name="Wilmer Ortega Erazo" userId="19082e28a51afb61" providerId="LiveId" clId="{30D428CD-1BB2-4A03-8594-A68FE992CDE1}" dt="2023-09-05T01:23:50.774" v="516" actId="478"/>
          <ac:spMkLst>
            <pc:docMk/>
            <pc:sldMk cId="1756311536" sldId="288"/>
            <ac:spMk id="49" creationId="{B4009EBD-F753-3506-734F-A1B51BAEE573}"/>
          </ac:spMkLst>
        </pc:spChg>
        <pc:grpChg chg="del">
          <ac:chgData name="Wilmer Ortega Erazo" userId="19082e28a51afb61" providerId="LiveId" clId="{30D428CD-1BB2-4A03-8594-A68FE992CDE1}" dt="2023-09-05T01:23:50.774" v="516" actId="478"/>
          <ac:grpSpMkLst>
            <pc:docMk/>
            <pc:sldMk cId="1756311536" sldId="288"/>
            <ac:grpSpMk id="28" creationId="{42F5DDD1-FFB8-A0EC-B470-8F7FC6A73787}"/>
          </ac:grpSpMkLst>
        </pc:grpChg>
        <pc:grpChg chg="del">
          <ac:chgData name="Wilmer Ortega Erazo" userId="19082e28a51afb61" providerId="LiveId" clId="{30D428CD-1BB2-4A03-8594-A68FE992CDE1}" dt="2023-09-05T01:23:50.774" v="516" actId="478"/>
          <ac:grpSpMkLst>
            <pc:docMk/>
            <pc:sldMk cId="1756311536" sldId="288"/>
            <ac:grpSpMk id="40" creationId="{0B3B0659-1975-C411-3945-40A2B43D4FAC}"/>
          </ac:grpSpMkLst>
        </pc:grpChg>
        <pc:grpChg chg="del">
          <ac:chgData name="Wilmer Ortega Erazo" userId="19082e28a51afb61" providerId="LiveId" clId="{30D428CD-1BB2-4A03-8594-A68FE992CDE1}" dt="2023-09-05T01:23:50.774" v="516" actId="478"/>
          <ac:grpSpMkLst>
            <pc:docMk/>
            <pc:sldMk cId="1756311536" sldId="288"/>
            <ac:grpSpMk id="45" creationId="{0958E659-71DC-9177-B8C1-C7BFD3F42009}"/>
          </ac:grpSpMkLst>
        </pc:grpChg>
      </pc:sldChg>
      <pc:sldChg chg="addSp modSp add mod">
        <pc:chgData name="Wilmer Ortega Erazo" userId="19082e28a51afb61" providerId="LiveId" clId="{30D428CD-1BB2-4A03-8594-A68FE992CDE1}" dt="2023-09-05T01:25:03.132" v="529" actId="1076"/>
        <pc:sldMkLst>
          <pc:docMk/>
          <pc:sldMk cId="1026742113" sldId="289"/>
        </pc:sldMkLst>
        <pc:spChg chg="add mod">
          <ac:chgData name="Wilmer Ortega Erazo" userId="19082e28a51afb61" providerId="LiveId" clId="{30D428CD-1BB2-4A03-8594-A68FE992CDE1}" dt="2023-09-05T01:25:03.132" v="529" actId="1076"/>
          <ac:spMkLst>
            <pc:docMk/>
            <pc:sldMk cId="1026742113" sldId="289"/>
            <ac:spMk id="3" creationId="{ECF9E434-F456-3C56-C833-248E46A7834A}"/>
          </ac:spMkLst>
        </pc:spChg>
        <pc:spChg chg="mod">
          <ac:chgData name="Wilmer Ortega Erazo" userId="19082e28a51afb61" providerId="LiveId" clId="{30D428CD-1BB2-4A03-8594-A68FE992CDE1}" dt="2023-09-05T01:24:48.158" v="527" actId="255"/>
          <ac:spMkLst>
            <pc:docMk/>
            <pc:sldMk cId="1026742113" sldId="289"/>
            <ac:spMk id="4" creationId="{A29C0834-3DBC-9FB3-0E0A-F77D599198EB}"/>
          </ac:spMkLst>
        </pc:spChg>
        <pc:spChg chg="add mod">
          <ac:chgData name="Wilmer Ortega Erazo" userId="19082e28a51afb61" providerId="LiveId" clId="{30D428CD-1BB2-4A03-8594-A68FE992CDE1}" dt="2023-09-05T01:25:03.132" v="529" actId="1076"/>
          <ac:spMkLst>
            <pc:docMk/>
            <pc:sldMk cId="1026742113" sldId="289"/>
            <ac:spMk id="5" creationId="{F9F8B8C1-ECE7-7FEC-40E3-C2A2C6775BC2}"/>
          </ac:spMkLst>
        </pc:spChg>
        <pc:spChg chg="add mod">
          <ac:chgData name="Wilmer Ortega Erazo" userId="19082e28a51afb61" providerId="LiveId" clId="{30D428CD-1BB2-4A03-8594-A68FE992CDE1}" dt="2023-09-05T01:25:03.132" v="529" actId="1076"/>
          <ac:spMkLst>
            <pc:docMk/>
            <pc:sldMk cId="1026742113" sldId="289"/>
            <ac:spMk id="7" creationId="{D8CC332A-BE40-F867-6BD5-C15BF1A04144}"/>
          </ac:spMkLst>
        </pc:spChg>
        <pc:spChg chg="add mod">
          <ac:chgData name="Wilmer Ortega Erazo" userId="19082e28a51afb61" providerId="LiveId" clId="{30D428CD-1BB2-4A03-8594-A68FE992CDE1}" dt="2023-09-05T01:25:03.132" v="529" actId="1076"/>
          <ac:spMkLst>
            <pc:docMk/>
            <pc:sldMk cId="1026742113" sldId="289"/>
            <ac:spMk id="8" creationId="{E5EEF5F8-E731-DA3B-EA81-C3DE8EFB60A5}"/>
          </ac:spMkLst>
        </pc:spChg>
        <pc:spChg chg="add mod">
          <ac:chgData name="Wilmer Ortega Erazo" userId="19082e28a51afb61" providerId="LiveId" clId="{30D428CD-1BB2-4A03-8594-A68FE992CDE1}" dt="2023-09-05T01:25:03.132" v="529" actId="1076"/>
          <ac:spMkLst>
            <pc:docMk/>
            <pc:sldMk cId="1026742113" sldId="289"/>
            <ac:spMk id="9" creationId="{6DC219DA-2A1F-4C0C-2427-284A0453DBA8}"/>
          </ac:spMkLst>
        </pc:spChg>
        <pc:spChg chg="mod">
          <ac:chgData name="Wilmer Ortega Erazo" userId="19082e28a51afb61" providerId="LiveId" clId="{30D428CD-1BB2-4A03-8594-A68FE992CDE1}" dt="2023-09-05T01:25:03.132" v="529" actId="1076"/>
          <ac:spMkLst>
            <pc:docMk/>
            <pc:sldMk cId="1026742113" sldId="289"/>
            <ac:spMk id="11" creationId="{DBDF6F51-6426-2D44-FE0A-5B7104BA1E04}"/>
          </ac:spMkLst>
        </pc:spChg>
        <pc:spChg chg="mod">
          <ac:chgData name="Wilmer Ortega Erazo" userId="19082e28a51afb61" providerId="LiveId" clId="{30D428CD-1BB2-4A03-8594-A68FE992CDE1}" dt="2023-09-05T01:25:03.132" v="529" actId="1076"/>
          <ac:spMkLst>
            <pc:docMk/>
            <pc:sldMk cId="1026742113" sldId="289"/>
            <ac:spMk id="12" creationId="{2596DE32-A525-A0FC-9EA8-FEA88B458716}"/>
          </ac:spMkLst>
        </pc:spChg>
        <pc:spChg chg="add mod">
          <ac:chgData name="Wilmer Ortega Erazo" userId="19082e28a51afb61" providerId="LiveId" clId="{30D428CD-1BB2-4A03-8594-A68FE992CDE1}" dt="2023-09-05T01:25:03.132" v="529" actId="1076"/>
          <ac:spMkLst>
            <pc:docMk/>
            <pc:sldMk cId="1026742113" sldId="289"/>
            <ac:spMk id="13" creationId="{138F521B-C419-6EBF-527D-9C7A817E97C8}"/>
          </ac:spMkLst>
        </pc:spChg>
        <pc:spChg chg="add mod">
          <ac:chgData name="Wilmer Ortega Erazo" userId="19082e28a51afb61" providerId="LiveId" clId="{30D428CD-1BB2-4A03-8594-A68FE992CDE1}" dt="2023-09-05T01:25:03.132" v="529" actId="1076"/>
          <ac:spMkLst>
            <pc:docMk/>
            <pc:sldMk cId="1026742113" sldId="289"/>
            <ac:spMk id="14" creationId="{ACFAA1AE-807C-A5DD-5248-6D24460FF516}"/>
          </ac:spMkLst>
        </pc:spChg>
        <pc:spChg chg="add mod">
          <ac:chgData name="Wilmer Ortega Erazo" userId="19082e28a51afb61" providerId="LiveId" clId="{30D428CD-1BB2-4A03-8594-A68FE992CDE1}" dt="2023-09-05T01:25:03.132" v="529" actId="1076"/>
          <ac:spMkLst>
            <pc:docMk/>
            <pc:sldMk cId="1026742113" sldId="289"/>
            <ac:spMk id="15" creationId="{5983F020-CD75-E816-C8C7-67B45CCA339A}"/>
          </ac:spMkLst>
        </pc:spChg>
        <pc:spChg chg="add mod">
          <ac:chgData name="Wilmer Ortega Erazo" userId="19082e28a51afb61" providerId="LiveId" clId="{30D428CD-1BB2-4A03-8594-A68FE992CDE1}" dt="2023-09-05T01:25:03.132" v="529" actId="1076"/>
          <ac:spMkLst>
            <pc:docMk/>
            <pc:sldMk cId="1026742113" sldId="289"/>
            <ac:spMk id="16" creationId="{C1E188D4-E7A4-5082-0214-AF81B23E73A9}"/>
          </ac:spMkLst>
        </pc:spChg>
        <pc:spChg chg="add mod">
          <ac:chgData name="Wilmer Ortega Erazo" userId="19082e28a51afb61" providerId="LiveId" clId="{30D428CD-1BB2-4A03-8594-A68FE992CDE1}" dt="2023-09-05T01:25:03.132" v="529" actId="1076"/>
          <ac:spMkLst>
            <pc:docMk/>
            <pc:sldMk cId="1026742113" sldId="289"/>
            <ac:spMk id="17" creationId="{B2A400D5-7414-8E1D-3735-A2393D29FA4A}"/>
          </ac:spMkLst>
        </pc:spChg>
        <pc:spChg chg="add mod">
          <ac:chgData name="Wilmer Ortega Erazo" userId="19082e28a51afb61" providerId="LiveId" clId="{30D428CD-1BB2-4A03-8594-A68FE992CDE1}" dt="2023-09-05T01:25:03.132" v="529" actId="1076"/>
          <ac:spMkLst>
            <pc:docMk/>
            <pc:sldMk cId="1026742113" sldId="289"/>
            <ac:spMk id="18" creationId="{A26EE6B1-60D3-A26E-121A-A4CD14D2F90A}"/>
          </ac:spMkLst>
        </pc:spChg>
        <pc:spChg chg="add mod">
          <ac:chgData name="Wilmer Ortega Erazo" userId="19082e28a51afb61" providerId="LiveId" clId="{30D428CD-1BB2-4A03-8594-A68FE992CDE1}" dt="2023-09-05T01:25:03.132" v="529" actId="1076"/>
          <ac:spMkLst>
            <pc:docMk/>
            <pc:sldMk cId="1026742113" sldId="289"/>
            <ac:spMk id="19" creationId="{07C25959-8124-4D1D-66BA-57C70B04A33F}"/>
          </ac:spMkLst>
        </pc:spChg>
        <pc:spChg chg="add mod">
          <ac:chgData name="Wilmer Ortega Erazo" userId="19082e28a51afb61" providerId="LiveId" clId="{30D428CD-1BB2-4A03-8594-A68FE992CDE1}" dt="2023-09-05T01:25:03.132" v="529" actId="1076"/>
          <ac:spMkLst>
            <pc:docMk/>
            <pc:sldMk cId="1026742113" sldId="289"/>
            <ac:spMk id="20" creationId="{3EE8A5A0-5DCF-62BB-AF06-9A7ADA1D1662}"/>
          </ac:spMkLst>
        </pc:spChg>
        <pc:spChg chg="add mod">
          <ac:chgData name="Wilmer Ortega Erazo" userId="19082e28a51afb61" providerId="LiveId" clId="{30D428CD-1BB2-4A03-8594-A68FE992CDE1}" dt="2023-09-05T01:25:03.132" v="529" actId="1076"/>
          <ac:spMkLst>
            <pc:docMk/>
            <pc:sldMk cId="1026742113" sldId="289"/>
            <ac:spMk id="21" creationId="{4F160779-B87D-1C2E-EB12-F6FB9D5323D1}"/>
          </ac:spMkLst>
        </pc:spChg>
        <pc:spChg chg="add mod">
          <ac:chgData name="Wilmer Ortega Erazo" userId="19082e28a51afb61" providerId="LiveId" clId="{30D428CD-1BB2-4A03-8594-A68FE992CDE1}" dt="2023-09-05T01:25:03.132" v="529" actId="1076"/>
          <ac:spMkLst>
            <pc:docMk/>
            <pc:sldMk cId="1026742113" sldId="289"/>
            <ac:spMk id="22" creationId="{C2AA0FF6-5396-6687-26FC-0432A6C19CDD}"/>
          </ac:spMkLst>
        </pc:spChg>
        <pc:spChg chg="add mod">
          <ac:chgData name="Wilmer Ortega Erazo" userId="19082e28a51afb61" providerId="LiveId" clId="{30D428CD-1BB2-4A03-8594-A68FE992CDE1}" dt="2023-09-05T01:25:03.132" v="529" actId="1076"/>
          <ac:spMkLst>
            <pc:docMk/>
            <pc:sldMk cId="1026742113" sldId="289"/>
            <ac:spMk id="23" creationId="{01C53F67-5A46-1628-AFAD-1DFF4F9EEB09}"/>
          </ac:spMkLst>
        </pc:spChg>
        <pc:spChg chg="add mod">
          <ac:chgData name="Wilmer Ortega Erazo" userId="19082e28a51afb61" providerId="LiveId" clId="{30D428CD-1BB2-4A03-8594-A68FE992CDE1}" dt="2023-09-05T01:25:03.132" v="529" actId="1076"/>
          <ac:spMkLst>
            <pc:docMk/>
            <pc:sldMk cId="1026742113" sldId="289"/>
            <ac:spMk id="24" creationId="{C81FBC0D-169F-351C-FA4D-29BCEAA6D0F9}"/>
          </ac:spMkLst>
        </pc:spChg>
        <pc:spChg chg="add mod">
          <ac:chgData name="Wilmer Ortega Erazo" userId="19082e28a51afb61" providerId="LiveId" clId="{30D428CD-1BB2-4A03-8594-A68FE992CDE1}" dt="2023-09-05T01:25:03.132" v="529" actId="1076"/>
          <ac:spMkLst>
            <pc:docMk/>
            <pc:sldMk cId="1026742113" sldId="289"/>
            <ac:spMk id="25" creationId="{8472F9A2-4B81-481A-E4A3-E1E17198D3F4}"/>
          </ac:spMkLst>
        </pc:spChg>
        <pc:spChg chg="add mod">
          <ac:chgData name="Wilmer Ortega Erazo" userId="19082e28a51afb61" providerId="LiveId" clId="{30D428CD-1BB2-4A03-8594-A68FE992CDE1}" dt="2023-09-05T01:25:03.132" v="529" actId="1076"/>
          <ac:spMkLst>
            <pc:docMk/>
            <pc:sldMk cId="1026742113" sldId="289"/>
            <ac:spMk id="26" creationId="{9742E011-C34A-331D-6388-D2638D0B9605}"/>
          </ac:spMkLst>
        </pc:spChg>
        <pc:spChg chg="add mod">
          <ac:chgData name="Wilmer Ortega Erazo" userId="19082e28a51afb61" providerId="LiveId" clId="{30D428CD-1BB2-4A03-8594-A68FE992CDE1}" dt="2023-09-05T01:25:03.132" v="529" actId="1076"/>
          <ac:spMkLst>
            <pc:docMk/>
            <pc:sldMk cId="1026742113" sldId="289"/>
            <ac:spMk id="27" creationId="{3FAD0C66-8F6F-48D8-4DAC-E3B82BCB5AD7}"/>
          </ac:spMkLst>
        </pc:spChg>
        <pc:spChg chg="add mod">
          <ac:chgData name="Wilmer Ortega Erazo" userId="19082e28a51afb61" providerId="LiveId" clId="{30D428CD-1BB2-4A03-8594-A68FE992CDE1}" dt="2023-09-05T01:25:03.132" v="529" actId="1076"/>
          <ac:spMkLst>
            <pc:docMk/>
            <pc:sldMk cId="1026742113" sldId="289"/>
            <ac:spMk id="28" creationId="{29BE6E80-2E98-7E5A-3518-520D45E15A44}"/>
          </ac:spMkLst>
        </pc:spChg>
        <pc:spChg chg="add mod">
          <ac:chgData name="Wilmer Ortega Erazo" userId="19082e28a51afb61" providerId="LiveId" clId="{30D428CD-1BB2-4A03-8594-A68FE992CDE1}" dt="2023-09-05T01:25:03.132" v="529" actId="1076"/>
          <ac:spMkLst>
            <pc:docMk/>
            <pc:sldMk cId="1026742113" sldId="289"/>
            <ac:spMk id="29" creationId="{DBB6FBB2-3FEC-0C28-90D8-B071E08F0DEF}"/>
          </ac:spMkLst>
        </pc:spChg>
        <pc:spChg chg="add mod">
          <ac:chgData name="Wilmer Ortega Erazo" userId="19082e28a51afb61" providerId="LiveId" clId="{30D428CD-1BB2-4A03-8594-A68FE992CDE1}" dt="2023-09-05T01:25:03.132" v="529" actId="1076"/>
          <ac:spMkLst>
            <pc:docMk/>
            <pc:sldMk cId="1026742113" sldId="289"/>
            <ac:spMk id="30" creationId="{C3C19B6F-946D-017F-B388-044D96E1C5BD}"/>
          </ac:spMkLst>
        </pc:spChg>
        <pc:spChg chg="add mod">
          <ac:chgData name="Wilmer Ortega Erazo" userId="19082e28a51afb61" providerId="LiveId" clId="{30D428CD-1BB2-4A03-8594-A68FE992CDE1}" dt="2023-09-05T01:25:03.132" v="529" actId="1076"/>
          <ac:spMkLst>
            <pc:docMk/>
            <pc:sldMk cId="1026742113" sldId="289"/>
            <ac:spMk id="31" creationId="{5EE7FE0D-8A01-80FB-12ED-E3282382A006}"/>
          </ac:spMkLst>
        </pc:spChg>
        <pc:spChg chg="add mod">
          <ac:chgData name="Wilmer Ortega Erazo" userId="19082e28a51afb61" providerId="LiveId" clId="{30D428CD-1BB2-4A03-8594-A68FE992CDE1}" dt="2023-09-05T01:25:03.132" v="529" actId="1076"/>
          <ac:spMkLst>
            <pc:docMk/>
            <pc:sldMk cId="1026742113" sldId="289"/>
            <ac:spMk id="32" creationId="{6721BD02-964D-0570-497A-B4604892A936}"/>
          </ac:spMkLst>
        </pc:spChg>
        <pc:spChg chg="add mod">
          <ac:chgData name="Wilmer Ortega Erazo" userId="19082e28a51afb61" providerId="LiveId" clId="{30D428CD-1BB2-4A03-8594-A68FE992CDE1}" dt="2023-09-05T01:25:03.132" v="529" actId="1076"/>
          <ac:spMkLst>
            <pc:docMk/>
            <pc:sldMk cId="1026742113" sldId="289"/>
            <ac:spMk id="33" creationId="{66D5D997-BA7C-DBFC-2843-69073BAB512D}"/>
          </ac:spMkLst>
        </pc:spChg>
        <pc:spChg chg="add mod">
          <ac:chgData name="Wilmer Ortega Erazo" userId="19082e28a51afb61" providerId="LiveId" clId="{30D428CD-1BB2-4A03-8594-A68FE992CDE1}" dt="2023-09-05T01:25:03.132" v="529" actId="1076"/>
          <ac:spMkLst>
            <pc:docMk/>
            <pc:sldMk cId="1026742113" sldId="289"/>
            <ac:spMk id="34" creationId="{B75D9A6D-0165-E719-8FBB-58C7E820B13A}"/>
          </ac:spMkLst>
        </pc:spChg>
        <pc:grpChg chg="add mod">
          <ac:chgData name="Wilmer Ortega Erazo" userId="19082e28a51afb61" providerId="LiveId" clId="{30D428CD-1BB2-4A03-8594-A68FE992CDE1}" dt="2023-09-05T01:25:03.132" v="529" actId="1076"/>
          <ac:grpSpMkLst>
            <pc:docMk/>
            <pc:sldMk cId="1026742113" sldId="289"/>
            <ac:grpSpMk id="10" creationId="{1FD471BA-0F9B-AA56-BD20-71404F9C05E6}"/>
          </ac:grpSpMkLst>
        </pc:grpChg>
      </pc:sldChg>
      <pc:sldChg chg="addSp delSp modSp add mod">
        <pc:chgData name="Wilmer Ortega Erazo" userId="19082e28a51afb61" providerId="LiveId" clId="{30D428CD-1BB2-4A03-8594-A68FE992CDE1}" dt="2023-09-05T01:28:22.607" v="553" actId="255"/>
        <pc:sldMkLst>
          <pc:docMk/>
          <pc:sldMk cId="919220694" sldId="290"/>
        </pc:sldMkLst>
        <pc:spChg chg="del">
          <ac:chgData name="Wilmer Ortega Erazo" userId="19082e28a51afb61" providerId="LiveId" clId="{30D428CD-1BB2-4A03-8594-A68FE992CDE1}" dt="2023-09-05T01:26:03.478" v="534" actId="478"/>
          <ac:spMkLst>
            <pc:docMk/>
            <pc:sldMk cId="919220694" sldId="290"/>
            <ac:spMk id="3" creationId="{ECF9E434-F456-3C56-C833-248E46A7834A}"/>
          </ac:spMkLst>
        </pc:spChg>
        <pc:spChg chg="mod">
          <ac:chgData name="Wilmer Ortega Erazo" userId="19082e28a51afb61" providerId="LiveId" clId="{30D428CD-1BB2-4A03-8594-A68FE992CDE1}" dt="2023-09-05T01:25:58.170" v="533" actId="790"/>
          <ac:spMkLst>
            <pc:docMk/>
            <pc:sldMk cId="919220694" sldId="290"/>
            <ac:spMk id="4" creationId="{A29C0834-3DBC-9FB3-0E0A-F77D599198EB}"/>
          </ac:spMkLst>
        </pc:spChg>
        <pc:spChg chg="del">
          <ac:chgData name="Wilmer Ortega Erazo" userId="19082e28a51afb61" providerId="LiveId" clId="{30D428CD-1BB2-4A03-8594-A68FE992CDE1}" dt="2023-09-05T01:26:03.478" v="534" actId="478"/>
          <ac:spMkLst>
            <pc:docMk/>
            <pc:sldMk cId="919220694" sldId="290"/>
            <ac:spMk id="5" creationId="{F9F8B8C1-ECE7-7FEC-40E3-C2A2C6775BC2}"/>
          </ac:spMkLst>
        </pc:spChg>
        <pc:spChg chg="del">
          <ac:chgData name="Wilmer Ortega Erazo" userId="19082e28a51afb61" providerId="LiveId" clId="{30D428CD-1BB2-4A03-8594-A68FE992CDE1}" dt="2023-09-05T01:26:03.478" v="534" actId="478"/>
          <ac:spMkLst>
            <pc:docMk/>
            <pc:sldMk cId="919220694" sldId="290"/>
            <ac:spMk id="7" creationId="{D8CC332A-BE40-F867-6BD5-C15BF1A04144}"/>
          </ac:spMkLst>
        </pc:spChg>
        <pc:spChg chg="del">
          <ac:chgData name="Wilmer Ortega Erazo" userId="19082e28a51afb61" providerId="LiveId" clId="{30D428CD-1BB2-4A03-8594-A68FE992CDE1}" dt="2023-09-05T01:26:03.478" v="534" actId="478"/>
          <ac:spMkLst>
            <pc:docMk/>
            <pc:sldMk cId="919220694" sldId="290"/>
            <ac:spMk id="8" creationId="{E5EEF5F8-E731-DA3B-EA81-C3DE8EFB60A5}"/>
          </ac:spMkLst>
        </pc:spChg>
        <pc:spChg chg="del">
          <ac:chgData name="Wilmer Ortega Erazo" userId="19082e28a51afb61" providerId="LiveId" clId="{30D428CD-1BB2-4A03-8594-A68FE992CDE1}" dt="2023-09-05T01:26:03.478" v="534" actId="478"/>
          <ac:spMkLst>
            <pc:docMk/>
            <pc:sldMk cId="919220694" sldId="290"/>
            <ac:spMk id="9" creationId="{6DC219DA-2A1F-4C0C-2427-284A0453DBA8}"/>
          </ac:spMkLst>
        </pc:spChg>
        <pc:spChg chg="del">
          <ac:chgData name="Wilmer Ortega Erazo" userId="19082e28a51afb61" providerId="LiveId" clId="{30D428CD-1BB2-4A03-8594-A68FE992CDE1}" dt="2023-09-05T01:26:03.478" v="534" actId="478"/>
          <ac:spMkLst>
            <pc:docMk/>
            <pc:sldMk cId="919220694" sldId="290"/>
            <ac:spMk id="13" creationId="{138F521B-C419-6EBF-527D-9C7A817E97C8}"/>
          </ac:spMkLst>
        </pc:spChg>
        <pc:spChg chg="del">
          <ac:chgData name="Wilmer Ortega Erazo" userId="19082e28a51afb61" providerId="LiveId" clId="{30D428CD-1BB2-4A03-8594-A68FE992CDE1}" dt="2023-09-05T01:26:03.478" v="534" actId="478"/>
          <ac:spMkLst>
            <pc:docMk/>
            <pc:sldMk cId="919220694" sldId="290"/>
            <ac:spMk id="14" creationId="{ACFAA1AE-807C-A5DD-5248-6D24460FF516}"/>
          </ac:spMkLst>
        </pc:spChg>
        <pc:spChg chg="del">
          <ac:chgData name="Wilmer Ortega Erazo" userId="19082e28a51afb61" providerId="LiveId" clId="{30D428CD-1BB2-4A03-8594-A68FE992CDE1}" dt="2023-09-05T01:26:03.478" v="534" actId="478"/>
          <ac:spMkLst>
            <pc:docMk/>
            <pc:sldMk cId="919220694" sldId="290"/>
            <ac:spMk id="15" creationId="{5983F020-CD75-E816-C8C7-67B45CCA339A}"/>
          </ac:spMkLst>
        </pc:spChg>
        <pc:spChg chg="del">
          <ac:chgData name="Wilmer Ortega Erazo" userId="19082e28a51afb61" providerId="LiveId" clId="{30D428CD-1BB2-4A03-8594-A68FE992CDE1}" dt="2023-09-05T01:26:03.478" v="534" actId="478"/>
          <ac:spMkLst>
            <pc:docMk/>
            <pc:sldMk cId="919220694" sldId="290"/>
            <ac:spMk id="16" creationId="{C1E188D4-E7A4-5082-0214-AF81B23E73A9}"/>
          </ac:spMkLst>
        </pc:spChg>
        <pc:spChg chg="del">
          <ac:chgData name="Wilmer Ortega Erazo" userId="19082e28a51afb61" providerId="LiveId" clId="{30D428CD-1BB2-4A03-8594-A68FE992CDE1}" dt="2023-09-05T01:26:03.478" v="534" actId="478"/>
          <ac:spMkLst>
            <pc:docMk/>
            <pc:sldMk cId="919220694" sldId="290"/>
            <ac:spMk id="17" creationId="{B2A400D5-7414-8E1D-3735-A2393D29FA4A}"/>
          </ac:spMkLst>
        </pc:spChg>
        <pc:spChg chg="del">
          <ac:chgData name="Wilmer Ortega Erazo" userId="19082e28a51afb61" providerId="LiveId" clId="{30D428CD-1BB2-4A03-8594-A68FE992CDE1}" dt="2023-09-05T01:26:03.478" v="534" actId="478"/>
          <ac:spMkLst>
            <pc:docMk/>
            <pc:sldMk cId="919220694" sldId="290"/>
            <ac:spMk id="18" creationId="{A26EE6B1-60D3-A26E-121A-A4CD14D2F90A}"/>
          </ac:spMkLst>
        </pc:spChg>
        <pc:spChg chg="del">
          <ac:chgData name="Wilmer Ortega Erazo" userId="19082e28a51afb61" providerId="LiveId" clId="{30D428CD-1BB2-4A03-8594-A68FE992CDE1}" dt="2023-09-05T01:26:03.478" v="534" actId="478"/>
          <ac:spMkLst>
            <pc:docMk/>
            <pc:sldMk cId="919220694" sldId="290"/>
            <ac:spMk id="19" creationId="{07C25959-8124-4D1D-66BA-57C70B04A33F}"/>
          </ac:spMkLst>
        </pc:spChg>
        <pc:spChg chg="del">
          <ac:chgData name="Wilmer Ortega Erazo" userId="19082e28a51afb61" providerId="LiveId" clId="{30D428CD-1BB2-4A03-8594-A68FE992CDE1}" dt="2023-09-05T01:26:03.478" v="534" actId="478"/>
          <ac:spMkLst>
            <pc:docMk/>
            <pc:sldMk cId="919220694" sldId="290"/>
            <ac:spMk id="20" creationId="{3EE8A5A0-5DCF-62BB-AF06-9A7ADA1D1662}"/>
          </ac:spMkLst>
        </pc:spChg>
        <pc:spChg chg="del">
          <ac:chgData name="Wilmer Ortega Erazo" userId="19082e28a51afb61" providerId="LiveId" clId="{30D428CD-1BB2-4A03-8594-A68FE992CDE1}" dt="2023-09-05T01:26:03.478" v="534" actId="478"/>
          <ac:spMkLst>
            <pc:docMk/>
            <pc:sldMk cId="919220694" sldId="290"/>
            <ac:spMk id="21" creationId="{4F160779-B87D-1C2E-EB12-F6FB9D5323D1}"/>
          </ac:spMkLst>
        </pc:spChg>
        <pc:spChg chg="del">
          <ac:chgData name="Wilmer Ortega Erazo" userId="19082e28a51afb61" providerId="LiveId" clId="{30D428CD-1BB2-4A03-8594-A68FE992CDE1}" dt="2023-09-05T01:26:03.478" v="534" actId="478"/>
          <ac:spMkLst>
            <pc:docMk/>
            <pc:sldMk cId="919220694" sldId="290"/>
            <ac:spMk id="22" creationId="{C2AA0FF6-5396-6687-26FC-0432A6C19CDD}"/>
          </ac:spMkLst>
        </pc:spChg>
        <pc:spChg chg="del">
          <ac:chgData name="Wilmer Ortega Erazo" userId="19082e28a51afb61" providerId="LiveId" clId="{30D428CD-1BB2-4A03-8594-A68FE992CDE1}" dt="2023-09-05T01:26:03.478" v="534" actId="478"/>
          <ac:spMkLst>
            <pc:docMk/>
            <pc:sldMk cId="919220694" sldId="290"/>
            <ac:spMk id="23" creationId="{01C53F67-5A46-1628-AFAD-1DFF4F9EEB09}"/>
          </ac:spMkLst>
        </pc:spChg>
        <pc:spChg chg="del">
          <ac:chgData name="Wilmer Ortega Erazo" userId="19082e28a51afb61" providerId="LiveId" clId="{30D428CD-1BB2-4A03-8594-A68FE992CDE1}" dt="2023-09-05T01:26:03.478" v="534" actId="478"/>
          <ac:spMkLst>
            <pc:docMk/>
            <pc:sldMk cId="919220694" sldId="290"/>
            <ac:spMk id="24" creationId="{C81FBC0D-169F-351C-FA4D-29BCEAA6D0F9}"/>
          </ac:spMkLst>
        </pc:spChg>
        <pc:spChg chg="del">
          <ac:chgData name="Wilmer Ortega Erazo" userId="19082e28a51afb61" providerId="LiveId" clId="{30D428CD-1BB2-4A03-8594-A68FE992CDE1}" dt="2023-09-05T01:26:03.478" v="534" actId="478"/>
          <ac:spMkLst>
            <pc:docMk/>
            <pc:sldMk cId="919220694" sldId="290"/>
            <ac:spMk id="25" creationId="{8472F9A2-4B81-481A-E4A3-E1E17198D3F4}"/>
          </ac:spMkLst>
        </pc:spChg>
        <pc:spChg chg="del">
          <ac:chgData name="Wilmer Ortega Erazo" userId="19082e28a51afb61" providerId="LiveId" clId="{30D428CD-1BB2-4A03-8594-A68FE992CDE1}" dt="2023-09-05T01:26:03.478" v="534" actId="478"/>
          <ac:spMkLst>
            <pc:docMk/>
            <pc:sldMk cId="919220694" sldId="290"/>
            <ac:spMk id="26" creationId="{9742E011-C34A-331D-6388-D2638D0B9605}"/>
          </ac:spMkLst>
        </pc:spChg>
        <pc:spChg chg="del">
          <ac:chgData name="Wilmer Ortega Erazo" userId="19082e28a51afb61" providerId="LiveId" clId="{30D428CD-1BB2-4A03-8594-A68FE992CDE1}" dt="2023-09-05T01:26:03.478" v="534" actId="478"/>
          <ac:spMkLst>
            <pc:docMk/>
            <pc:sldMk cId="919220694" sldId="290"/>
            <ac:spMk id="27" creationId="{3FAD0C66-8F6F-48D8-4DAC-E3B82BCB5AD7}"/>
          </ac:spMkLst>
        </pc:spChg>
        <pc:spChg chg="del">
          <ac:chgData name="Wilmer Ortega Erazo" userId="19082e28a51afb61" providerId="LiveId" clId="{30D428CD-1BB2-4A03-8594-A68FE992CDE1}" dt="2023-09-05T01:26:03.478" v="534" actId="478"/>
          <ac:spMkLst>
            <pc:docMk/>
            <pc:sldMk cId="919220694" sldId="290"/>
            <ac:spMk id="28" creationId="{29BE6E80-2E98-7E5A-3518-520D45E15A44}"/>
          </ac:spMkLst>
        </pc:spChg>
        <pc:spChg chg="del">
          <ac:chgData name="Wilmer Ortega Erazo" userId="19082e28a51afb61" providerId="LiveId" clId="{30D428CD-1BB2-4A03-8594-A68FE992CDE1}" dt="2023-09-05T01:26:03.478" v="534" actId="478"/>
          <ac:spMkLst>
            <pc:docMk/>
            <pc:sldMk cId="919220694" sldId="290"/>
            <ac:spMk id="29" creationId="{DBB6FBB2-3FEC-0C28-90D8-B071E08F0DEF}"/>
          </ac:spMkLst>
        </pc:spChg>
        <pc:spChg chg="del">
          <ac:chgData name="Wilmer Ortega Erazo" userId="19082e28a51afb61" providerId="LiveId" clId="{30D428CD-1BB2-4A03-8594-A68FE992CDE1}" dt="2023-09-05T01:26:03.478" v="534" actId="478"/>
          <ac:spMkLst>
            <pc:docMk/>
            <pc:sldMk cId="919220694" sldId="290"/>
            <ac:spMk id="30" creationId="{C3C19B6F-946D-017F-B388-044D96E1C5BD}"/>
          </ac:spMkLst>
        </pc:spChg>
        <pc:spChg chg="del">
          <ac:chgData name="Wilmer Ortega Erazo" userId="19082e28a51afb61" providerId="LiveId" clId="{30D428CD-1BB2-4A03-8594-A68FE992CDE1}" dt="2023-09-05T01:26:03.478" v="534" actId="478"/>
          <ac:spMkLst>
            <pc:docMk/>
            <pc:sldMk cId="919220694" sldId="290"/>
            <ac:spMk id="31" creationId="{5EE7FE0D-8A01-80FB-12ED-E3282382A006}"/>
          </ac:spMkLst>
        </pc:spChg>
        <pc:spChg chg="del">
          <ac:chgData name="Wilmer Ortega Erazo" userId="19082e28a51afb61" providerId="LiveId" clId="{30D428CD-1BB2-4A03-8594-A68FE992CDE1}" dt="2023-09-05T01:26:03.478" v="534" actId="478"/>
          <ac:spMkLst>
            <pc:docMk/>
            <pc:sldMk cId="919220694" sldId="290"/>
            <ac:spMk id="32" creationId="{6721BD02-964D-0570-497A-B4604892A936}"/>
          </ac:spMkLst>
        </pc:spChg>
        <pc:spChg chg="del">
          <ac:chgData name="Wilmer Ortega Erazo" userId="19082e28a51afb61" providerId="LiveId" clId="{30D428CD-1BB2-4A03-8594-A68FE992CDE1}" dt="2023-09-05T01:26:03.478" v="534" actId="478"/>
          <ac:spMkLst>
            <pc:docMk/>
            <pc:sldMk cId="919220694" sldId="290"/>
            <ac:spMk id="33" creationId="{66D5D997-BA7C-DBFC-2843-69073BAB512D}"/>
          </ac:spMkLst>
        </pc:spChg>
        <pc:spChg chg="del">
          <ac:chgData name="Wilmer Ortega Erazo" userId="19082e28a51afb61" providerId="LiveId" clId="{30D428CD-1BB2-4A03-8594-A68FE992CDE1}" dt="2023-09-05T01:26:03.478" v="534" actId="478"/>
          <ac:spMkLst>
            <pc:docMk/>
            <pc:sldMk cId="919220694" sldId="290"/>
            <ac:spMk id="34" creationId="{B75D9A6D-0165-E719-8FBB-58C7E820B13A}"/>
          </ac:spMkLst>
        </pc:spChg>
        <pc:spChg chg="add mod">
          <ac:chgData name="Wilmer Ortega Erazo" userId="19082e28a51afb61" providerId="LiveId" clId="{30D428CD-1BB2-4A03-8594-A68FE992CDE1}" dt="2023-09-05T01:28:22.607" v="553" actId="255"/>
          <ac:spMkLst>
            <pc:docMk/>
            <pc:sldMk cId="919220694" sldId="290"/>
            <ac:spMk id="35" creationId="{EF759D08-E3D8-09CF-00AD-BB1C754D16A6}"/>
          </ac:spMkLst>
        </pc:spChg>
        <pc:spChg chg="add mod">
          <ac:chgData name="Wilmer Ortega Erazo" userId="19082e28a51afb61" providerId="LiveId" clId="{30D428CD-1BB2-4A03-8594-A68FE992CDE1}" dt="2023-09-05T01:26:17.648" v="536" actId="1076"/>
          <ac:spMkLst>
            <pc:docMk/>
            <pc:sldMk cId="919220694" sldId="290"/>
            <ac:spMk id="36" creationId="{846113C3-6A4F-B534-A228-26A9AE65AE49}"/>
          </ac:spMkLst>
        </pc:spChg>
        <pc:spChg chg="add mod">
          <ac:chgData name="Wilmer Ortega Erazo" userId="19082e28a51afb61" providerId="LiveId" clId="{30D428CD-1BB2-4A03-8594-A68FE992CDE1}" dt="2023-09-05T01:26:17.648" v="536" actId="1076"/>
          <ac:spMkLst>
            <pc:docMk/>
            <pc:sldMk cId="919220694" sldId="290"/>
            <ac:spMk id="37" creationId="{5B528829-F3F8-B9C7-2C70-E2E0E7CC4633}"/>
          </ac:spMkLst>
        </pc:spChg>
        <pc:spChg chg="add mod">
          <ac:chgData name="Wilmer Ortega Erazo" userId="19082e28a51afb61" providerId="LiveId" clId="{30D428CD-1BB2-4A03-8594-A68FE992CDE1}" dt="2023-09-05T01:26:17.648" v="536" actId="1076"/>
          <ac:spMkLst>
            <pc:docMk/>
            <pc:sldMk cId="919220694" sldId="290"/>
            <ac:spMk id="38" creationId="{EDD2A5F0-959C-5ACC-17FF-9D005A283D19}"/>
          </ac:spMkLst>
        </pc:spChg>
        <pc:spChg chg="add mod">
          <ac:chgData name="Wilmer Ortega Erazo" userId="19082e28a51afb61" providerId="LiveId" clId="{30D428CD-1BB2-4A03-8594-A68FE992CDE1}" dt="2023-09-05T01:26:17.648" v="536" actId="1076"/>
          <ac:spMkLst>
            <pc:docMk/>
            <pc:sldMk cId="919220694" sldId="290"/>
            <ac:spMk id="39" creationId="{DD31C1DE-3112-4921-57BD-2009A968AE60}"/>
          </ac:spMkLst>
        </pc:spChg>
        <pc:spChg chg="add mod">
          <ac:chgData name="Wilmer Ortega Erazo" userId="19082e28a51afb61" providerId="LiveId" clId="{30D428CD-1BB2-4A03-8594-A68FE992CDE1}" dt="2023-09-05T01:26:17.648" v="536" actId="1076"/>
          <ac:spMkLst>
            <pc:docMk/>
            <pc:sldMk cId="919220694" sldId="290"/>
            <ac:spMk id="40" creationId="{3CF21045-E05E-84F0-A2ED-17565494669B}"/>
          </ac:spMkLst>
        </pc:spChg>
        <pc:spChg chg="add mod">
          <ac:chgData name="Wilmer Ortega Erazo" userId="19082e28a51afb61" providerId="LiveId" clId="{30D428CD-1BB2-4A03-8594-A68FE992CDE1}" dt="2023-09-05T01:26:17.648" v="536" actId="1076"/>
          <ac:spMkLst>
            <pc:docMk/>
            <pc:sldMk cId="919220694" sldId="290"/>
            <ac:spMk id="41" creationId="{A03BAF82-47A7-88DB-CB82-9EB8EDA4FA84}"/>
          </ac:spMkLst>
        </pc:spChg>
        <pc:spChg chg="add mod">
          <ac:chgData name="Wilmer Ortega Erazo" userId="19082e28a51afb61" providerId="LiveId" clId="{30D428CD-1BB2-4A03-8594-A68FE992CDE1}" dt="2023-09-05T01:26:17.648" v="536" actId="1076"/>
          <ac:spMkLst>
            <pc:docMk/>
            <pc:sldMk cId="919220694" sldId="290"/>
            <ac:spMk id="42" creationId="{D6FB5317-0D20-E56A-76F3-677C7BA68518}"/>
          </ac:spMkLst>
        </pc:spChg>
        <pc:spChg chg="add mod">
          <ac:chgData name="Wilmer Ortega Erazo" userId="19082e28a51afb61" providerId="LiveId" clId="{30D428CD-1BB2-4A03-8594-A68FE992CDE1}" dt="2023-09-05T01:26:17.648" v="536" actId="1076"/>
          <ac:spMkLst>
            <pc:docMk/>
            <pc:sldMk cId="919220694" sldId="290"/>
            <ac:spMk id="43" creationId="{130391BD-2414-F236-5AB3-5B3D32B8D7E6}"/>
          </ac:spMkLst>
        </pc:spChg>
        <pc:spChg chg="add mod">
          <ac:chgData name="Wilmer Ortega Erazo" userId="19082e28a51afb61" providerId="LiveId" clId="{30D428CD-1BB2-4A03-8594-A68FE992CDE1}" dt="2023-09-05T01:26:17.648" v="536" actId="1076"/>
          <ac:spMkLst>
            <pc:docMk/>
            <pc:sldMk cId="919220694" sldId="290"/>
            <ac:spMk id="44" creationId="{766581AE-76AD-B6DF-69D6-E0626B762D23}"/>
          </ac:spMkLst>
        </pc:spChg>
        <pc:spChg chg="add mod">
          <ac:chgData name="Wilmer Ortega Erazo" userId="19082e28a51afb61" providerId="LiveId" clId="{30D428CD-1BB2-4A03-8594-A68FE992CDE1}" dt="2023-09-05T01:26:17.648" v="536" actId="1076"/>
          <ac:spMkLst>
            <pc:docMk/>
            <pc:sldMk cId="919220694" sldId="290"/>
            <ac:spMk id="45" creationId="{17B92120-E8B9-7DFE-1F5A-E8EE75ECF028}"/>
          </ac:spMkLst>
        </pc:spChg>
        <pc:spChg chg="add mod">
          <ac:chgData name="Wilmer Ortega Erazo" userId="19082e28a51afb61" providerId="LiveId" clId="{30D428CD-1BB2-4A03-8594-A68FE992CDE1}" dt="2023-09-05T01:26:17.648" v="536" actId="1076"/>
          <ac:spMkLst>
            <pc:docMk/>
            <pc:sldMk cId="919220694" sldId="290"/>
            <ac:spMk id="46" creationId="{915F64FF-FC8B-A30D-B76B-B71F30DAA97D}"/>
          </ac:spMkLst>
        </pc:spChg>
        <pc:spChg chg="add mod">
          <ac:chgData name="Wilmer Ortega Erazo" userId="19082e28a51afb61" providerId="LiveId" clId="{30D428CD-1BB2-4A03-8594-A68FE992CDE1}" dt="2023-09-05T01:26:17.648" v="536" actId="1076"/>
          <ac:spMkLst>
            <pc:docMk/>
            <pc:sldMk cId="919220694" sldId="290"/>
            <ac:spMk id="47" creationId="{832C58C9-EE1E-F933-EB22-D2A0988DA4CE}"/>
          </ac:spMkLst>
        </pc:spChg>
        <pc:spChg chg="mod">
          <ac:chgData name="Wilmer Ortega Erazo" userId="19082e28a51afb61" providerId="LiveId" clId="{30D428CD-1BB2-4A03-8594-A68FE992CDE1}" dt="2023-09-05T01:26:17.648" v="536" actId="1076"/>
          <ac:spMkLst>
            <pc:docMk/>
            <pc:sldMk cId="919220694" sldId="290"/>
            <ac:spMk id="49" creationId="{E8A7F5C6-A197-40E0-E52B-13522B4E201F}"/>
          </ac:spMkLst>
        </pc:spChg>
        <pc:spChg chg="mod">
          <ac:chgData name="Wilmer Ortega Erazo" userId="19082e28a51afb61" providerId="LiveId" clId="{30D428CD-1BB2-4A03-8594-A68FE992CDE1}" dt="2023-09-05T01:26:17.648" v="536" actId="1076"/>
          <ac:spMkLst>
            <pc:docMk/>
            <pc:sldMk cId="919220694" sldId="290"/>
            <ac:spMk id="50" creationId="{65B63CEC-A002-B816-B837-DE412FB2AFCC}"/>
          </ac:spMkLst>
        </pc:spChg>
        <pc:spChg chg="add mod">
          <ac:chgData name="Wilmer Ortega Erazo" userId="19082e28a51afb61" providerId="LiveId" clId="{30D428CD-1BB2-4A03-8594-A68FE992CDE1}" dt="2023-09-05T01:26:17.648" v="536" actId="1076"/>
          <ac:spMkLst>
            <pc:docMk/>
            <pc:sldMk cId="919220694" sldId="290"/>
            <ac:spMk id="51" creationId="{00A57F3F-04C4-FC46-9397-EE7A05351E90}"/>
          </ac:spMkLst>
        </pc:spChg>
        <pc:spChg chg="add mod">
          <ac:chgData name="Wilmer Ortega Erazo" userId="19082e28a51afb61" providerId="LiveId" clId="{30D428CD-1BB2-4A03-8594-A68FE992CDE1}" dt="2023-09-05T01:26:17.648" v="536" actId="1076"/>
          <ac:spMkLst>
            <pc:docMk/>
            <pc:sldMk cId="919220694" sldId="290"/>
            <ac:spMk id="52" creationId="{C036C1C7-BE60-B4C8-0625-F29428558813}"/>
          </ac:spMkLst>
        </pc:spChg>
        <pc:spChg chg="add mod">
          <ac:chgData name="Wilmer Ortega Erazo" userId="19082e28a51afb61" providerId="LiveId" clId="{30D428CD-1BB2-4A03-8594-A68FE992CDE1}" dt="2023-09-05T01:26:17.648" v="536" actId="1076"/>
          <ac:spMkLst>
            <pc:docMk/>
            <pc:sldMk cId="919220694" sldId="290"/>
            <ac:spMk id="53" creationId="{A0422CED-43B0-7CD1-0449-22024466F33E}"/>
          </ac:spMkLst>
        </pc:spChg>
        <pc:spChg chg="add mod">
          <ac:chgData name="Wilmer Ortega Erazo" userId="19082e28a51afb61" providerId="LiveId" clId="{30D428CD-1BB2-4A03-8594-A68FE992CDE1}" dt="2023-09-05T01:26:17.648" v="536" actId="1076"/>
          <ac:spMkLst>
            <pc:docMk/>
            <pc:sldMk cId="919220694" sldId="290"/>
            <ac:spMk id="54" creationId="{4872EE90-7510-89A4-5B16-961FFD331AED}"/>
          </ac:spMkLst>
        </pc:spChg>
        <pc:spChg chg="add mod">
          <ac:chgData name="Wilmer Ortega Erazo" userId="19082e28a51afb61" providerId="LiveId" clId="{30D428CD-1BB2-4A03-8594-A68FE992CDE1}" dt="2023-09-05T01:26:17.648" v="536" actId="1076"/>
          <ac:spMkLst>
            <pc:docMk/>
            <pc:sldMk cId="919220694" sldId="290"/>
            <ac:spMk id="55" creationId="{6235CF67-C4AC-1C67-74C9-618B1F0D0739}"/>
          </ac:spMkLst>
        </pc:spChg>
        <pc:spChg chg="add mod">
          <ac:chgData name="Wilmer Ortega Erazo" userId="19082e28a51afb61" providerId="LiveId" clId="{30D428CD-1BB2-4A03-8594-A68FE992CDE1}" dt="2023-09-05T01:26:17.648" v="536" actId="1076"/>
          <ac:spMkLst>
            <pc:docMk/>
            <pc:sldMk cId="919220694" sldId="290"/>
            <ac:spMk id="56" creationId="{58726505-9DCB-4C3C-37E0-AE8CC83BDCC4}"/>
          </ac:spMkLst>
        </pc:spChg>
        <pc:spChg chg="add mod">
          <ac:chgData name="Wilmer Ortega Erazo" userId="19082e28a51afb61" providerId="LiveId" clId="{30D428CD-1BB2-4A03-8594-A68FE992CDE1}" dt="2023-09-05T01:26:17.648" v="536" actId="1076"/>
          <ac:spMkLst>
            <pc:docMk/>
            <pc:sldMk cId="919220694" sldId="290"/>
            <ac:spMk id="57" creationId="{89093424-9493-5EE2-9552-6AD581769740}"/>
          </ac:spMkLst>
        </pc:spChg>
        <pc:spChg chg="add mod">
          <ac:chgData name="Wilmer Ortega Erazo" userId="19082e28a51afb61" providerId="LiveId" clId="{30D428CD-1BB2-4A03-8594-A68FE992CDE1}" dt="2023-09-05T01:26:17.648" v="536" actId="1076"/>
          <ac:spMkLst>
            <pc:docMk/>
            <pc:sldMk cId="919220694" sldId="290"/>
            <ac:spMk id="58" creationId="{9726710E-8EEC-8F7B-FD55-2F3DD2D855DD}"/>
          </ac:spMkLst>
        </pc:spChg>
        <pc:spChg chg="add mod">
          <ac:chgData name="Wilmer Ortega Erazo" userId="19082e28a51afb61" providerId="LiveId" clId="{30D428CD-1BB2-4A03-8594-A68FE992CDE1}" dt="2023-09-05T01:26:17.648" v="536" actId="1076"/>
          <ac:spMkLst>
            <pc:docMk/>
            <pc:sldMk cId="919220694" sldId="290"/>
            <ac:spMk id="59" creationId="{62B39ED9-03FF-923D-DFFB-661DB6D808F6}"/>
          </ac:spMkLst>
        </pc:spChg>
        <pc:spChg chg="add mod">
          <ac:chgData name="Wilmer Ortega Erazo" userId="19082e28a51afb61" providerId="LiveId" clId="{30D428CD-1BB2-4A03-8594-A68FE992CDE1}" dt="2023-09-05T01:26:17.648" v="536" actId="1076"/>
          <ac:spMkLst>
            <pc:docMk/>
            <pc:sldMk cId="919220694" sldId="290"/>
            <ac:spMk id="60" creationId="{E4304B57-6D19-CCF2-B213-92D07017EA16}"/>
          </ac:spMkLst>
        </pc:spChg>
        <pc:spChg chg="add mod">
          <ac:chgData name="Wilmer Ortega Erazo" userId="19082e28a51afb61" providerId="LiveId" clId="{30D428CD-1BB2-4A03-8594-A68FE992CDE1}" dt="2023-09-05T01:26:17.648" v="536" actId="1076"/>
          <ac:spMkLst>
            <pc:docMk/>
            <pc:sldMk cId="919220694" sldId="290"/>
            <ac:spMk id="61" creationId="{9735694C-F0CC-753E-D258-81FFED9ECF14}"/>
          </ac:spMkLst>
        </pc:spChg>
        <pc:spChg chg="add mod">
          <ac:chgData name="Wilmer Ortega Erazo" userId="19082e28a51afb61" providerId="LiveId" clId="{30D428CD-1BB2-4A03-8594-A68FE992CDE1}" dt="2023-09-05T01:26:17.648" v="536" actId="1076"/>
          <ac:spMkLst>
            <pc:docMk/>
            <pc:sldMk cId="919220694" sldId="290"/>
            <ac:spMk id="62" creationId="{15B05DE0-0A6F-CCFE-1E95-1015B205F39A}"/>
          </ac:spMkLst>
        </pc:spChg>
        <pc:spChg chg="add mod">
          <ac:chgData name="Wilmer Ortega Erazo" userId="19082e28a51afb61" providerId="LiveId" clId="{30D428CD-1BB2-4A03-8594-A68FE992CDE1}" dt="2023-09-05T01:26:17.648" v="536" actId="1076"/>
          <ac:spMkLst>
            <pc:docMk/>
            <pc:sldMk cId="919220694" sldId="290"/>
            <ac:spMk id="63" creationId="{5EE8BBCF-14ED-24FF-008C-CF0AF5878A14}"/>
          </ac:spMkLst>
        </pc:spChg>
        <pc:spChg chg="add mod">
          <ac:chgData name="Wilmer Ortega Erazo" userId="19082e28a51afb61" providerId="LiveId" clId="{30D428CD-1BB2-4A03-8594-A68FE992CDE1}" dt="2023-09-05T01:26:17.648" v="536" actId="1076"/>
          <ac:spMkLst>
            <pc:docMk/>
            <pc:sldMk cId="919220694" sldId="290"/>
            <ac:spMk id="64" creationId="{5BD13983-0528-F3B0-E993-369D00A1E94C}"/>
          </ac:spMkLst>
        </pc:spChg>
        <pc:grpChg chg="del">
          <ac:chgData name="Wilmer Ortega Erazo" userId="19082e28a51afb61" providerId="LiveId" clId="{30D428CD-1BB2-4A03-8594-A68FE992CDE1}" dt="2023-09-05T01:26:03.478" v="534" actId="478"/>
          <ac:grpSpMkLst>
            <pc:docMk/>
            <pc:sldMk cId="919220694" sldId="290"/>
            <ac:grpSpMk id="10" creationId="{1FD471BA-0F9B-AA56-BD20-71404F9C05E6}"/>
          </ac:grpSpMkLst>
        </pc:grpChg>
        <pc:grpChg chg="add mod">
          <ac:chgData name="Wilmer Ortega Erazo" userId="19082e28a51afb61" providerId="LiveId" clId="{30D428CD-1BB2-4A03-8594-A68FE992CDE1}" dt="2023-09-05T01:26:17.648" v="536" actId="1076"/>
          <ac:grpSpMkLst>
            <pc:docMk/>
            <pc:sldMk cId="919220694" sldId="290"/>
            <ac:grpSpMk id="48" creationId="{FB69E3F1-A7C1-16AB-FA83-26BB308CD142}"/>
          </ac:grpSpMkLst>
        </pc:grpChg>
      </pc:sldChg>
      <pc:sldChg chg="addSp delSp modSp add">
        <pc:chgData name="Wilmer Ortega Erazo" userId="19082e28a51afb61" providerId="LiveId" clId="{30D428CD-1BB2-4A03-8594-A68FE992CDE1}" dt="2023-09-05T01:29:09.311" v="557" actId="1076"/>
        <pc:sldMkLst>
          <pc:docMk/>
          <pc:sldMk cId="978730975" sldId="291"/>
        </pc:sldMkLst>
        <pc:spChg chg="add mod">
          <ac:chgData name="Wilmer Ortega Erazo" userId="19082e28a51afb61" providerId="LiveId" clId="{30D428CD-1BB2-4A03-8594-A68FE992CDE1}" dt="2023-09-05T01:29:09.311" v="557" actId="1076"/>
          <ac:spMkLst>
            <pc:docMk/>
            <pc:sldMk cId="978730975" sldId="291"/>
            <ac:spMk id="3" creationId="{A28050C7-4C56-6A0A-810D-D914951409A2}"/>
          </ac:spMkLst>
        </pc:spChg>
        <pc:spChg chg="del">
          <ac:chgData name="Wilmer Ortega Erazo" userId="19082e28a51afb61" providerId="LiveId" clId="{30D428CD-1BB2-4A03-8594-A68FE992CDE1}" dt="2023-09-05T01:29:01.930" v="555" actId="478"/>
          <ac:spMkLst>
            <pc:docMk/>
            <pc:sldMk cId="978730975" sldId="291"/>
            <ac:spMk id="4" creationId="{A29C0834-3DBC-9FB3-0E0A-F77D599198EB}"/>
          </ac:spMkLst>
        </pc:spChg>
        <pc:spChg chg="add mod">
          <ac:chgData name="Wilmer Ortega Erazo" userId="19082e28a51afb61" providerId="LiveId" clId="{30D428CD-1BB2-4A03-8594-A68FE992CDE1}" dt="2023-09-05T01:29:09.311" v="557" actId="1076"/>
          <ac:spMkLst>
            <pc:docMk/>
            <pc:sldMk cId="978730975" sldId="291"/>
            <ac:spMk id="5" creationId="{D706CAF8-F257-B936-2CE4-C3EFF662FE02}"/>
          </ac:spMkLst>
        </pc:spChg>
        <pc:spChg chg="add mod">
          <ac:chgData name="Wilmer Ortega Erazo" userId="19082e28a51afb61" providerId="LiveId" clId="{30D428CD-1BB2-4A03-8594-A68FE992CDE1}" dt="2023-09-05T01:29:09.311" v="557" actId="1076"/>
          <ac:spMkLst>
            <pc:docMk/>
            <pc:sldMk cId="978730975" sldId="291"/>
            <ac:spMk id="7" creationId="{EC73DB14-719B-693E-D7D7-9BDBE71CCEF6}"/>
          </ac:spMkLst>
        </pc:spChg>
        <pc:spChg chg="add mod">
          <ac:chgData name="Wilmer Ortega Erazo" userId="19082e28a51afb61" providerId="LiveId" clId="{30D428CD-1BB2-4A03-8594-A68FE992CDE1}" dt="2023-09-05T01:29:09.311" v="557" actId="1076"/>
          <ac:spMkLst>
            <pc:docMk/>
            <pc:sldMk cId="978730975" sldId="291"/>
            <ac:spMk id="8" creationId="{59031919-C778-ADC0-4D46-4BBCB73CA1FB}"/>
          </ac:spMkLst>
        </pc:spChg>
        <pc:spChg chg="add mod">
          <ac:chgData name="Wilmer Ortega Erazo" userId="19082e28a51afb61" providerId="LiveId" clId="{30D428CD-1BB2-4A03-8594-A68FE992CDE1}" dt="2023-09-05T01:29:09.311" v="557" actId="1076"/>
          <ac:spMkLst>
            <pc:docMk/>
            <pc:sldMk cId="978730975" sldId="291"/>
            <ac:spMk id="9" creationId="{D56D0D83-02F0-C616-2B34-639583EE6656}"/>
          </ac:spMkLst>
        </pc:spChg>
        <pc:spChg chg="add mod">
          <ac:chgData name="Wilmer Ortega Erazo" userId="19082e28a51afb61" providerId="LiveId" clId="{30D428CD-1BB2-4A03-8594-A68FE992CDE1}" dt="2023-09-05T01:29:09.311" v="557" actId="1076"/>
          <ac:spMkLst>
            <pc:docMk/>
            <pc:sldMk cId="978730975" sldId="291"/>
            <ac:spMk id="10" creationId="{AA59B314-FA61-0596-B73A-FEA451630A6B}"/>
          </ac:spMkLst>
        </pc:spChg>
        <pc:spChg chg="mod">
          <ac:chgData name="Wilmer Ortega Erazo" userId="19082e28a51afb61" providerId="LiveId" clId="{30D428CD-1BB2-4A03-8594-A68FE992CDE1}" dt="2023-09-05T01:29:09.311" v="557" actId="1076"/>
          <ac:spMkLst>
            <pc:docMk/>
            <pc:sldMk cId="978730975" sldId="291"/>
            <ac:spMk id="12" creationId="{4FE2E37C-9033-AF2A-BAE7-08FC88BE1145}"/>
          </ac:spMkLst>
        </pc:spChg>
        <pc:spChg chg="mod">
          <ac:chgData name="Wilmer Ortega Erazo" userId="19082e28a51afb61" providerId="LiveId" clId="{30D428CD-1BB2-4A03-8594-A68FE992CDE1}" dt="2023-09-05T01:29:09.311" v="557" actId="1076"/>
          <ac:spMkLst>
            <pc:docMk/>
            <pc:sldMk cId="978730975" sldId="291"/>
            <ac:spMk id="13" creationId="{B0C6088E-9670-0F05-2A60-BF536E7DF622}"/>
          </ac:spMkLst>
        </pc:spChg>
        <pc:spChg chg="add mod">
          <ac:chgData name="Wilmer Ortega Erazo" userId="19082e28a51afb61" providerId="LiveId" clId="{30D428CD-1BB2-4A03-8594-A68FE992CDE1}" dt="2023-09-05T01:29:09.311" v="557" actId="1076"/>
          <ac:spMkLst>
            <pc:docMk/>
            <pc:sldMk cId="978730975" sldId="291"/>
            <ac:spMk id="14" creationId="{79310CD5-B93B-5578-6E0F-9AE73BE9F876}"/>
          </ac:spMkLst>
        </pc:spChg>
        <pc:spChg chg="add mod">
          <ac:chgData name="Wilmer Ortega Erazo" userId="19082e28a51afb61" providerId="LiveId" clId="{30D428CD-1BB2-4A03-8594-A68FE992CDE1}" dt="2023-09-05T01:29:09.311" v="557" actId="1076"/>
          <ac:spMkLst>
            <pc:docMk/>
            <pc:sldMk cId="978730975" sldId="291"/>
            <ac:spMk id="15" creationId="{25DD74CE-BAC1-1A04-8209-3E2C11514377}"/>
          </ac:spMkLst>
        </pc:spChg>
        <pc:spChg chg="add mod">
          <ac:chgData name="Wilmer Ortega Erazo" userId="19082e28a51afb61" providerId="LiveId" clId="{30D428CD-1BB2-4A03-8594-A68FE992CDE1}" dt="2023-09-05T01:29:09.311" v="557" actId="1076"/>
          <ac:spMkLst>
            <pc:docMk/>
            <pc:sldMk cId="978730975" sldId="291"/>
            <ac:spMk id="16" creationId="{797A3AA5-D8F9-4109-0C27-7DFD445A5486}"/>
          </ac:spMkLst>
        </pc:spChg>
        <pc:spChg chg="add mod">
          <ac:chgData name="Wilmer Ortega Erazo" userId="19082e28a51afb61" providerId="LiveId" clId="{30D428CD-1BB2-4A03-8594-A68FE992CDE1}" dt="2023-09-05T01:29:09.311" v="557" actId="1076"/>
          <ac:spMkLst>
            <pc:docMk/>
            <pc:sldMk cId="978730975" sldId="291"/>
            <ac:spMk id="17" creationId="{1C47F673-2BAA-7789-D7BC-69A2B5E65901}"/>
          </ac:spMkLst>
        </pc:spChg>
        <pc:spChg chg="add mod">
          <ac:chgData name="Wilmer Ortega Erazo" userId="19082e28a51afb61" providerId="LiveId" clId="{30D428CD-1BB2-4A03-8594-A68FE992CDE1}" dt="2023-09-05T01:29:09.311" v="557" actId="1076"/>
          <ac:spMkLst>
            <pc:docMk/>
            <pc:sldMk cId="978730975" sldId="291"/>
            <ac:spMk id="18" creationId="{FB68BDD6-0E2F-10E8-EFA2-DB9C4758B9E8}"/>
          </ac:spMkLst>
        </pc:spChg>
        <pc:spChg chg="add mod">
          <ac:chgData name="Wilmer Ortega Erazo" userId="19082e28a51afb61" providerId="LiveId" clId="{30D428CD-1BB2-4A03-8594-A68FE992CDE1}" dt="2023-09-05T01:29:09.311" v="557" actId="1076"/>
          <ac:spMkLst>
            <pc:docMk/>
            <pc:sldMk cId="978730975" sldId="291"/>
            <ac:spMk id="19" creationId="{15AD916C-5A35-A9FC-A3EA-66FDD3F346DA}"/>
          </ac:spMkLst>
        </pc:spChg>
        <pc:spChg chg="add mod">
          <ac:chgData name="Wilmer Ortega Erazo" userId="19082e28a51afb61" providerId="LiveId" clId="{30D428CD-1BB2-4A03-8594-A68FE992CDE1}" dt="2023-09-05T01:29:09.311" v="557" actId="1076"/>
          <ac:spMkLst>
            <pc:docMk/>
            <pc:sldMk cId="978730975" sldId="291"/>
            <ac:spMk id="20" creationId="{8C9108C4-8DBA-E0B5-270D-91CF516561C4}"/>
          </ac:spMkLst>
        </pc:spChg>
        <pc:spChg chg="add mod">
          <ac:chgData name="Wilmer Ortega Erazo" userId="19082e28a51afb61" providerId="LiveId" clId="{30D428CD-1BB2-4A03-8594-A68FE992CDE1}" dt="2023-09-05T01:29:09.311" v="557" actId="1076"/>
          <ac:spMkLst>
            <pc:docMk/>
            <pc:sldMk cId="978730975" sldId="291"/>
            <ac:spMk id="21" creationId="{D2D06B8C-48D8-0F7C-B8CE-DDE658F2D7A8}"/>
          </ac:spMkLst>
        </pc:spChg>
        <pc:spChg chg="add mod">
          <ac:chgData name="Wilmer Ortega Erazo" userId="19082e28a51afb61" providerId="LiveId" clId="{30D428CD-1BB2-4A03-8594-A68FE992CDE1}" dt="2023-09-05T01:29:09.311" v="557" actId="1076"/>
          <ac:spMkLst>
            <pc:docMk/>
            <pc:sldMk cId="978730975" sldId="291"/>
            <ac:spMk id="22" creationId="{ACC000E4-8E1C-D2A6-4A91-2A6ADA16DA11}"/>
          </ac:spMkLst>
        </pc:spChg>
        <pc:spChg chg="add mod">
          <ac:chgData name="Wilmer Ortega Erazo" userId="19082e28a51afb61" providerId="LiveId" clId="{30D428CD-1BB2-4A03-8594-A68FE992CDE1}" dt="2023-09-05T01:29:09.311" v="557" actId="1076"/>
          <ac:spMkLst>
            <pc:docMk/>
            <pc:sldMk cId="978730975" sldId="291"/>
            <ac:spMk id="23" creationId="{06B686DA-1CCC-6344-B176-E57D17132BD9}"/>
          </ac:spMkLst>
        </pc:spChg>
        <pc:spChg chg="add mod">
          <ac:chgData name="Wilmer Ortega Erazo" userId="19082e28a51afb61" providerId="LiveId" clId="{30D428CD-1BB2-4A03-8594-A68FE992CDE1}" dt="2023-09-05T01:29:09.311" v="557" actId="1076"/>
          <ac:spMkLst>
            <pc:docMk/>
            <pc:sldMk cId="978730975" sldId="291"/>
            <ac:spMk id="24" creationId="{8BD0F828-C98C-D89E-4A89-BADA09643E0A}"/>
          </ac:spMkLst>
        </pc:spChg>
        <pc:spChg chg="add mod">
          <ac:chgData name="Wilmer Ortega Erazo" userId="19082e28a51afb61" providerId="LiveId" clId="{30D428CD-1BB2-4A03-8594-A68FE992CDE1}" dt="2023-09-05T01:29:09.311" v="557" actId="1076"/>
          <ac:spMkLst>
            <pc:docMk/>
            <pc:sldMk cId="978730975" sldId="291"/>
            <ac:spMk id="25" creationId="{AB823F32-9612-2190-15C9-3D64414EA7FD}"/>
          </ac:spMkLst>
        </pc:spChg>
        <pc:spChg chg="add mod">
          <ac:chgData name="Wilmer Ortega Erazo" userId="19082e28a51afb61" providerId="LiveId" clId="{30D428CD-1BB2-4A03-8594-A68FE992CDE1}" dt="2023-09-05T01:29:09.311" v="557" actId="1076"/>
          <ac:spMkLst>
            <pc:docMk/>
            <pc:sldMk cId="978730975" sldId="291"/>
            <ac:spMk id="26" creationId="{CF080870-76F8-79CF-59E5-D8D1D2B568E9}"/>
          </ac:spMkLst>
        </pc:spChg>
        <pc:spChg chg="add mod">
          <ac:chgData name="Wilmer Ortega Erazo" userId="19082e28a51afb61" providerId="LiveId" clId="{30D428CD-1BB2-4A03-8594-A68FE992CDE1}" dt="2023-09-05T01:29:09.311" v="557" actId="1076"/>
          <ac:spMkLst>
            <pc:docMk/>
            <pc:sldMk cId="978730975" sldId="291"/>
            <ac:spMk id="27" creationId="{C17CF9C8-5AAE-13EB-2EE3-3F3B71FC7B64}"/>
          </ac:spMkLst>
        </pc:spChg>
        <pc:spChg chg="add mod">
          <ac:chgData name="Wilmer Ortega Erazo" userId="19082e28a51afb61" providerId="LiveId" clId="{30D428CD-1BB2-4A03-8594-A68FE992CDE1}" dt="2023-09-05T01:29:09.311" v="557" actId="1076"/>
          <ac:spMkLst>
            <pc:docMk/>
            <pc:sldMk cId="978730975" sldId="291"/>
            <ac:spMk id="28" creationId="{A9ACFCB8-5F20-D713-237A-DCFCA309DE4E}"/>
          </ac:spMkLst>
        </pc:spChg>
        <pc:spChg chg="add mod">
          <ac:chgData name="Wilmer Ortega Erazo" userId="19082e28a51afb61" providerId="LiveId" clId="{30D428CD-1BB2-4A03-8594-A68FE992CDE1}" dt="2023-09-05T01:29:09.311" v="557" actId="1076"/>
          <ac:spMkLst>
            <pc:docMk/>
            <pc:sldMk cId="978730975" sldId="291"/>
            <ac:spMk id="29" creationId="{74B56184-5785-E417-5AC3-6237056710E1}"/>
          </ac:spMkLst>
        </pc:spChg>
        <pc:spChg chg="add mod">
          <ac:chgData name="Wilmer Ortega Erazo" userId="19082e28a51afb61" providerId="LiveId" clId="{30D428CD-1BB2-4A03-8594-A68FE992CDE1}" dt="2023-09-05T01:29:09.311" v="557" actId="1076"/>
          <ac:spMkLst>
            <pc:docMk/>
            <pc:sldMk cId="978730975" sldId="291"/>
            <ac:spMk id="30" creationId="{C82B0AB6-3E36-E696-A1F6-F6E9C30FEB99}"/>
          </ac:spMkLst>
        </pc:spChg>
        <pc:spChg chg="add mod">
          <ac:chgData name="Wilmer Ortega Erazo" userId="19082e28a51afb61" providerId="LiveId" clId="{30D428CD-1BB2-4A03-8594-A68FE992CDE1}" dt="2023-09-05T01:29:09.311" v="557" actId="1076"/>
          <ac:spMkLst>
            <pc:docMk/>
            <pc:sldMk cId="978730975" sldId="291"/>
            <ac:spMk id="31" creationId="{DEEFC039-5C59-233A-6155-607AA155D30C}"/>
          </ac:spMkLst>
        </pc:spChg>
        <pc:spChg chg="add mod">
          <ac:chgData name="Wilmer Ortega Erazo" userId="19082e28a51afb61" providerId="LiveId" clId="{30D428CD-1BB2-4A03-8594-A68FE992CDE1}" dt="2023-09-05T01:29:09.311" v="557" actId="1076"/>
          <ac:spMkLst>
            <pc:docMk/>
            <pc:sldMk cId="978730975" sldId="291"/>
            <ac:spMk id="32" creationId="{57CD5F6A-FD91-2DDA-86AA-CBBE1FB1A83B}"/>
          </ac:spMkLst>
        </pc:spChg>
        <pc:spChg chg="add mod">
          <ac:chgData name="Wilmer Ortega Erazo" userId="19082e28a51afb61" providerId="LiveId" clId="{30D428CD-1BB2-4A03-8594-A68FE992CDE1}" dt="2023-09-05T01:29:09.311" v="557" actId="1076"/>
          <ac:spMkLst>
            <pc:docMk/>
            <pc:sldMk cId="978730975" sldId="291"/>
            <ac:spMk id="33" creationId="{A614D133-244D-E8FC-FDBF-0B8E807285DE}"/>
          </ac:spMkLst>
        </pc:spChg>
        <pc:spChg chg="add mod">
          <ac:chgData name="Wilmer Ortega Erazo" userId="19082e28a51afb61" providerId="LiveId" clId="{30D428CD-1BB2-4A03-8594-A68FE992CDE1}" dt="2023-09-05T01:29:09.311" v="557" actId="1076"/>
          <ac:spMkLst>
            <pc:docMk/>
            <pc:sldMk cId="978730975" sldId="291"/>
            <ac:spMk id="34" creationId="{3415E347-4C1E-9669-0061-71B37DAD5545}"/>
          </ac:spMkLst>
        </pc:spChg>
        <pc:spChg chg="del">
          <ac:chgData name="Wilmer Ortega Erazo" userId="19082e28a51afb61" providerId="LiveId" clId="{30D428CD-1BB2-4A03-8594-A68FE992CDE1}" dt="2023-09-05T01:29:01.930" v="555" actId="478"/>
          <ac:spMkLst>
            <pc:docMk/>
            <pc:sldMk cId="978730975" sldId="291"/>
            <ac:spMk id="35" creationId="{EF759D08-E3D8-09CF-00AD-BB1C754D16A6}"/>
          </ac:spMkLst>
        </pc:spChg>
        <pc:spChg chg="del">
          <ac:chgData name="Wilmer Ortega Erazo" userId="19082e28a51afb61" providerId="LiveId" clId="{30D428CD-1BB2-4A03-8594-A68FE992CDE1}" dt="2023-09-05T01:29:01.930" v="555" actId="478"/>
          <ac:spMkLst>
            <pc:docMk/>
            <pc:sldMk cId="978730975" sldId="291"/>
            <ac:spMk id="36" creationId="{846113C3-6A4F-B534-A228-26A9AE65AE49}"/>
          </ac:spMkLst>
        </pc:spChg>
        <pc:spChg chg="del">
          <ac:chgData name="Wilmer Ortega Erazo" userId="19082e28a51afb61" providerId="LiveId" clId="{30D428CD-1BB2-4A03-8594-A68FE992CDE1}" dt="2023-09-05T01:29:01.930" v="555" actId="478"/>
          <ac:spMkLst>
            <pc:docMk/>
            <pc:sldMk cId="978730975" sldId="291"/>
            <ac:spMk id="37" creationId="{5B528829-F3F8-B9C7-2C70-E2E0E7CC4633}"/>
          </ac:spMkLst>
        </pc:spChg>
        <pc:spChg chg="del">
          <ac:chgData name="Wilmer Ortega Erazo" userId="19082e28a51afb61" providerId="LiveId" clId="{30D428CD-1BB2-4A03-8594-A68FE992CDE1}" dt="2023-09-05T01:29:01.930" v="555" actId="478"/>
          <ac:spMkLst>
            <pc:docMk/>
            <pc:sldMk cId="978730975" sldId="291"/>
            <ac:spMk id="38" creationId="{EDD2A5F0-959C-5ACC-17FF-9D005A283D19}"/>
          </ac:spMkLst>
        </pc:spChg>
        <pc:spChg chg="del">
          <ac:chgData name="Wilmer Ortega Erazo" userId="19082e28a51afb61" providerId="LiveId" clId="{30D428CD-1BB2-4A03-8594-A68FE992CDE1}" dt="2023-09-05T01:29:01.930" v="555" actId="478"/>
          <ac:spMkLst>
            <pc:docMk/>
            <pc:sldMk cId="978730975" sldId="291"/>
            <ac:spMk id="39" creationId="{DD31C1DE-3112-4921-57BD-2009A968AE60}"/>
          </ac:spMkLst>
        </pc:spChg>
        <pc:spChg chg="del">
          <ac:chgData name="Wilmer Ortega Erazo" userId="19082e28a51afb61" providerId="LiveId" clId="{30D428CD-1BB2-4A03-8594-A68FE992CDE1}" dt="2023-09-05T01:29:01.930" v="555" actId="478"/>
          <ac:spMkLst>
            <pc:docMk/>
            <pc:sldMk cId="978730975" sldId="291"/>
            <ac:spMk id="40" creationId="{3CF21045-E05E-84F0-A2ED-17565494669B}"/>
          </ac:spMkLst>
        </pc:spChg>
        <pc:spChg chg="del">
          <ac:chgData name="Wilmer Ortega Erazo" userId="19082e28a51afb61" providerId="LiveId" clId="{30D428CD-1BB2-4A03-8594-A68FE992CDE1}" dt="2023-09-05T01:29:01.930" v="555" actId="478"/>
          <ac:spMkLst>
            <pc:docMk/>
            <pc:sldMk cId="978730975" sldId="291"/>
            <ac:spMk id="41" creationId="{A03BAF82-47A7-88DB-CB82-9EB8EDA4FA84}"/>
          </ac:spMkLst>
        </pc:spChg>
        <pc:spChg chg="del">
          <ac:chgData name="Wilmer Ortega Erazo" userId="19082e28a51afb61" providerId="LiveId" clId="{30D428CD-1BB2-4A03-8594-A68FE992CDE1}" dt="2023-09-05T01:29:01.930" v="555" actId="478"/>
          <ac:spMkLst>
            <pc:docMk/>
            <pc:sldMk cId="978730975" sldId="291"/>
            <ac:spMk id="42" creationId="{D6FB5317-0D20-E56A-76F3-677C7BA68518}"/>
          </ac:spMkLst>
        </pc:spChg>
        <pc:spChg chg="del">
          <ac:chgData name="Wilmer Ortega Erazo" userId="19082e28a51afb61" providerId="LiveId" clId="{30D428CD-1BB2-4A03-8594-A68FE992CDE1}" dt="2023-09-05T01:29:01.930" v="555" actId="478"/>
          <ac:spMkLst>
            <pc:docMk/>
            <pc:sldMk cId="978730975" sldId="291"/>
            <ac:spMk id="43" creationId="{130391BD-2414-F236-5AB3-5B3D32B8D7E6}"/>
          </ac:spMkLst>
        </pc:spChg>
        <pc:spChg chg="del">
          <ac:chgData name="Wilmer Ortega Erazo" userId="19082e28a51afb61" providerId="LiveId" clId="{30D428CD-1BB2-4A03-8594-A68FE992CDE1}" dt="2023-09-05T01:29:01.930" v="555" actId="478"/>
          <ac:spMkLst>
            <pc:docMk/>
            <pc:sldMk cId="978730975" sldId="291"/>
            <ac:spMk id="44" creationId="{766581AE-76AD-B6DF-69D6-E0626B762D23}"/>
          </ac:spMkLst>
        </pc:spChg>
        <pc:spChg chg="del">
          <ac:chgData name="Wilmer Ortega Erazo" userId="19082e28a51afb61" providerId="LiveId" clId="{30D428CD-1BB2-4A03-8594-A68FE992CDE1}" dt="2023-09-05T01:29:01.930" v="555" actId="478"/>
          <ac:spMkLst>
            <pc:docMk/>
            <pc:sldMk cId="978730975" sldId="291"/>
            <ac:spMk id="45" creationId="{17B92120-E8B9-7DFE-1F5A-E8EE75ECF028}"/>
          </ac:spMkLst>
        </pc:spChg>
        <pc:spChg chg="del">
          <ac:chgData name="Wilmer Ortega Erazo" userId="19082e28a51afb61" providerId="LiveId" clId="{30D428CD-1BB2-4A03-8594-A68FE992CDE1}" dt="2023-09-05T01:29:01.930" v="555" actId="478"/>
          <ac:spMkLst>
            <pc:docMk/>
            <pc:sldMk cId="978730975" sldId="291"/>
            <ac:spMk id="46" creationId="{915F64FF-FC8B-A30D-B76B-B71F30DAA97D}"/>
          </ac:spMkLst>
        </pc:spChg>
        <pc:spChg chg="del">
          <ac:chgData name="Wilmer Ortega Erazo" userId="19082e28a51afb61" providerId="LiveId" clId="{30D428CD-1BB2-4A03-8594-A68FE992CDE1}" dt="2023-09-05T01:29:01.930" v="555" actId="478"/>
          <ac:spMkLst>
            <pc:docMk/>
            <pc:sldMk cId="978730975" sldId="291"/>
            <ac:spMk id="47" creationId="{832C58C9-EE1E-F933-EB22-D2A0988DA4CE}"/>
          </ac:spMkLst>
        </pc:spChg>
        <pc:spChg chg="del">
          <ac:chgData name="Wilmer Ortega Erazo" userId="19082e28a51afb61" providerId="LiveId" clId="{30D428CD-1BB2-4A03-8594-A68FE992CDE1}" dt="2023-09-05T01:29:01.930" v="555" actId="478"/>
          <ac:spMkLst>
            <pc:docMk/>
            <pc:sldMk cId="978730975" sldId="291"/>
            <ac:spMk id="51" creationId="{00A57F3F-04C4-FC46-9397-EE7A05351E90}"/>
          </ac:spMkLst>
        </pc:spChg>
        <pc:spChg chg="del">
          <ac:chgData name="Wilmer Ortega Erazo" userId="19082e28a51afb61" providerId="LiveId" clId="{30D428CD-1BB2-4A03-8594-A68FE992CDE1}" dt="2023-09-05T01:29:01.930" v="555" actId="478"/>
          <ac:spMkLst>
            <pc:docMk/>
            <pc:sldMk cId="978730975" sldId="291"/>
            <ac:spMk id="52" creationId="{C036C1C7-BE60-B4C8-0625-F29428558813}"/>
          </ac:spMkLst>
        </pc:spChg>
        <pc:spChg chg="del">
          <ac:chgData name="Wilmer Ortega Erazo" userId="19082e28a51afb61" providerId="LiveId" clId="{30D428CD-1BB2-4A03-8594-A68FE992CDE1}" dt="2023-09-05T01:29:01.930" v="555" actId="478"/>
          <ac:spMkLst>
            <pc:docMk/>
            <pc:sldMk cId="978730975" sldId="291"/>
            <ac:spMk id="53" creationId="{A0422CED-43B0-7CD1-0449-22024466F33E}"/>
          </ac:spMkLst>
        </pc:spChg>
        <pc:spChg chg="del">
          <ac:chgData name="Wilmer Ortega Erazo" userId="19082e28a51afb61" providerId="LiveId" clId="{30D428CD-1BB2-4A03-8594-A68FE992CDE1}" dt="2023-09-05T01:29:01.930" v="555" actId="478"/>
          <ac:spMkLst>
            <pc:docMk/>
            <pc:sldMk cId="978730975" sldId="291"/>
            <ac:spMk id="54" creationId="{4872EE90-7510-89A4-5B16-961FFD331AED}"/>
          </ac:spMkLst>
        </pc:spChg>
        <pc:spChg chg="del">
          <ac:chgData name="Wilmer Ortega Erazo" userId="19082e28a51afb61" providerId="LiveId" clId="{30D428CD-1BB2-4A03-8594-A68FE992CDE1}" dt="2023-09-05T01:29:01.930" v="555" actId="478"/>
          <ac:spMkLst>
            <pc:docMk/>
            <pc:sldMk cId="978730975" sldId="291"/>
            <ac:spMk id="55" creationId="{6235CF67-C4AC-1C67-74C9-618B1F0D0739}"/>
          </ac:spMkLst>
        </pc:spChg>
        <pc:spChg chg="del">
          <ac:chgData name="Wilmer Ortega Erazo" userId="19082e28a51afb61" providerId="LiveId" clId="{30D428CD-1BB2-4A03-8594-A68FE992CDE1}" dt="2023-09-05T01:29:01.930" v="555" actId="478"/>
          <ac:spMkLst>
            <pc:docMk/>
            <pc:sldMk cId="978730975" sldId="291"/>
            <ac:spMk id="56" creationId="{58726505-9DCB-4C3C-37E0-AE8CC83BDCC4}"/>
          </ac:spMkLst>
        </pc:spChg>
        <pc:spChg chg="del">
          <ac:chgData name="Wilmer Ortega Erazo" userId="19082e28a51afb61" providerId="LiveId" clId="{30D428CD-1BB2-4A03-8594-A68FE992CDE1}" dt="2023-09-05T01:29:01.930" v="555" actId="478"/>
          <ac:spMkLst>
            <pc:docMk/>
            <pc:sldMk cId="978730975" sldId="291"/>
            <ac:spMk id="57" creationId="{89093424-9493-5EE2-9552-6AD581769740}"/>
          </ac:spMkLst>
        </pc:spChg>
        <pc:spChg chg="del">
          <ac:chgData name="Wilmer Ortega Erazo" userId="19082e28a51afb61" providerId="LiveId" clId="{30D428CD-1BB2-4A03-8594-A68FE992CDE1}" dt="2023-09-05T01:29:01.930" v="555" actId="478"/>
          <ac:spMkLst>
            <pc:docMk/>
            <pc:sldMk cId="978730975" sldId="291"/>
            <ac:spMk id="58" creationId="{9726710E-8EEC-8F7B-FD55-2F3DD2D855DD}"/>
          </ac:spMkLst>
        </pc:spChg>
        <pc:spChg chg="del">
          <ac:chgData name="Wilmer Ortega Erazo" userId="19082e28a51afb61" providerId="LiveId" clId="{30D428CD-1BB2-4A03-8594-A68FE992CDE1}" dt="2023-09-05T01:29:01.930" v="555" actId="478"/>
          <ac:spMkLst>
            <pc:docMk/>
            <pc:sldMk cId="978730975" sldId="291"/>
            <ac:spMk id="59" creationId="{62B39ED9-03FF-923D-DFFB-661DB6D808F6}"/>
          </ac:spMkLst>
        </pc:spChg>
        <pc:spChg chg="del">
          <ac:chgData name="Wilmer Ortega Erazo" userId="19082e28a51afb61" providerId="LiveId" clId="{30D428CD-1BB2-4A03-8594-A68FE992CDE1}" dt="2023-09-05T01:29:01.930" v="555" actId="478"/>
          <ac:spMkLst>
            <pc:docMk/>
            <pc:sldMk cId="978730975" sldId="291"/>
            <ac:spMk id="60" creationId="{E4304B57-6D19-CCF2-B213-92D07017EA16}"/>
          </ac:spMkLst>
        </pc:spChg>
        <pc:spChg chg="del">
          <ac:chgData name="Wilmer Ortega Erazo" userId="19082e28a51afb61" providerId="LiveId" clId="{30D428CD-1BB2-4A03-8594-A68FE992CDE1}" dt="2023-09-05T01:29:01.930" v="555" actId="478"/>
          <ac:spMkLst>
            <pc:docMk/>
            <pc:sldMk cId="978730975" sldId="291"/>
            <ac:spMk id="61" creationId="{9735694C-F0CC-753E-D258-81FFED9ECF14}"/>
          </ac:spMkLst>
        </pc:spChg>
        <pc:spChg chg="del">
          <ac:chgData name="Wilmer Ortega Erazo" userId="19082e28a51afb61" providerId="LiveId" clId="{30D428CD-1BB2-4A03-8594-A68FE992CDE1}" dt="2023-09-05T01:29:01.930" v="555" actId="478"/>
          <ac:spMkLst>
            <pc:docMk/>
            <pc:sldMk cId="978730975" sldId="291"/>
            <ac:spMk id="62" creationId="{15B05DE0-0A6F-CCFE-1E95-1015B205F39A}"/>
          </ac:spMkLst>
        </pc:spChg>
        <pc:spChg chg="del">
          <ac:chgData name="Wilmer Ortega Erazo" userId="19082e28a51afb61" providerId="LiveId" clId="{30D428CD-1BB2-4A03-8594-A68FE992CDE1}" dt="2023-09-05T01:29:01.930" v="555" actId="478"/>
          <ac:spMkLst>
            <pc:docMk/>
            <pc:sldMk cId="978730975" sldId="291"/>
            <ac:spMk id="63" creationId="{5EE8BBCF-14ED-24FF-008C-CF0AF5878A14}"/>
          </ac:spMkLst>
        </pc:spChg>
        <pc:spChg chg="del">
          <ac:chgData name="Wilmer Ortega Erazo" userId="19082e28a51afb61" providerId="LiveId" clId="{30D428CD-1BB2-4A03-8594-A68FE992CDE1}" dt="2023-09-05T01:29:01.930" v="555" actId="478"/>
          <ac:spMkLst>
            <pc:docMk/>
            <pc:sldMk cId="978730975" sldId="291"/>
            <ac:spMk id="64" creationId="{5BD13983-0528-F3B0-E993-369D00A1E94C}"/>
          </ac:spMkLst>
        </pc:spChg>
        <pc:spChg chg="add mod">
          <ac:chgData name="Wilmer Ortega Erazo" userId="19082e28a51afb61" providerId="LiveId" clId="{30D428CD-1BB2-4A03-8594-A68FE992CDE1}" dt="2023-09-05T01:29:09.311" v="557" actId="1076"/>
          <ac:spMkLst>
            <pc:docMk/>
            <pc:sldMk cId="978730975" sldId="291"/>
            <ac:spMk id="65" creationId="{C10461B4-4602-90DF-C20A-BF58759B85A2}"/>
          </ac:spMkLst>
        </pc:spChg>
        <pc:spChg chg="mod">
          <ac:chgData name="Wilmer Ortega Erazo" userId="19082e28a51afb61" providerId="LiveId" clId="{30D428CD-1BB2-4A03-8594-A68FE992CDE1}" dt="2023-09-05T01:29:09.311" v="557" actId="1076"/>
          <ac:spMkLst>
            <pc:docMk/>
            <pc:sldMk cId="978730975" sldId="291"/>
            <ac:spMk id="67" creationId="{50B3AE51-64C4-4F3A-8110-9351394ADE74}"/>
          </ac:spMkLst>
        </pc:spChg>
        <pc:spChg chg="mod">
          <ac:chgData name="Wilmer Ortega Erazo" userId="19082e28a51afb61" providerId="LiveId" clId="{30D428CD-1BB2-4A03-8594-A68FE992CDE1}" dt="2023-09-05T01:29:09.311" v="557" actId="1076"/>
          <ac:spMkLst>
            <pc:docMk/>
            <pc:sldMk cId="978730975" sldId="291"/>
            <ac:spMk id="68" creationId="{C9D144E5-F5AE-6A36-FB09-46273D3556EE}"/>
          </ac:spMkLst>
        </pc:spChg>
        <pc:spChg chg="add mod">
          <ac:chgData name="Wilmer Ortega Erazo" userId="19082e28a51afb61" providerId="LiveId" clId="{30D428CD-1BB2-4A03-8594-A68FE992CDE1}" dt="2023-09-05T01:29:09.311" v="557" actId="1076"/>
          <ac:spMkLst>
            <pc:docMk/>
            <pc:sldMk cId="978730975" sldId="291"/>
            <ac:spMk id="69" creationId="{6EF2A7E8-A6E1-50FE-73AD-351F73783564}"/>
          </ac:spMkLst>
        </pc:spChg>
        <pc:spChg chg="add mod">
          <ac:chgData name="Wilmer Ortega Erazo" userId="19082e28a51afb61" providerId="LiveId" clId="{30D428CD-1BB2-4A03-8594-A68FE992CDE1}" dt="2023-09-05T01:29:09.311" v="557" actId="1076"/>
          <ac:spMkLst>
            <pc:docMk/>
            <pc:sldMk cId="978730975" sldId="291"/>
            <ac:spMk id="70" creationId="{32CD9597-DCA1-0A73-51FC-AF1653E7C63C}"/>
          </ac:spMkLst>
        </pc:spChg>
        <pc:spChg chg="add mod">
          <ac:chgData name="Wilmer Ortega Erazo" userId="19082e28a51afb61" providerId="LiveId" clId="{30D428CD-1BB2-4A03-8594-A68FE992CDE1}" dt="2023-09-05T01:29:09.311" v="557" actId="1076"/>
          <ac:spMkLst>
            <pc:docMk/>
            <pc:sldMk cId="978730975" sldId="291"/>
            <ac:spMk id="71" creationId="{DFC6E761-E2DC-DB4C-97FF-F777CF422486}"/>
          </ac:spMkLst>
        </pc:spChg>
        <pc:spChg chg="add mod">
          <ac:chgData name="Wilmer Ortega Erazo" userId="19082e28a51afb61" providerId="LiveId" clId="{30D428CD-1BB2-4A03-8594-A68FE992CDE1}" dt="2023-09-05T01:29:09.311" v="557" actId="1076"/>
          <ac:spMkLst>
            <pc:docMk/>
            <pc:sldMk cId="978730975" sldId="291"/>
            <ac:spMk id="72" creationId="{F5030EF0-B2FB-732A-10C8-E902BB990559}"/>
          </ac:spMkLst>
        </pc:spChg>
        <pc:spChg chg="add mod">
          <ac:chgData name="Wilmer Ortega Erazo" userId="19082e28a51afb61" providerId="LiveId" clId="{30D428CD-1BB2-4A03-8594-A68FE992CDE1}" dt="2023-09-05T01:29:09.311" v="557" actId="1076"/>
          <ac:spMkLst>
            <pc:docMk/>
            <pc:sldMk cId="978730975" sldId="291"/>
            <ac:spMk id="73" creationId="{7CE69FE4-7954-961C-7777-0187ACB4F3CB}"/>
          </ac:spMkLst>
        </pc:spChg>
        <pc:spChg chg="add mod">
          <ac:chgData name="Wilmer Ortega Erazo" userId="19082e28a51afb61" providerId="LiveId" clId="{30D428CD-1BB2-4A03-8594-A68FE992CDE1}" dt="2023-09-05T01:29:09.311" v="557" actId="1076"/>
          <ac:spMkLst>
            <pc:docMk/>
            <pc:sldMk cId="978730975" sldId="291"/>
            <ac:spMk id="74" creationId="{8E8ABDD4-E3F0-1753-AD60-5C2DB82B7F9D}"/>
          </ac:spMkLst>
        </pc:spChg>
        <pc:spChg chg="add mod">
          <ac:chgData name="Wilmer Ortega Erazo" userId="19082e28a51afb61" providerId="LiveId" clId="{30D428CD-1BB2-4A03-8594-A68FE992CDE1}" dt="2023-09-05T01:29:09.311" v="557" actId="1076"/>
          <ac:spMkLst>
            <pc:docMk/>
            <pc:sldMk cId="978730975" sldId="291"/>
            <ac:spMk id="75" creationId="{6B195412-9B79-B04C-3963-22469010499D}"/>
          </ac:spMkLst>
        </pc:spChg>
        <pc:spChg chg="add mod">
          <ac:chgData name="Wilmer Ortega Erazo" userId="19082e28a51afb61" providerId="LiveId" clId="{30D428CD-1BB2-4A03-8594-A68FE992CDE1}" dt="2023-09-05T01:29:09.311" v="557" actId="1076"/>
          <ac:spMkLst>
            <pc:docMk/>
            <pc:sldMk cId="978730975" sldId="291"/>
            <ac:spMk id="76" creationId="{A63B769B-7A54-EB4C-5284-A254BBD24D9F}"/>
          </ac:spMkLst>
        </pc:spChg>
        <pc:spChg chg="add mod">
          <ac:chgData name="Wilmer Ortega Erazo" userId="19082e28a51afb61" providerId="LiveId" clId="{30D428CD-1BB2-4A03-8594-A68FE992CDE1}" dt="2023-09-05T01:29:09.311" v="557" actId="1076"/>
          <ac:spMkLst>
            <pc:docMk/>
            <pc:sldMk cId="978730975" sldId="291"/>
            <ac:spMk id="77" creationId="{1440C0AA-7B5E-E57A-C49D-1CC58E0D5384}"/>
          </ac:spMkLst>
        </pc:spChg>
        <pc:spChg chg="add mod">
          <ac:chgData name="Wilmer Ortega Erazo" userId="19082e28a51afb61" providerId="LiveId" clId="{30D428CD-1BB2-4A03-8594-A68FE992CDE1}" dt="2023-09-05T01:29:09.311" v="557" actId="1076"/>
          <ac:spMkLst>
            <pc:docMk/>
            <pc:sldMk cId="978730975" sldId="291"/>
            <ac:spMk id="78" creationId="{E0A662B3-8C0A-A676-3A28-EABD54534807}"/>
          </ac:spMkLst>
        </pc:spChg>
        <pc:spChg chg="add mod">
          <ac:chgData name="Wilmer Ortega Erazo" userId="19082e28a51afb61" providerId="LiveId" clId="{30D428CD-1BB2-4A03-8594-A68FE992CDE1}" dt="2023-09-05T01:29:09.311" v="557" actId="1076"/>
          <ac:spMkLst>
            <pc:docMk/>
            <pc:sldMk cId="978730975" sldId="291"/>
            <ac:spMk id="79" creationId="{778FFC87-6990-3DB0-D164-E84CCF1CF124}"/>
          </ac:spMkLst>
        </pc:spChg>
        <pc:spChg chg="add mod">
          <ac:chgData name="Wilmer Ortega Erazo" userId="19082e28a51afb61" providerId="LiveId" clId="{30D428CD-1BB2-4A03-8594-A68FE992CDE1}" dt="2023-09-05T01:29:09.311" v="557" actId="1076"/>
          <ac:spMkLst>
            <pc:docMk/>
            <pc:sldMk cId="978730975" sldId="291"/>
            <ac:spMk id="80" creationId="{1D472EA1-9AC2-BA93-8A7C-380644382C16}"/>
          </ac:spMkLst>
        </pc:spChg>
        <pc:spChg chg="add mod">
          <ac:chgData name="Wilmer Ortega Erazo" userId="19082e28a51afb61" providerId="LiveId" clId="{30D428CD-1BB2-4A03-8594-A68FE992CDE1}" dt="2023-09-05T01:29:09.311" v="557" actId="1076"/>
          <ac:spMkLst>
            <pc:docMk/>
            <pc:sldMk cId="978730975" sldId="291"/>
            <ac:spMk id="81" creationId="{016DCEBE-5156-EB76-6C91-A89120AD0AB6}"/>
          </ac:spMkLst>
        </pc:spChg>
        <pc:spChg chg="add mod">
          <ac:chgData name="Wilmer Ortega Erazo" userId="19082e28a51afb61" providerId="LiveId" clId="{30D428CD-1BB2-4A03-8594-A68FE992CDE1}" dt="2023-09-05T01:29:09.311" v="557" actId="1076"/>
          <ac:spMkLst>
            <pc:docMk/>
            <pc:sldMk cId="978730975" sldId="291"/>
            <ac:spMk id="82" creationId="{E5E66A92-9A0B-4D16-C8F5-67D7FEA9AAE0}"/>
          </ac:spMkLst>
        </pc:spChg>
        <pc:spChg chg="add mod">
          <ac:chgData name="Wilmer Ortega Erazo" userId="19082e28a51afb61" providerId="LiveId" clId="{30D428CD-1BB2-4A03-8594-A68FE992CDE1}" dt="2023-09-05T01:29:09.311" v="557" actId="1076"/>
          <ac:spMkLst>
            <pc:docMk/>
            <pc:sldMk cId="978730975" sldId="291"/>
            <ac:spMk id="83" creationId="{1599BE9D-9EBE-C0AF-C7C9-C6A43C08D955}"/>
          </ac:spMkLst>
        </pc:spChg>
        <pc:spChg chg="add mod">
          <ac:chgData name="Wilmer Ortega Erazo" userId="19082e28a51afb61" providerId="LiveId" clId="{30D428CD-1BB2-4A03-8594-A68FE992CDE1}" dt="2023-09-05T01:29:09.311" v="557" actId="1076"/>
          <ac:spMkLst>
            <pc:docMk/>
            <pc:sldMk cId="978730975" sldId="291"/>
            <ac:spMk id="84" creationId="{3B6BB628-D6EF-F7FE-E2BD-B5D6161AF6C4}"/>
          </ac:spMkLst>
        </pc:spChg>
        <pc:spChg chg="add mod">
          <ac:chgData name="Wilmer Ortega Erazo" userId="19082e28a51afb61" providerId="LiveId" clId="{30D428CD-1BB2-4A03-8594-A68FE992CDE1}" dt="2023-09-05T01:29:09.311" v="557" actId="1076"/>
          <ac:spMkLst>
            <pc:docMk/>
            <pc:sldMk cId="978730975" sldId="291"/>
            <ac:spMk id="85" creationId="{9BF15E90-D2C8-FE07-67E2-EF670BA58109}"/>
          </ac:spMkLst>
        </pc:spChg>
        <pc:spChg chg="add mod">
          <ac:chgData name="Wilmer Ortega Erazo" userId="19082e28a51afb61" providerId="LiveId" clId="{30D428CD-1BB2-4A03-8594-A68FE992CDE1}" dt="2023-09-05T01:29:09.311" v="557" actId="1076"/>
          <ac:spMkLst>
            <pc:docMk/>
            <pc:sldMk cId="978730975" sldId="291"/>
            <ac:spMk id="86" creationId="{0B6A1BBB-EFF7-371B-212A-73EA78E10578}"/>
          </ac:spMkLst>
        </pc:spChg>
        <pc:spChg chg="add mod">
          <ac:chgData name="Wilmer Ortega Erazo" userId="19082e28a51afb61" providerId="LiveId" clId="{30D428CD-1BB2-4A03-8594-A68FE992CDE1}" dt="2023-09-05T01:29:09.311" v="557" actId="1076"/>
          <ac:spMkLst>
            <pc:docMk/>
            <pc:sldMk cId="978730975" sldId="291"/>
            <ac:spMk id="87" creationId="{DB3E3369-93BD-F9C8-84EF-5FD294C06C2B}"/>
          </ac:spMkLst>
        </pc:spChg>
        <pc:spChg chg="add mod">
          <ac:chgData name="Wilmer Ortega Erazo" userId="19082e28a51afb61" providerId="LiveId" clId="{30D428CD-1BB2-4A03-8594-A68FE992CDE1}" dt="2023-09-05T01:29:09.311" v="557" actId="1076"/>
          <ac:spMkLst>
            <pc:docMk/>
            <pc:sldMk cId="978730975" sldId="291"/>
            <ac:spMk id="88" creationId="{AFE6A341-2F4D-1344-FCB2-562B90D9C40C}"/>
          </ac:spMkLst>
        </pc:spChg>
        <pc:spChg chg="add mod">
          <ac:chgData name="Wilmer Ortega Erazo" userId="19082e28a51afb61" providerId="LiveId" clId="{30D428CD-1BB2-4A03-8594-A68FE992CDE1}" dt="2023-09-05T01:29:09.311" v="557" actId="1076"/>
          <ac:spMkLst>
            <pc:docMk/>
            <pc:sldMk cId="978730975" sldId="291"/>
            <ac:spMk id="89" creationId="{C4E5E1A8-BF6C-B043-A66E-DFB98CB7CE4E}"/>
          </ac:spMkLst>
        </pc:spChg>
        <pc:spChg chg="add mod">
          <ac:chgData name="Wilmer Ortega Erazo" userId="19082e28a51afb61" providerId="LiveId" clId="{30D428CD-1BB2-4A03-8594-A68FE992CDE1}" dt="2023-09-05T01:29:09.311" v="557" actId="1076"/>
          <ac:spMkLst>
            <pc:docMk/>
            <pc:sldMk cId="978730975" sldId="291"/>
            <ac:spMk id="90" creationId="{908E1263-2C3F-E950-C0E6-DB5753F75F4A}"/>
          </ac:spMkLst>
        </pc:spChg>
        <pc:spChg chg="add mod">
          <ac:chgData name="Wilmer Ortega Erazo" userId="19082e28a51afb61" providerId="LiveId" clId="{30D428CD-1BB2-4A03-8594-A68FE992CDE1}" dt="2023-09-05T01:29:09.311" v="557" actId="1076"/>
          <ac:spMkLst>
            <pc:docMk/>
            <pc:sldMk cId="978730975" sldId="291"/>
            <ac:spMk id="91" creationId="{23DE639E-E921-F53F-D893-2EBF2496D9B0}"/>
          </ac:spMkLst>
        </pc:spChg>
        <pc:spChg chg="add mod">
          <ac:chgData name="Wilmer Ortega Erazo" userId="19082e28a51afb61" providerId="LiveId" clId="{30D428CD-1BB2-4A03-8594-A68FE992CDE1}" dt="2023-09-05T01:29:09.311" v="557" actId="1076"/>
          <ac:spMkLst>
            <pc:docMk/>
            <pc:sldMk cId="978730975" sldId="291"/>
            <ac:spMk id="92" creationId="{CD50C32F-6098-1B3C-BA30-F4EEEBD041F5}"/>
          </ac:spMkLst>
        </pc:spChg>
        <pc:spChg chg="add mod">
          <ac:chgData name="Wilmer Ortega Erazo" userId="19082e28a51afb61" providerId="LiveId" clId="{30D428CD-1BB2-4A03-8594-A68FE992CDE1}" dt="2023-09-05T01:29:09.311" v="557" actId="1076"/>
          <ac:spMkLst>
            <pc:docMk/>
            <pc:sldMk cId="978730975" sldId="291"/>
            <ac:spMk id="93" creationId="{588CFE83-D4C5-2C1F-739D-2ACA3C10611D}"/>
          </ac:spMkLst>
        </pc:spChg>
        <pc:spChg chg="add mod">
          <ac:chgData name="Wilmer Ortega Erazo" userId="19082e28a51afb61" providerId="LiveId" clId="{30D428CD-1BB2-4A03-8594-A68FE992CDE1}" dt="2023-09-05T01:29:09.311" v="557" actId="1076"/>
          <ac:spMkLst>
            <pc:docMk/>
            <pc:sldMk cId="978730975" sldId="291"/>
            <ac:spMk id="94" creationId="{6E6C0BF2-E0A5-1C4A-85F7-A29A20A0BD78}"/>
          </ac:spMkLst>
        </pc:spChg>
        <pc:spChg chg="add mod">
          <ac:chgData name="Wilmer Ortega Erazo" userId="19082e28a51afb61" providerId="LiveId" clId="{30D428CD-1BB2-4A03-8594-A68FE992CDE1}" dt="2023-09-05T01:29:09.311" v="557" actId="1076"/>
          <ac:spMkLst>
            <pc:docMk/>
            <pc:sldMk cId="978730975" sldId="291"/>
            <ac:spMk id="95" creationId="{9AAEE21B-D4E9-4FFD-9D76-23BF090FD2F1}"/>
          </ac:spMkLst>
        </pc:spChg>
        <pc:spChg chg="add mod">
          <ac:chgData name="Wilmer Ortega Erazo" userId="19082e28a51afb61" providerId="LiveId" clId="{30D428CD-1BB2-4A03-8594-A68FE992CDE1}" dt="2023-09-05T01:29:09.311" v="557" actId="1076"/>
          <ac:spMkLst>
            <pc:docMk/>
            <pc:sldMk cId="978730975" sldId="291"/>
            <ac:spMk id="96" creationId="{ABFFFA56-1DB4-D066-53DB-8FF1F099F718}"/>
          </ac:spMkLst>
        </pc:spChg>
        <pc:spChg chg="add mod">
          <ac:chgData name="Wilmer Ortega Erazo" userId="19082e28a51afb61" providerId="LiveId" clId="{30D428CD-1BB2-4A03-8594-A68FE992CDE1}" dt="2023-09-05T01:29:09.311" v="557" actId="1076"/>
          <ac:spMkLst>
            <pc:docMk/>
            <pc:sldMk cId="978730975" sldId="291"/>
            <ac:spMk id="97" creationId="{0257AC89-B982-6F87-CBB3-3D05CB200F8D}"/>
          </ac:spMkLst>
        </pc:spChg>
        <pc:spChg chg="add mod">
          <ac:chgData name="Wilmer Ortega Erazo" userId="19082e28a51afb61" providerId="LiveId" clId="{30D428CD-1BB2-4A03-8594-A68FE992CDE1}" dt="2023-09-05T01:29:09.311" v="557" actId="1076"/>
          <ac:spMkLst>
            <pc:docMk/>
            <pc:sldMk cId="978730975" sldId="291"/>
            <ac:spMk id="98" creationId="{8BA46035-1F9B-A32D-8E3C-4A371E8BF37C}"/>
          </ac:spMkLst>
        </pc:spChg>
        <pc:spChg chg="add mod">
          <ac:chgData name="Wilmer Ortega Erazo" userId="19082e28a51afb61" providerId="LiveId" clId="{30D428CD-1BB2-4A03-8594-A68FE992CDE1}" dt="2023-09-05T01:29:09.311" v="557" actId="1076"/>
          <ac:spMkLst>
            <pc:docMk/>
            <pc:sldMk cId="978730975" sldId="291"/>
            <ac:spMk id="99" creationId="{C9069E12-A4E6-4B48-FBEF-2FBDC224B6A8}"/>
          </ac:spMkLst>
        </pc:spChg>
        <pc:spChg chg="add mod">
          <ac:chgData name="Wilmer Ortega Erazo" userId="19082e28a51afb61" providerId="LiveId" clId="{30D428CD-1BB2-4A03-8594-A68FE992CDE1}" dt="2023-09-05T01:29:09.311" v="557" actId="1076"/>
          <ac:spMkLst>
            <pc:docMk/>
            <pc:sldMk cId="978730975" sldId="291"/>
            <ac:spMk id="100" creationId="{DE095695-EC6F-2656-460D-B3A18126F130}"/>
          </ac:spMkLst>
        </pc:spChg>
        <pc:spChg chg="add mod">
          <ac:chgData name="Wilmer Ortega Erazo" userId="19082e28a51afb61" providerId="LiveId" clId="{30D428CD-1BB2-4A03-8594-A68FE992CDE1}" dt="2023-09-05T01:29:09.311" v="557" actId="1076"/>
          <ac:spMkLst>
            <pc:docMk/>
            <pc:sldMk cId="978730975" sldId="291"/>
            <ac:spMk id="101" creationId="{1AAD3622-C386-61EF-B5D8-1634CE1369B4}"/>
          </ac:spMkLst>
        </pc:spChg>
        <pc:spChg chg="add mod">
          <ac:chgData name="Wilmer Ortega Erazo" userId="19082e28a51afb61" providerId="LiveId" clId="{30D428CD-1BB2-4A03-8594-A68FE992CDE1}" dt="2023-09-05T01:29:09.311" v="557" actId="1076"/>
          <ac:spMkLst>
            <pc:docMk/>
            <pc:sldMk cId="978730975" sldId="291"/>
            <ac:spMk id="102" creationId="{7B2B4416-0B13-CF0E-9587-404D51C94DF6}"/>
          </ac:spMkLst>
        </pc:spChg>
        <pc:spChg chg="add mod">
          <ac:chgData name="Wilmer Ortega Erazo" userId="19082e28a51afb61" providerId="LiveId" clId="{30D428CD-1BB2-4A03-8594-A68FE992CDE1}" dt="2023-09-05T01:29:09.311" v="557" actId="1076"/>
          <ac:spMkLst>
            <pc:docMk/>
            <pc:sldMk cId="978730975" sldId="291"/>
            <ac:spMk id="103" creationId="{9527342E-2C70-A25A-1CEA-AC1AC8910E84}"/>
          </ac:spMkLst>
        </pc:spChg>
        <pc:spChg chg="add mod">
          <ac:chgData name="Wilmer Ortega Erazo" userId="19082e28a51afb61" providerId="LiveId" clId="{30D428CD-1BB2-4A03-8594-A68FE992CDE1}" dt="2023-09-05T01:29:09.311" v="557" actId="1076"/>
          <ac:spMkLst>
            <pc:docMk/>
            <pc:sldMk cId="978730975" sldId="291"/>
            <ac:spMk id="104" creationId="{3B81FF88-FA43-A582-1A01-CC3153F013BA}"/>
          </ac:spMkLst>
        </pc:spChg>
        <pc:grpChg chg="add mod">
          <ac:chgData name="Wilmer Ortega Erazo" userId="19082e28a51afb61" providerId="LiveId" clId="{30D428CD-1BB2-4A03-8594-A68FE992CDE1}" dt="2023-09-05T01:29:09.311" v="557" actId="1076"/>
          <ac:grpSpMkLst>
            <pc:docMk/>
            <pc:sldMk cId="978730975" sldId="291"/>
            <ac:grpSpMk id="11" creationId="{FDB39646-F7E1-43BF-BCD5-944D61FCF344}"/>
          </ac:grpSpMkLst>
        </pc:grpChg>
        <pc:grpChg chg="del">
          <ac:chgData name="Wilmer Ortega Erazo" userId="19082e28a51afb61" providerId="LiveId" clId="{30D428CD-1BB2-4A03-8594-A68FE992CDE1}" dt="2023-09-05T01:29:01.930" v="555" actId="478"/>
          <ac:grpSpMkLst>
            <pc:docMk/>
            <pc:sldMk cId="978730975" sldId="291"/>
            <ac:grpSpMk id="48" creationId="{FB69E3F1-A7C1-16AB-FA83-26BB308CD142}"/>
          </ac:grpSpMkLst>
        </pc:grpChg>
        <pc:grpChg chg="add mod">
          <ac:chgData name="Wilmer Ortega Erazo" userId="19082e28a51afb61" providerId="LiveId" clId="{30D428CD-1BB2-4A03-8594-A68FE992CDE1}" dt="2023-09-05T01:29:09.311" v="557" actId="1076"/>
          <ac:grpSpMkLst>
            <pc:docMk/>
            <pc:sldMk cId="978730975" sldId="291"/>
            <ac:grpSpMk id="66" creationId="{C9F2F47E-595A-C0EC-93B9-B1CCF3D12DF7}"/>
          </ac:grpSpMkLst>
        </pc:grpChg>
      </pc:sldChg>
      <pc:sldChg chg="delSp modSp add mod ord">
        <pc:chgData name="Wilmer Ortega Erazo" userId="19082e28a51afb61" providerId="LiveId" clId="{30D428CD-1BB2-4A03-8594-A68FE992CDE1}" dt="2023-09-05T01:31:36.449" v="567" actId="33524"/>
        <pc:sldMkLst>
          <pc:docMk/>
          <pc:sldMk cId="4012074948" sldId="292"/>
        </pc:sldMkLst>
        <pc:spChg chg="mod">
          <ac:chgData name="Wilmer Ortega Erazo" userId="19082e28a51afb61" providerId="LiveId" clId="{30D428CD-1BB2-4A03-8594-A68FE992CDE1}" dt="2023-09-05T01:31:36.449" v="567" actId="33524"/>
          <ac:spMkLst>
            <pc:docMk/>
            <pc:sldMk cId="4012074948" sldId="292"/>
            <ac:spMk id="4" creationId="{A29C0834-3DBC-9FB3-0E0A-F77D599198EB}"/>
          </ac:spMkLst>
        </pc:spChg>
        <pc:spChg chg="del">
          <ac:chgData name="Wilmer Ortega Erazo" userId="19082e28a51afb61" providerId="LiveId" clId="{30D428CD-1BB2-4A03-8594-A68FE992CDE1}" dt="2023-09-05T01:30:51.178" v="561" actId="478"/>
          <ac:spMkLst>
            <pc:docMk/>
            <pc:sldMk cId="4012074948" sldId="292"/>
            <ac:spMk id="35" creationId="{EF759D08-E3D8-09CF-00AD-BB1C754D16A6}"/>
          </ac:spMkLst>
        </pc:spChg>
        <pc:spChg chg="del">
          <ac:chgData name="Wilmer Ortega Erazo" userId="19082e28a51afb61" providerId="LiveId" clId="{30D428CD-1BB2-4A03-8594-A68FE992CDE1}" dt="2023-09-05T01:30:51.178" v="561" actId="478"/>
          <ac:spMkLst>
            <pc:docMk/>
            <pc:sldMk cId="4012074948" sldId="292"/>
            <ac:spMk id="36" creationId="{846113C3-6A4F-B534-A228-26A9AE65AE49}"/>
          </ac:spMkLst>
        </pc:spChg>
        <pc:spChg chg="del">
          <ac:chgData name="Wilmer Ortega Erazo" userId="19082e28a51afb61" providerId="LiveId" clId="{30D428CD-1BB2-4A03-8594-A68FE992CDE1}" dt="2023-09-05T01:30:51.178" v="561" actId="478"/>
          <ac:spMkLst>
            <pc:docMk/>
            <pc:sldMk cId="4012074948" sldId="292"/>
            <ac:spMk id="37" creationId="{5B528829-F3F8-B9C7-2C70-E2E0E7CC4633}"/>
          </ac:spMkLst>
        </pc:spChg>
        <pc:spChg chg="del">
          <ac:chgData name="Wilmer Ortega Erazo" userId="19082e28a51afb61" providerId="LiveId" clId="{30D428CD-1BB2-4A03-8594-A68FE992CDE1}" dt="2023-09-05T01:30:51.178" v="561" actId="478"/>
          <ac:spMkLst>
            <pc:docMk/>
            <pc:sldMk cId="4012074948" sldId="292"/>
            <ac:spMk id="38" creationId="{EDD2A5F0-959C-5ACC-17FF-9D005A283D19}"/>
          </ac:spMkLst>
        </pc:spChg>
        <pc:spChg chg="del">
          <ac:chgData name="Wilmer Ortega Erazo" userId="19082e28a51afb61" providerId="LiveId" clId="{30D428CD-1BB2-4A03-8594-A68FE992CDE1}" dt="2023-09-05T01:30:51.178" v="561" actId="478"/>
          <ac:spMkLst>
            <pc:docMk/>
            <pc:sldMk cId="4012074948" sldId="292"/>
            <ac:spMk id="39" creationId="{DD31C1DE-3112-4921-57BD-2009A968AE60}"/>
          </ac:spMkLst>
        </pc:spChg>
        <pc:spChg chg="del">
          <ac:chgData name="Wilmer Ortega Erazo" userId="19082e28a51afb61" providerId="LiveId" clId="{30D428CD-1BB2-4A03-8594-A68FE992CDE1}" dt="2023-09-05T01:30:51.178" v="561" actId="478"/>
          <ac:spMkLst>
            <pc:docMk/>
            <pc:sldMk cId="4012074948" sldId="292"/>
            <ac:spMk id="40" creationId="{3CF21045-E05E-84F0-A2ED-17565494669B}"/>
          </ac:spMkLst>
        </pc:spChg>
        <pc:spChg chg="del">
          <ac:chgData name="Wilmer Ortega Erazo" userId="19082e28a51afb61" providerId="LiveId" clId="{30D428CD-1BB2-4A03-8594-A68FE992CDE1}" dt="2023-09-05T01:30:51.178" v="561" actId="478"/>
          <ac:spMkLst>
            <pc:docMk/>
            <pc:sldMk cId="4012074948" sldId="292"/>
            <ac:spMk id="41" creationId="{A03BAF82-47A7-88DB-CB82-9EB8EDA4FA84}"/>
          </ac:spMkLst>
        </pc:spChg>
        <pc:spChg chg="del">
          <ac:chgData name="Wilmer Ortega Erazo" userId="19082e28a51afb61" providerId="LiveId" clId="{30D428CD-1BB2-4A03-8594-A68FE992CDE1}" dt="2023-09-05T01:30:51.178" v="561" actId="478"/>
          <ac:spMkLst>
            <pc:docMk/>
            <pc:sldMk cId="4012074948" sldId="292"/>
            <ac:spMk id="42" creationId="{D6FB5317-0D20-E56A-76F3-677C7BA68518}"/>
          </ac:spMkLst>
        </pc:spChg>
        <pc:spChg chg="del">
          <ac:chgData name="Wilmer Ortega Erazo" userId="19082e28a51afb61" providerId="LiveId" clId="{30D428CD-1BB2-4A03-8594-A68FE992CDE1}" dt="2023-09-05T01:30:51.178" v="561" actId="478"/>
          <ac:spMkLst>
            <pc:docMk/>
            <pc:sldMk cId="4012074948" sldId="292"/>
            <ac:spMk id="43" creationId="{130391BD-2414-F236-5AB3-5B3D32B8D7E6}"/>
          </ac:spMkLst>
        </pc:spChg>
        <pc:spChg chg="del">
          <ac:chgData name="Wilmer Ortega Erazo" userId="19082e28a51afb61" providerId="LiveId" clId="{30D428CD-1BB2-4A03-8594-A68FE992CDE1}" dt="2023-09-05T01:30:51.178" v="561" actId="478"/>
          <ac:spMkLst>
            <pc:docMk/>
            <pc:sldMk cId="4012074948" sldId="292"/>
            <ac:spMk id="44" creationId="{766581AE-76AD-B6DF-69D6-E0626B762D23}"/>
          </ac:spMkLst>
        </pc:spChg>
        <pc:spChg chg="del">
          <ac:chgData name="Wilmer Ortega Erazo" userId="19082e28a51afb61" providerId="LiveId" clId="{30D428CD-1BB2-4A03-8594-A68FE992CDE1}" dt="2023-09-05T01:30:51.178" v="561" actId="478"/>
          <ac:spMkLst>
            <pc:docMk/>
            <pc:sldMk cId="4012074948" sldId="292"/>
            <ac:spMk id="45" creationId="{17B92120-E8B9-7DFE-1F5A-E8EE75ECF028}"/>
          </ac:spMkLst>
        </pc:spChg>
        <pc:spChg chg="del">
          <ac:chgData name="Wilmer Ortega Erazo" userId="19082e28a51afb61" providerId="LiveId" clId="{30D428CD-1BB2-4A03-8594-A68FE992CDE1}" dt="2023-09-05T01:30:51.178" v="561" actId="478"/>
          <ac:spMkLst>
            <pc:docMk/>
            <pc:sldMk cId="4012074948" sldId="292"/>
            <ac:spMk id="46" creationId="{915F64FF-FC8B-A30D-B76B-B71F30DAA97D}"/>
          </ac:spMkLst>
        </pc:spChg>
        <pc:spChg chg="del">
          <ac:chgData name="Wilmer Ortega Erazo" userId="19082e28a51afb61" providerId="LiveId" clId="{30D428CD-1BB2-4A03-8594-A68FE992CDE1}" dt="2023-09-05T01:30:51.178" v="561" actId="478"/>
          <ac:spMkLst>
            <pc:docMk/>
            <pc:sldMk cId="4012074948" sldId="292"/>
            <ac:spMk id="47" creationId="{832C58C9-EE1E-F933-EB22-D2A0988DA4CE}"/>
          </ac:spMkLst>
        </pc:spChg>
        <pc:spChg chg="del">
          <ac:chgData name="Wilmer Ortega Erazo" userId="19082e28a51afb61" providerId="LiveId" clId="{30D428CD-1BB2-4A03-8594-A68FE992CDE1}" dt="2023-09-05T01:30:51.178" v="561" actId="478"/>
          <ac:spMkLst>
            <pc:docMk/>
            <pc:sldMk cId="4012074948" sldId="292"/>
            <ac:spMk id="51" creationId="{00A57F3F-04C4-FC46-9397-EE7A05351E90}"/>
          </ac:spMkLst>
        </pc:spChg>
        <pc:spChg chg="del">
          <ac:chgData name="Wilmer Ortega Erazo" userId="19082e28a51afb61" providerId="LiveId" clId="{30D428CD-1BB2-4A03-8594-A68FE992CDE1}" dt="2023-09-05T01:30:51.178" v="561" actId="478"/>
          <ac:spMkLst>
            <pc:docMk/>
            <pc:sldMk cId="4012074948" sldId="292"/>
            <ac:spMk id="52" creationId="{C036C1C7-BE60-B4C8-0625-F29428558813}"/>
          </ac:spMkLst>
        </pc:spChg>
        <pc:spChg chg="del">
          <ac:chgData name="Wilmer Ortega Erazo" userId="19082e28a51afb61" providerId="LiveId" clId="{30D428CD-1BB2-4A03-8594-A68FE992CDE1}" dt="2023-09-05T01:30:51.178" v="561" actId="478"/>
          <ac:spMkLst>
            <pc:docMk/>
            <pc:sldMk cId="4012074948" sldId="292"/>
            <ac:spMk id="53" creationId="{A0422CED-43B0-7CD1-0449-22024466F33E}"/>
          </ac:spMkLst>
        </pc:spChg>
        <pc:spChg chg="del">
          <ac:chgData name="Wilmer Ortega Erazo" userId="19082e28a51afb61" providerId="LiveId" clId="{30D428CD-1BB2-4A03-8594-A68FE992CDE1}" dt="2023-09-05T01:30:51.178" v="561" actId="478"/>
          <ac:spMkLst>
            <pc:docMk/>
            <pc:sldMk cId="4012074948" sldId="292"/>
            <ac:spMk id="54" creationId="{4872EE90-7510-89A4-5B16-961FFD331AED}"/>
          </ac:spMkLst>
        </pc:spChg>
        <pc:spChg chg="del">
          <ac:chgData name="Wilmer Ortega Erazo" userId="19082e28a51afb61" providerId="LiveId" clId="{30D428CD-1BB2-4A03-8594-A68FE992CDE1}" dt="2023-09-05T01:30:51.178" v="561" actId="478"/>
          <ac:spMkLst>
            <pc:docMk/>
            <pc:sldMk cId="4012074948" sldId="292"/>
            <ac:spMk id="55" creationId="{6235CF67-C4AC-1C67-74C9-618B1F0D0739}"/>
          </ac:spMkLst>
        </pc:spChg>
        <pc:spChg chg="del">
          <ac:chgData name="Wilmer Ortega Erazo" userId="19082e28a51afb61" providerId="LiveId" clId="{30D428CD-1BB2-4A03-8594-A68FE992CDE1}" dt="2023-09-05T01:30:51.178" v="561" actId="478"/>
          <ac:spMkLst>
            <pc:docMk/>
            <pc:sldMk cId="4012074948" sldId="292"/>
            <ac:spMk id="56" creationId="{58726505-9DCB-4C3C-37E0-AE8CC83BDCC4}"/>
          </ac:spMkLst>
        </pc:spChg>
        <pc:spChg chg="del">
          <ac:chgData name="Wilmer Ortega Erazo" userId="19082e28a51afb61" providerId="LiveId" clId="{30D428CD-1BB2-4A03-8594-A68FE992CDE1}" dt="2023-09-05T01:30:51.178" v="561" actId="478"/>
          <ac:spMkLst>
            <pc:docMk/>
            <pc:sldMk cId="4012074948" sldId="292"/>
            <ac:spMk id="57" creationId="{89093424-9493-5EE2-9552-6AD581769740}"/>
          </ac:spMkLst>
        </pc:spChg>
        <pc:spChg chg="del">
          <ac:chgData name="Wilmer Ortega Erazo" userId="19082e28a51afb61" providerId="LiveId" clId="{30D428CD-1BB2-4A03-8594-A68FE992CDE1}" dt="2023-09-05T01:30:51.178" v="561" actId="478"/>
          <ac:spMkLst>
            <pc:docMk/>
            <pc:sldMk cId="4012074948" sldId="292"/>
            <ac:spMk id="58" creationId="{9726710E-8EEC-8F7B-FD55-2F3DD2D855DD}"/>
          </ac:spMkLst>
        </pc:spChg>
        <pc:spChg chg="del">
          <ac:chgData name="Wilmer Ortega Erazo" userId="19082e28a51afb61" providerId="LiveId" clId="{30D428CD-1BB2-4A03-8594-A68FE992CDE1}" dt="2023-09-05T01:30:51.178" v="561" actId="478"/>
          <ac:spMkLst>
            <pc:docMk/>
            <pc:sldMk cId="4012074948" sldId="292"/>
            <ac:spMk id="59" creationId="{62B39ED9-03FF-923D-DFFB-661DB6D808F6}"/>
          </ac:spMkLst>
        </pc:spChg>
        <pc:spChg chg="del">
          <ac:chgData name="Wilmer Ortega Erazo" userId="19082e28a51afb61" providerId="LiveId" clId="{30D428CD-1BB2-4A03-8594-A68FE992CDE1}" dt="2023-09-05T01:30:51.178" v="561" actId="478"/>
          <ac:spMkLst>
            <pc:docMk/>
            <pc:sldMk cId="4012074948" sldId="292"/>
            <ac:spMk id="60" creationId="{E4304B57-6D19-CCF2-B213-92D07017EA16}"/>
          </ac:spMkLst>
        </pc:spChg>
        <pc:spChg chg="del">
          <ac:chgData name="Wilmer Ortega Erazo" userId="19082e28a51afb61" providerId="LiveId" clId="{30D428CD-1BB2-4A03-8594-A68FE992CDE1}" dt="2023-09-05T01:30:51.178" v="561" actId="478"/>
          <ac:spMkLst>
            <pc:docMk/>
            <pc:sldMk cId="4012074948" sldId="292"/>
            <ac:spMk id="61" creationId="{9735694C-F0CC-753E-D258-81FFED9ECF14}"/>
          </ac:spMkLst>
        </pc:spChg>
        <pc:spChg chg="del">
          <ac:chgData name="Wilmer Ortega Erazo" userId="19082e28a51afb61" providerId="LiveId" clId="{30D428CD-1BB2-4A03-8594-A68FE992CDE1}" dt="2023-09-05T01:30:51.178" v="561" actId="478"/>
          <ac:spMkLst>
            <pc:docMk/>
            <pc:sldMk cId="4012074948" sldId="292"/>
            <ac:spMk id="62" creationId="{15B05DE0-0A6F-CCFE-1E95-1015B205F39A}"/>
          </ac:spMkLst>
        </pc:spChg>
        <pc:spChg chg="del">
          <ac:chgData name="Wilmer Ortega Erazo" userId="19082e28a51afb61" providerId="LiveId" clId="{30D428CD-1BB2-4A03-8594-A68FE992CDE1}" dt="2023-09-05T01:30:51.178" v="561" actId="478"/>
          <ac:spMkLst>
            <pc:docMk/>
            <pc:sldMk cId="4012074948" sldId="292"/>
            <ac:spMk id="63" creationId="{5EE8BBCF-14ED-24FF-008C-CF0AF5878A14}"/>
          </ac:spMkLst>
        </pc:spChg>
        <pc:spChg chg="del">
          <ac:chgData name="Wilmer Ortega Erazo" userId="19082e28a51afb61" providerId="LiveId" clId="{30D428CD-1BB2-4A03-8594-A68FE992CDE1}" dt="2023-09-05T01:30:51.178" v="561" actId="478"/>
          <ac:spMkLst>
            <pc:docMk/>
            <pc:sldMk cId="4012074948" sldId="292"/>
            <ac:spMk id="64" creationId="{5BD13983-0528-F3B0-E993-369D00A1E94C}"/>
          </ac:spMkLst>
        </pc:spChg>
        <pc:grpChg chg="del">
          <ac:chgData name="Wilmer Ortega Erazo" userId="19082e28a51afb61" providerId="LiveId" clId="{30D428CD-1BB2-4A03-8594-A68FE992CDE1}" dt="2023-09-05T01:30:51.178" v="561" actId="478"/>
          <ac:grpSpMkLst>
            <pc:docMk/>
            <pc:sldMk cId="4012074948" sldId="292"/>
            <ac:grpSpMk id="48" creationId="{FB69E3F1-A7C1-16AB-FA83-26BB308CD142}"/>
          </ac:grpSpMkLst>
        </pc:grpChg>
      </pc:sldChg>
      <pc:sldChg chg="modSp add mod">
        <pc:chgData name="Wilmer Ortega Erazo" userId="19082e28a51afb61" providerId="LiveId" clId="{30D428CD-1BB2-4A03-8594-A68FE992CDE1}" dt="2023-09-05T01:32:03.854" v="570" actId="255"/>
        <pc:sldMkLst>
          <pc:docMk/>
          <pc:sldMk cId="900314451" sldId="293"/>
        </pc:sldMkLst>
        <pc:spChg chg="mod">
          <ac:chgData name="Wilmer Ortega Erazo" userId="19082e28a51afb61" providerId="LiveId" clId="{30D428CD-1BB2-4A03-8594-A68FE992CDE1}" dt="2023-09-05T01:32:03.854" v="570" actId="255"/>
          <ac:spMkLst>
            <pc:docMk/>
            <pc:sldMk cId="900314451" sldId="293"/>
            <ac:spMk id="4" creationId="{A29C0834-3DBC-9FB3-0E0A-F77D599198EB}"/>
          </ac:spMkLst>
        </pc:spChg>
      </pc:sldChg>
      <pc:sldChg chg="addSp modSp add mod ord">
        <pc:chgData name="Wilmer Ortega Erazo" userId="19082e28a51afb61" providerId="LiveId" clId="{30D428CD-1BB2-4A03-8594-A68FE992CDE1}" dt="2023-09-12T01:47:27.099" v="702"/>
        <pc:sldMkLst>
          <pc:docMk/>
          <pc:sldMk cId="70218217" sldId="294"/>
        </pc:sldMkLst>
        <pc:spChg chg="add mod">
          <ac:chgData name="Wilmer Ortega Erazo" userId="19082e28a51afb61" providerId="LiveId" clId="{30D428CD-1BB2-4A03-8594-A68FE992CDE1}" dt="2023-09-05T01:37:07.417" v="576" actId="1076"/>
          <ac:spMkLst>
            <pc:docMk/>
            <pc:sldMk cId="70218217" sldId="294"/>
            <ac:spMk id="3" creationId="{964CD30E-C6E3-8C35-48C2-3E708151CEFD}"/>
          </ac:spMkLst>
        </pc:spChg>
        <pc:spChg chg="mod">
          <ac:chgData name="Wilmer Ortega Erazo" userId="19082e28a51afb61" providerId="LiveId" clId="{30D428CD-1BB2-4A03-8594-A68FE992CDE1}" dt="2023-09-05T01:36:45.883" v="573"/>
          <ac:spMkLst>
            <pc:docMk/>
            <pc:sldMk cId="70218217" sldId="294"/>
            <ac:spMk id="4" creationId="{A29C0834-3DBC-9FB3-0E0A-F77D599198EB}"/>
          </ac:spMkLst>
        </pc:spChg>
        <pc:spChg chg="add mod">
          <ac:chgData name="Wilmer Ortega Erazo" userId="19082e28a51afb61" providerId="LiveId" clId="{30D428CD-1BB2-4A03-8594-A68FE992CDE1}" dt="2023-09-05T01:37:07.417" v="576" actId="1076"/>
          <ac:spMkLst>
            <pc:docMk/>
            <pc:sldMk cId="70218217" sldId="294"/>
            <ac:spMk id="5" creationId="{813BCF18-D3F7-E6D7-E07D-0B7D73791E71}"/>
          </ac:spMkLst>
        </pc:spChg>
        <pc:spChg chg="add mod">
          <ac:chgData name="Wilmer Ortega Erazo" userId="19082e28a51afb61" providerId="LiveId" clId="{30D428CD-1BB2-4A03-8594-A68FE992CDE1}" dt="2023-09-05T01:37:07.417" v="576" actId="1076"/>
          <ac:spMkLst>
            <pc:docMk/>
            <pc:sldMk cId="70218217" sldId="294"/>
            <ac:spMk id="7" creationId="{E65962B5-3116-6E4B-E8B6-C6767AA76D65}"/>
          </ac:spMkLst>
        </pc:spChg>
        <pc:spChg chg="add mod">
          <ac:chgData name="Wilmer Ortega Erazo" userId="19082e28a51afb61" providerId="LiveId" clId="{30D428CD-1BB2-4A03-8594-A68FE992CDE1}" dt="2023-09-05T01:37:07.417" v="576" actId="1076"/>
          <ac:spMkLst>
            <pc:docMk/>
            <pc:sldMk cId="70218217" sldId="294"/>
            <ac:spMk id="8" creationId="{1829381E-7E9C-C939-762D-30CF49F0A857}"/>
          </ac:spMkLst>
        </pc:spChg>
        <pc:spChg chg="add mod">
          <ac:chgData name="Wilmer Ortega Erazo" userId="19082e28a51afb61" providerId="LiveId" clId="{30D428CD-1BB2-4A03-8594-A68FE992CDE1}" dt="2023-09-05T01:37:07.417" v="576" actId="1076"/>
          <ac:spMkLst>
            <pc:docMk/>
            <pc:sldMk cId="70218217" sldId="294"/>
            <ac:spMk id="13" creationId="{DC54ED64-DB46-1D7D-F72E-3C226195069B}"/>
          </ac:spMkLst>
        </pc:spChg>
        <pc:spChg chg="add mod">
          <ac:chgData name="Wilmer Ortega Erazo" userId="19082e28a51afb61" providerId="LiveId" clId="{30D428CD-1BB2-4A03-8594-A68FE992CDE1}" dt="2023-09-05T01:37:07.417" v="576" actId="1076"/>
          <ac:spMkLst>
            <pc:docMk/>
            <pc:sldMk cId="70218217" sldId="294"/>
            <ac:spMk id="18" creationId="{A2AA4D10-D4CE-BD71-A228-CD9CC36BE258}"/>
          </ac:spMkLst>
        </pc:spChg>
        <pc:spChg chg="add mod">
          <ac:chgData name="Wilmer Ortega Erazo" userId="19082e28a51afb61" providerId="LiveId" clId="{30D428CD-1BB2-4A03-8594-A68FE992CDE1}" dt="2023-09-05T01:37:07.417" v="576" actId="1076"/>
          <ac:spMkLst>
            <pc:docMk/>
            <pc:sldMk cId="70218217" sldId="294"/>
            <ac:spMk id="21" creationId="{DDFA1BC5-29BE-56A3-CE62-65AA2047AF85}"/>
          </ac:spMkLst>
        </pc:spChg>
        <pc:spChg chg="add mod">
          <ac:chgData name="Wilmer Ortega Erazo" userId="19082e28a51afb61" providerId="LiveId" clId="{30D428CD-1BB2-4A03-8594-A68FE992CDE1}" dt="2023-09-05T01:37:11.414" v="577" actId="1076"/>
          <ac:spMkLst>
            <pc:docMk/>
            <pc:sldMk cId="70218217" sldId="294"/>
            <ac:spMk id="24" creationId="{25A14CA6-4C07-1123-B97C-D07DB6F9D692}"/>
          </ac:spMkLst>
        </pc:spChg>
        <pc:cxnChg chg="add mod">
          <ac:chgData name="Wilmer Ortega Erazo" userId="19082e28a51afb61" providerId="LiveId" clId="{30D428CD-1BB2-4A03-8594-A68FE992CDE1}" dt="2023-09-05T01:37:07.417" v="576" actId="1076"/>
          <ac:cxnSpMkLst>
            <pc:docMk/>
            <pc:sldMk cId="70218217" sldId="294"/>
            <ac:cxnSpMk id="9" creationId="{24F9ACF9-A19A-1BF8-D501-CE0CB5A16712}"/>
          </ac:cxnSpMkLst>
        </pc:cxnChg>
        <pc:cxnChg chg="add mod">
          <ac:chgData name="Wilmer Ortega Erazo" userId="19082e28a51afb61" providerId="LiveId" clId="{30D428CD-1BB2-4A03-8594-A68FE992CDE1}" dt="2023-09-05T01:37:07.417" v="576" actId="1076"/>
          <ac:cxnSpMkLst>
            <pc:docMk/>
            <pc:sldMk cId="70218217" sldId="294"/>
            <ac:cxnSpMk id="10" creationId="{6543BC31-870E-8EFB-11BF-0901845981BF}"/>
          </ac:cxnSpMkLst>
        </pc:cxnChg>
        <pc:cxnChg chg="add mod">
          <ac:chgData name="Wilmer Ortega Erazo" userId="19082e28a51afb61" providerId="LiveId" clId="{30D428CD-1BB2-4A03-8594-A68FE992CDE1}" dt="2023-09-05T01:37:07.417" v="576" actId="1076"/>
          <ac:cxnSpMkLst>
            <pc:docMk/>
            <pc:sldMk cId="70218217" sldId="294"/>
            <ac:cxnSpMk id="11" creationId="{7C67E872-4AAB-27A5-0608-776A6063B4F8}"/>
          </ac:cxnSpMkLst>
        </pc:cxnChg>
        <pc:cxnChg chg="add mod">
          <ac:chgData name="Wilmer Ortega Erazo" userId="19082e28a51afb61" providerId="LiveId" clId="{30D428CD-1BB2-4A03-8594-A68FE992CDE1}" dt="2023-09-05T01:37:07.417" v="576" actId="1076"/>
          <ac:cxnSpMkLst>
            <pc:docMk/>
            <pc:sldMk cId="70218217" sldId="294"/>
            <ac:cxnSpMk id="12" creationId="{5D63B112-9364-2992-3CE7-D2DE97DB5B9F}"/>
          </ac:cxnSpMkLst>
        </pc:cxnChg>
        <pc:cxnChg chg="add mod">
          <ac:chgData name="Wilmer Ortega Erazo" userId="19082e28a51afb61" providerId="LiveId" clId="{30D428CD-1BB2-4A03-8594-A68FE992CDE1}" dt="2023-09-05T01:37:07.417" v="576" actId="1076"/>
          <ac:cxnSpMkLst>
            <pc:docMk/>
            <pc:sldMk cId="70218217" sldId="294"/>
            <ac:cxnSpMk id="14" creationId="{39F496CE-0143-D4BB-664B-D7EB01CBBC66}"/>
          </ac:cxnSpMkLst>
        </pc:cxnChg>
        <pc:cxnChg chg="add mod">
          <ac:chgData name="Wilmer Ortega Erazo" userId="19082e28a51afb61" providerId="LiveId" clId="{30D428CD-1BB2-4A03-8594-A68FE992CDE1}" dt="2023-09-05T01:37:07.417" v="576" actId="1076"/>
          <ac:cxnSpMkLst>
            <pc:docMk/>
            <pc:sldMk cId="70218217" sldId="294"/>
            <ac:cxnSpMk id="15" creationId="{D7BC473F-2131-8EBC-3730-EEE16BE3EC84}"/>
          </ac:cxnSpMkLst>
        </pc:cxnChg>
        <pc:cxnChg chg="add mod">
          <ac:chgData name="Wilmer Ortega Erazo" userId="19082e28a51afb61" providerId="LiveId" clId="{30D428CD-1BB2-4A03-8594-A68FE992CDE1}" dt="2023-09-05T01:37:07.417" v="576" actId="1076"/>
          <ac:cxnSpMkLst>
            <pc:docMk/>
            <pc:sldMk cId="70218217" sldId="294"/>
            <ac:cxnSpMk id="16" creationId="{4F0CD806-B0CF-AEFD-0AF9-BE9FC29774D9}"/>
          </ac:cxnSpMkLst>
        </pc:cxnChg>
        <pc:cxnChg chg="add mod">
          <ac:chgData name="Wilmer Ortega Erazo" userId="19082e28a51afb61" providerId="LiveId" clId="{30D428CD-1BB2-4A03-8594-A68FE992CDE1}" dt="2023-09-05T01:37:07.417" v="576" actId="1076"/>
          <ac:cxnSpMkLst>
            <pc:docMk/>
            <pc:sldMk cId="70218217" sldId="294"/>
            <ac:cxnSpMk id="17" creationId="{ED4A778D-F0A6-84B1-9AD3-2FCD5A85F4A1}"/>
          </ac:cxnSpMkLst>
        </pc:cxnChg>
        <pc:cxnChg chg="add mod">
          <ac:chgData name="Wilmer Ortega Erazo" userId="19082e28a51afb61" providerId="LiveId" clId="{30D428CD-1BB2-4A03-8594-A68FE992CDE1}" dt="2023-09-05T01:37:07.417" v="576" actId="1076"/>
          <ac:cxnSpMkLst>
            <pc:docMk/>
            <pc:sldMk cId="70218217" sldId="294"/>
            <ac:cxnSpMk id="19" creationId="{0F64F7D6-EDE8-29A3-DD85-FFAED54F4418}"/>
          </ac:cxnSpMkLst>
        </pc:cxnChg>
        <pc:cxnChg chg="add mod">
          <ac:chgData name="Wilmer Ortega Erazo" userId="19082e28a51afb61" providerId="LiveId" clId="{30D428CD-1BB2-4A03-8594-A68FE992CDE1}" dt="2023-09-05T01:37:07.417" v="576" actId="1076"/>
          <ac:cxnSpMkLst>
            <pc:docMk/>
            <pc:sldMk cId="70218217" sldId="294"/>
            <ac:cxnSpMk id="20" creationId="{C17A7339-629D-31E9-0B2D-A5951E7361A8}"/>
          </ac:cxnSpMkLst>
        </pc:cxnChg>
        <pc:cxnChg chg="add mod">
          <ac:chgData name="Wilmer Ortega Erazo" userId="19082e28a51afb61" providerId="LiveId" clId="{30D428CD-1BB2-4A03-8594-A68FE992CDE1}" dt="2023-09-05T01:37:07.417" v="576" actId="1076"/>
          <ac:cxnSpMkLst>
            <pc:docMk/>
            <pc:sldMk cId="70218217" sldId="294"/>
            <ac:cxnSpMk id="22" creationId="{17CF0DDD-C2BF-F25B-FC81-B8E968DCE345}"/>
          </ac:cxnSpMkLst>
        </pc:cxnChg>
        <pc:cxnChg chg="add mod">
          <ac:chgData name="Wilmer Ortega Erazo" userId="19082e28a51afb61" providerId="LiveId" clId="{30D428CD-1BB2-4A03-8594-A68FE992CDE1}" dt="2023-09-05T01:37:07.417" v="576" actId="1076"/>
          <ac:cxnSpMkLst>
            <pc:docMk/>
            <pc:sldMk cId="70218217" sldId="294"/>
            <ac:cxnSpMk id="23" creationId="{40E76D67-4239-02F8-F936-65AE3C69CBB1}"/>
          </ac:cxnSpMkLst>
        </pc:cxnChg>
        <pc:cxnChg chg="add mod">
          <ac:chgData name="Wilmer Ortega Erazo" userId="19082e28a51afb61" providerId="LiveId" clId="{30D428CD-1BB2-4A03-8594-A68FE992CDE1}" dt="2023-09-05T01:37:11.414" v="577" actId="1076"/>
          <ac:cxnSpMkLst>
            <pc:docMk/>
            <pc:sldMk cId="70218217" sldId="294"/>
            <ac:cxnSpMk id="25" creationId="{133F3073-D759-F03E-2C66-07CF8DAB68F8}"/>
          </ac:cxnSpMkLst>
        </pc:cxnChg>
      </pc:sldChg>
      <pc:sldChg chg="addSp delSp modSp add mod">
        <pc:chgData name="Wilmer Ortega Erazo" userId="19082e28a51afb61" providerId="LiveId" clId="{30D428CD-1BB2-4A03-8594-A68FE992CDE1}" dt="2023-09-05T01:39:43.337" v="585" actId="790"/>
        <pc:sldMkLst>
          <pc:docMk/>
          <pc:sldMk cId="1383735728" sldId="295"/>
        </pc:sldMkLst>
        <pc:spChg chg="del">
          <ac:chgData name="Wilmer Ortega Erazo" userId="19082e28a51afb61" providerId="LiveId" clId="{30D428CD-1BB2-4A03-8594-A68FE992CDE1}" dt="2023-09-05T01:37:33.374" v="579" actId="478"/>
          <ac:spMkLst>
            <pc:docMk/>
            <pc:sldMk cId="1383735728" sldId="295"/>
            <ac:spMk id="3" creationId="{964CD30E-C6E3-8C35-48C2-3E708151CEFD}"/>
          </ac:spMkLst>
        </pc:spChg>
        <pc:spChg chg="mod">
          <ac:chgData name="Wilmer Ortega Erazo" userId="19082e28a51afb61" providerId="LiveId" clId="{30D428CD-1BB2-4A03-8594-A68FE992CDE1}" dt="2023-09-05T01:39:43.337" v="585" actId="790"/>
          <ac:spMkLst>
            <pc:docMk/>
            <pc:sldMk cId="1383735728" sldId="295"/>
            <ac:spMk id="4" creationId="{A29C0834-3DBC-9FB3-0E0A-F77D599198EB}"/>
          </ac:spMkLst>
        </pc:spChg>
        <pc:spChg chg="del">
          <ac:chgData name="Wilmer Ortega Erazo" userId="19082e28a51afb61" providerId="LiveId" clId="{30D428CD-1BB2-4A03-8594-A68FE992CDE1}" dt="2023-09-05T01:37:33.374" v="579" actId="478"/>
          <ac:spMkLst>
            <pc:docMk/>
            <pc:sldMk cId="1383735728" sldId="295"/>
            <ac:spMk id="5" creationId="{813BCF18-D3F7-E6D7-E07D-0B7D73791E71}"/>
          </ac:spMkLst>
        </pc:spChg>
        <pc:spChg chg="del">
          <ac:chgData name="Wilmer Ortega Erazo" userId="19082e28a51afb61" providerId="LiveId" clId="{30D428CD-1BB2-4A03-8594-A68FE992CDE1}" dt="2023-09-05T01:37:33.374" v="579" actId="478"/>
          <ac:spMkLst>
            <pc:docMk/>
            <pc:sldMk cId="1383735728" sldId="295"/>
            <ac:spMk id="7" creationId="{E65962B5-3116-6E4B-E8B6-C6767AA76D65}"/>
          </ac:spMkLst>
        </pc:spChg>
        <pc:spChg chg="del">
          <ac:chgData name="Wilmer Ortega Erazo" userId="19082e28a51afb61" providerId="LiveId" clId="{30D428CD-1BB2-4A03-8594-A68FE992CDE1}" dt="2023-09-05T01:37:33.374" v="579" actId="478"/>
          <ac:spMkLst>
            <pc:docMk/>
            <pc:sldMk cId="1383735728" sldId="295"/>
            <ac:spMk id="8" creationId="{1829381E-7E9C-C939-762D-30CF49F0A857}"/>
          </ac:spMkLst>
        </pc:spChg>
        <pc:spChg chg="del">
          <ac:chgData name="Wilmer Ortega Erazo" userId="19082e28a51afb61" providerId="LiveId" clId="{30D428CD-1BB2-4A03-8594-A68FE992CDE1}" dt="2023-09-05T01:37:33.374" v="579" actId="478"/>
          <ac:spMkLst>
            <pc:docMk/>
            <pc:sldMk cId="1383735728" sldId="295"/>
            <ac:spMk id="13" creationId="{DC54ED64-DB46-1D7D-F72E-3C226195069B}"/>
          </ac:spMkLst>
        </pc:spChg>
        <pc:spChg chg="del">
          <ac:chgData name="Wilmer Ortega Erazo" userId="19082e28a51afb61" providerId="LiveId" clId="{30D428CD-1BB2-4A03-8594-A68FE992CDE1}" dt="2023-09-05T01:37:33.374" v="579" actId="478"/>
          <ac:spMkLst>
            <pc:docMk/>
            <pc:sldMk cId="1383735728" sldId="295"/>
            <ac:spMk id="18" creationId="{A2AA4D10-D4CE-BD71-A228-CD9CC36BE258}"/>
          </ac:spMkLst>
        </pc:spChg>
        <pc:spChg chg="del">
          <ac:chgData name="Wilmer Ortega Erazo" userId="19082e28a51afb61" providerId="LiveId" clId="{30D428CD-1BB2-4A03-8594-A68FE992CDE1}" dt="2023-09-05T01:37:33.374" v="579" actId="478"/>
          <ac:spMkLst>
            <pc:docMk/>
            <pc:sldMk cId="1383735728" sldId="295"/>
            <ac:spMk id="21" creationId="{DDFA1BC5-29BE-56A3-CE62-65AA2047AF85}"/>
          </ac:spMkLst>
        </pc:spChg>
        <pc:spChg chg="del">
          <ac:chgData name="Wilmer Ortega Erazo" userId="19082e28a51afb61" providerId="LiveId" clId="{30D428CD-1BB2-4A03-8594-A68FE992CDE1}" dt="2023-09-05T01:37:33.374" v="579" actId="478"/>
          <ac:spMkLst>
            <pc:docMk/>
            <pc:sldMk cId="1383735728" sldId="295"/>
            <ac:spMk id="24" creationId="{25A14CA6-4C07-1123-B97C-D07DB6F9D692}"/>
          </ac:spMkLst>
        </pc:spChg>
        <pc:spChg chg="add mod">
          <ac:chgData name="Wilmer Ortega Erazo" userId="19082e28a51afb61" providerId="LiveId" clId="{30D428CD-1BB2-4A03-8594-A68FE992CDE1}" dt="2023-09-05T01:37:50.896" v="582" actId="1076"/>
          <ac:spMkLst>
            <pc:docMk/>
            <pc:sldMk cId="1383735728" sldId="295"/>
            <ac:spMk id="26" creationId="{5AA81B2E-B8E3-4F54-D810-498A795FBC37}"/>
          </ac:spMkLst>
        </pc:spChg>
        <pc:spChg chg="add mod">
          <ac:chgData name="Wilmer Ortega Erazo" userId="19082e28a51afb61" providerId="LiveId" clId="{30D428CD-1BB2-4A03-8594-A68FE992CDE1}" dt="2023-09-05T01:37:50.896" v="582" actId="1076"/>
          <ac:spMkLst>
            <pc:docMk/>
            <pc:sldMk cId="1383735728" sldId="295"/>
            <ac:spMk id="27" creationId="{C63A21F6-A434-3C8A-6292-44CBC43A2995}"/>
          </ac:spMkLst>
        </pc:spChg>
        <pc:spChg chg="add mod">
          <ac:chgData name="Wilmer Ortega Erazo" userId="19082e28a51afb61" providerId="LiveId" clId="{30D428CD-1BB2-4A03-8594-A68FE992CDE1}" dt="2023-09-05T01:37:50.896" v="582" actId="1076"/>
          <ac:spMkLst>
            <pc:docMk/>
            <pc:sldMk cId="1383735728" sldId="295"/>
            <ac:spMk id="28" creationId="{DC9CA36F-79E2-B65D-3152-6C6226FD1FC4}"/>
          </ac:spMkLst>
        </pc:spChg>
        <pc:spChg chg="add mod">
          <ac:chgData name="Wilmer Ortega Erazo" userId="19082e28a51afb61" providerId="LiveId" clId="{30D428CD-1BB2-4A03-8594-A68FE992CDE1}" dt="2023-09-05T01:37:50.896" v="582" actId="1076"/>
          <ac:spMkLst>
            <pc:docMk/>
            <pc:sldMk cId="1383735728" sldId="295"/>
            <ac:spMk id="29" creationId="{2B0015CF-D090-5893-68CE-0D7CC23AF696}"/>
          </ac:spMkLst>
        </pc:spChg>
        <pc:spChg chg="add mod">
          <ac:chgData name="Wilmer Ortega Erazo" userId="19082e28a51afb61" providerId="LiveId" clId="{30D428CD-1BB2-4A03-8594-A68FE992CDE1}" dt="2023-09-05T01:37:50.896" v="582" actId="1076"/>
          <ac:spMkLst>
            <pc:docMk/>
            <pc:sldMk cId="1383735728" sldId="295"/>
            <ac:spMk id="30" creationId="{1A08BE54-707F-6C98-1F2C-5A98DA20D3EB}"/>
          </ac:spMkLst>
        </pc:spChg>
        <pc:spChg chg="mod">
          <ac:chgData name="Wilmer Ortega Erazo" userId="19082e28a51afb61" providerId="LiveId" clId="{30D428CD-1BB2-4A03-8594-A68FE992CDE1}" dt="2023-09-05T01:37:50.896" v="582" actId="1076"/>
          <ac:spMkLst>
            <pc:docMk/>
            <pc:sldMk cId="1383735728" sldId="295"/>
            <ac:spMk id="32" creationId="{A58E7D76-1A07-F45E-55D3-2A94F677B0CE}"/>
          </ac:spMkLst>
        </pc:spChg>
        <pc:spChg chg="mod">
          <ac:chgData name="Wilmer Ortega Erazo" userId="19082e28a51afb61" providerId="LiveId" clId="{30D428CD-1BB2-4A03-8594-A68FE992CDE1}" dt="2023-09-05T01:37:50.896" v="582" actId="1076"/>
          <ac:spMkLst>
            <pc:docMk/>
            <pc:sldMk cId="1383735728" sldId="295"/>
            <ac:spMk id="33" creationId="{6EFB1D06-E8E5-DF58-19BC-66378695B6E5}"/>
          </ac:spMkLst>
        </pc:spChg>
        <pc:spChg chg="add mod">
          <ac:chgData name="Wilmer Ortega Erazo" userId="19082e28a51afb61" providerId="LiveId" clId="{30D428CD-1BB2-4A03-8594-A68FE992CDE1}" dt="2023-09-05T01:37:50.896" v="582" actId="1076"/>
          <ac:spMkLst>
            <pc:docMk/>
            <pc:sldMk cId="1383735728" sldId="295"/>
            <ac:spMk id="34" creationId="{982DA66C-0E55-3DAC-B17C-13CB5029186B}"/>
          </ac:spMkLst>
        </pc:spChg>
        <pc:spChg chg="mod">
          <ac:chgData name="Wilmer Ortega Erazo" userId="19082e28a51afb61" providerId="LiveId" clId="{30D428CD-1BB2-4A03-8594-A68FE992CDE1}" dt="2023-09-05T01:37:50.896" v="582" actId="1076"/>
          <ac:spMkLst>
            <pc:docMk/>
            <pc:sldMk cId="1383735728" sldId="295"/>
            <ac:spMk id="36" creationId="{CFA2A9C3-1F0A-B44C-5FE8-0585CC1B26DB}"/>
          </ac:spMkLst>
        </pc:spChg>
        <pc:spChg chg="mod">
          <ac:chgData name="Wilmer Ortega Erazo" userId="19082e28a51afb61" providerId="LiveId" clId="{30D428CD-1BB2-4A03-8594-A68FE992CDE1}" dt="2023-09-05T01:37:50.896" v="582" actId="1076"/>
          <ac:spMkLst>
            <pc:docMk/>
            <pc:sldMk cId="1383735728" sldId="295"/>
            <ac:spMk id="37" creationId="{EF0CB329-39BD-95D5-5B12-5305E13C95F9}"/>
          </ac:spMkLst>
        </pc:spChg>
        <pc:spChg chg="add mod">
          <ac:chgData name="Wilmer Ortega Erazo" userId="19082e28a51afb61" providerId="LiveId" clId="{30D428CD-1BB2-4A03-8594-A68FE992CDE1}" dt="2023-09-05T01:37:50.896" v="582" actId="1076"/>
          <ac:spMkLst>
            <pc:docMk/>
            <pc:sldMk cId="1383735728" sldId="295"/>
            <ac:spMk id="38" creationId="{C6A47FDA-339A-D77E-DC34-05132E7CD280}"/>
          </ac:spMkLst>
        </pc:spChg>
        <pc:spChg chg="add mod">
          <ac:chgData name="Wilmer Ortega Erazo" userId="19082e28a51afb61" providerId="LiveId" clId="{30D428CD-1BB2-4A03-8594-A68FE992CDE1}" dt="2023-09-05T01:37:50.896" v="582" actId="1076"/>
          <ac:spMkLst>
            <pc:docMk/>
            <pc:sldMk cId="1383735728" sldId="295"/>
            <ac:spMk id="39" creationId="{10DA6EA1-C81C-B1F3-9A0B-F4C8348A8CF0}"/>
          </ac:spMkLst>
        </pc:spChg>
        <pc:spChg chg="add mod">
          <ac:chgData name="Wilmer Ortega Erazo" userId="19082e28a51afb61" providerId="LiveId" clId="{30D428CD-1BB2-4A03-8594-A68FE992CDE1}" dt="2023-09-05T01:37:50.896" v="582" actId="1076"/>
          <ac:spMkLst>
            <pc:docMk/>
            <pc:sldMk cId="1383735728" sldId="295"/>
            <ac:spMk id="40" creationId="{A33E3C73-A60C-BDC4-CD73-1BA12C9844D2}"/>
          </ac:spMkLst>
        </pc:spChg>
        <pc:spChg chg="add mod">
          <ac:chgData name="Wilmer Ortega Erazo" userId="19082e28a51afb61" providerId="LiveId" clId="{30D428CD-1BB2-4A03-8594-A68FE992CDE1}" dt="2023-09-05T01:37:50.896" v="582" actId="1076"/>
          <ac:spMkLst>
            <pc:docMk/>
            <pc:sldMk cId="1383735728" sldId="295"/>
            <ac:spMk id="41" creationId="{C17CA10B-04A7-C04B-73D2-202E86EB7CC9}"/>
          </ac:spMkLst>
        </pc:spChg>
        <pc:spChg chg="add mod">
          <ac:chgData name="Wilmer Ortega Erazo" userId="19082e28a51afb61" providerId="LiveId" clId="{30D428CD-1BB2-4A03-8594-A68FE992CDE1}" dt="2023-09-05T01:37:50.896" v="582" actId="1076"/>
          <ac:spMkLst>
            <pc:docMk/>
            <pc:sldMk cId="1383735728" sldId="295"/>
            <ac:spMk id="42" creationId="{71BAC5E9-D586-70D1-5810-1F62FD4B9A93}"/>
          </ac:spMkLst>
        </pc:spChg>
        <pc:spChg chg="add mod">
          <ac:chgData name="Wilmer Ortega Erazo" userId="19082e28a51afb61" providerId="LiveId" clId="{30D428CD-1BB2-4A03-8594-A68FE992CDE1}" dt="2023-09-05T01:37:50.896" v="582" actId="1076"/>
          <ac:spMkLst>
            <pc:docMk/>
            <pc:sldMk cId="1383735728" sldId="295"/>
            <ac:spMk id="43" creationId="{794EA177-753B-AA2D-03F8-C3CF0488E66E}"/>
          </ac:spMkLst>
        </pc:spChg>
        <pc:spChg chg="add mod">
          <ac:chgData name="Wilmer Ortega Erazo" userId="19082e28a51afb61" providerId="LiveId" clId="{30D428CD-1BB2-4A03-8594-A68FE992CDE1}" dt="2023-09-05T01:37:50.896" v="582" actId="1076"/>
          <ac:spMkLst>
            <pc:docMk/>
            <pc:sldMk cId="1383735728" sldId="295"/>
            <ac:spMk id="44" creationId="{5FC9FB5B-8A88-CB3A-8FF0-8421BFB95C11}"/>
          </ac:spMkLst>
        </pc:spChg>
        <pc:spChg chg="add mod">
          <ac:chgData name="Wilmer Ortega Erazo" userId="19082e28a51afb61" providerId="LiveId" clId="{30D428CD-1BB2-4A03-8594-A68FE992CDE1}" dt="2023-09-05T01:37:50.896" v="582" actId="1076"/>
          <ac:spMkLst>
            <pc:docMk/>
            <pc:sldMk cId="1383735728" sldId="295"/>
            <ac:spMk id="45" creationId="{B6564F8D-C2E3-6B9D-C9C4-24E625A8B690}"/>
          </ac:spMkLst>
        </pc:spChg>
        <pc:spChg chg="add mod">
          <ac:chgData name="Wilmer Ortega Erazo" userId="19082e28a51afb61" providerId="LiveId" clId="{30D428CD-1BB2-4A03-8594-A68FE992CDE1}" dt="2023-09-05T01:37:50.896" v="582" actId="1076"/>
          <ac:spMkLst>
            <pc:docMk/>
            <pc:sldMk cId="1383735728" sldId="295"/>
            <ac:spMk id="46" creationId="{C5B11015-51B9-C6A7-E774-AE3FEC8B0F69}"/>
          </ac:spMkLst>
        </pc:spChg>
        <pc:spChg chg="mod">
          <ac:chgData name="Wilmer Ortega Erazo" userId="19082e28a51afb61" providerId="LiveId" clId="{30D428CD-1BB2-4A03-8594-A68FE992CDE1}" dt="2023-09-05T01:37:50.896" v="582" actId="1076"/>
          <ac:spMkLst>
            <pc:docMk/>
            <pc:sldMk cId="1383735728" sldId="295"/>
            <ac:spMk id="48" creationId="{FF32122D-1241-3D9D-AC61-2987BE0BA6E5}"/>
          </ac:spMkLst>
        </pc:spChg>
        <pc:spChg chg="mod">
          <ac:chgData name="Wilmer Ortega Erazo" userId="19082e28a51afb61" providerId="LiveId" clId="{30D428CD-1BB2-4A03-8594-A68FE992CDE1}" dt="2023-09-05T01:37:50.896" v="582" actId="1076"/>
          <ac:spMkLst>
            <pc:docMk/>
            <pc:sldMk cId="1383735728" sldId="295"/>
            <ac:spMk id="49" creationId="{DBF2E8EE-270A-C8D7-69EA-328FEBF7E70E}"/>
          </ac:spMkLst>
        </pc:spChg>
        <pc:spChg chg="add mod">
          <ac:chgData name="Wilmer Ortega Erazo" userId="19082e28a51afb61" providerId="LiveId" clId="{30D428CD-1BB2-4A03-8594-A68FE992CDE1}" dt="2023-09-05T01:37:50.896" v="582" actId="1076"/>
          <ac:spMkLst>
            <pc:docMk/>
            <pc:sldMk cId="1383735728" sldId="295"/>
            <ac:spMk id="50" creationId="{165FB6C6-462B-ACD8-FB8D-B61C45ED2246}"/>
          </ac:spMkLst>
        </pc:spChg>
        <pc:spChg chg="mod">
          <ac:chgData name="Wilmer Ortega Erazo" userId="19082e28a51afb61" providerId="LiveId" clId="{30D428CD-1BB2-4A03-8594-A68FE992CDE1}" dt="2023-09-05T01:37:50.896" v="582" actId="1076"/>
          <ac:spMkLst>
            <pc:docMk/>
            <pc:sldMk cId="1383735728" sldId="295"/>
            <ac:spMk id="52" creationId="{160A3DC8-8A13-3453-B4BC-6E7FF99D6723}"/>
          </ac:spMkLst>
        </pc:spChg>
        <pc:spChg chg="mod">
          <ac:chgData name="Wilmer Ortega Erazo" userId="19082e28a51afb61" providerId="LiveId" clId="{30D428CD-1BB2-4A03-8594-A68FE992CDE1}" dt="2023-09-05T01:37:50.896" v="582" actId="1076"/>
          <ac:spMkLst>
            <pc:docMk/>
            <pc:sldMk cId="1383735728" sldId="295"/>
            <ac:spMk id="53" creationId="{D337047A-2D7C-274F-E367-9B9BE4DFB8C0}"/>
          </ac:spMkLst>
        </pc:spChg>
        <pc:spChg chg="add mod">
          <ac:chgData name="Wilmer Ortega Erazo" userId="19082e28a51afb61" providerId="LiveId" clId="{30D428CD-1BB2-4A03-8594-A68FE992CDE1}" dt="2023-09-05T01:37:50.896" v="582" actId="1076"/>
          <ac:spMkLst>
            <pc:docMk/>
            <pc:sldMk cId="1383735728" sldId="295"/>
            <ac:spMk id="54" creationId="{B487F340-D4BC-8935-AA55-A87FDAAF4100}"/>
          </ac:spMkLst>
        </pc:spChg>
        <pc:spChg chg="add mod">
          <ac:chgData name="Wilmer Ortega Erazo" userId="19082e28a51afb61" providerId="LiveId" clId="{30D428CD-1BB2-4A03-8594-A68FE992CDE1}" dt="2023-09-05T01:37:50.896" v="582" actId="1076"/>
          <ac:spMkLst>
            <pc:docMk/>
            <pc:sldMk cId="1383735728" sldId="295"/>
            <ac:spMk id="55" creationId="{8B297632-B64B-474B-B776-3F5088379017}"/>
          </ac:spMkLst>
        </pc:spChg>
        <pc:spChg chg="add mod">
          <ac:chgData name="Wilmer Ortega Erazo" userId="19082e28a51afb61" providerId="LiveId" clId="{30D428CD-1BB2-4A03-8594-A68FE992CDE1}" dt="2023-09-05T01:37:50.896" v="582" actId="1076"/>
          <ac:spMkLst>
            <pc:docMk/>
            <pc:sldMk cId="1383735728" sldId="295"/>
            <ac:spMk id="56" creationId="{986C7806-2615-6005-3B46-7F429F439B1F}"/>
          </ac:spMkLst>
        </pc:spChg>
        <pc:spChg chg="add mod">
          <ac:chgData name="Wilmer Ortega Erazo" userId="19082e28a51afb61" providerId="LiveId" clId="{30D428CD-1BB2-4A03-8594-A68FE992CDE1}" dt="2023-09-05T01:37:50.896" v="582" actId="1076"/>
          <ac:spMkLst>
            <pc:docMk/>
            <pc:sldMk cId="1383735728" sldId="295"/>
            <ac:spMk id="57" creationId="{03DCB7D1-EA59-364C-41B4-E2F1813F4FCD}"/>
          </ac:spMkLst>
        </pc:spChg>
        <pc:spChg chg="add mod">
          <ac:chgData name="Wilmer Ortega Erazo" userId="19082e28a51afb61" providerId="LiveId" clId="{30D428CD-1BB2-4A03-8594-A68FE992CDE1}" dt="2023-09-05T01:37:50.896" v="582" actId="1076"/>
          <ac:spMkLst>
            <pc:docMk/>
            <pc:sldMk cId="1383735728" sldId="295"/>
            <ac:spMk id="58" creationId="{E527666D-FEBA-9B4D-5D44-C083BE2BFD06}"/>
          </ac:spMkLst>
        </pc:spChg>
        <pc:spChg chg="add mod">
          <ac:chgData name="Wilmer Ortega Erazo" userId="19082e28a51afb61" providerId="LiveId" clId="{30D428CD-1BB2-4A03-8594-A68FE992CDE1}" dt="2023-09-05T01:37:50.896" v="582" actId="1076"/>
          <ac:spMkLst>
            <pc:docMk/>
            <pc:sldMk cId="1383735728" sldId="295"/>
            <ac:spMk id="59" creationId="{6C1DF50C-4049-198A-314A-3D9AB9BF4A3C}"/>
          </ac:spMkLst>
        </pc:spChg>
        <pc:spChg chg="add mod">
          <ac:chgData name="Wilmer Ortega Erazo" userId="19082e28a51afb61" providerId="LiveId" clId="{30D428CD-1BB2-4A03-8594-A68FE992CDE1}" dt="2023-09-05T01:37:50.896" v="582" actId="1076"/>
          <ac:spMkLst>
            <pc:docMk/>
            <pc:sldMk cId="1383735728" sldId="295"/>
            <ac:spMk id="60" creationId="{BB9CCCC5-A914-9240-23F1-CA17044F7FD8}"/>
          </ac:spMkLst>
        </pc:spChg>
        <pc:spChg chg="add mod">
          <ac:chgData name="Wilmer Ortega Erazo" userId="19082e28a51afb61" providerId="LiveId" clId="{30D428CD-1BB2-4A03-8594-A68FE992CDE1}" dt="2023-09-05T01:37:50.896" v="582" actId="1076"/>
          <ac:spMkLst>
            <pc:docMk/>
            <pc:sldMk cId="1383735728" sldId="295"/>
            <ac:spMk id="61" creationId="{37D7ACC6-A8ED-B614-4B0D-8E1E6E94FD69}"/>
          </ac:spMkLst>
        </pc:spChg>
        <pc:spChg chg="add mod">
          <ac:chgData name="Wilmer Ortega Erazo" userId="19082e28a51afb61" providerId="LiveId" clId="{30D428CD-1BB2-4A03-8594-A68FE992CDE1}" dt="2023-09-05T01:37:50.896" v="582" actId="1076"/>
          <ac:spMkLst>
            <pc:docMk/>
            <pc:sldMk cId="1383735728" sldId="295"/>
            <ac:spMk id="62" creationId="{10D7039E-1B22-BE86-C60C-54766FE8B730}"/>
          </ac:spMkLst>
        </pc:spChg>
        <pc:spChg chg="add mod">
          <ac:chgData name="Wilmer Ortega Erazo" userId="19082e28a51afb61" providerId="LiveId" clId="{30D428CD-1BB2-4A03-8594-A68FE992CDE1}" dt="2023-09-05T01:37:50.896" v="582" actId="1076"/>
          <ac:spMkLst>
            <pc:docMk/>
            <pc:sldMk cId="1383735728" sldId="295"/>
            <ac:spMk id="63" creationId="{E5BC4C30-70E4-9E50-D851-0EEFEE7DA056}"/>
          </ac:spMkLst>
        </pc:spChg>
        <pc:spChg chg="add mod">
          <ac:chgData name="Wilmer Ortega Erazo" userId="19082e28a51afb61" providerId="LiveId" clId="{30D428CD-1BB2-4A03-8594-A68FE992CDE1}" dt="2023-09-05T01:37:50.896" v="582" actId="1076"/>
          <ac:spMkLst>
            <pc:docMk/>
            <pc:sldMk cId="1383735728" sldId="295"/>
            <ac:spMk id="64" creationId="{CA9D2B10-5F83-1568-9727-5B8A00F2F3F0}"/>
          </ac:spMkLst>
        </pc:spChg>
        <pc:spChg chg="add mod">
          <ac:chgData name="Wilmer Ortega Erazo" userId="19082e28a51afb61" providerId="LiveId" clId="{30D428CD-1BB2-4A03-8594-A68FE992CDE1}" dt="2023-09-05T01:37:50.896" v="582" actId="1076"/>
          <ac:spMkLst>
            <pc:docMk/>
            <pc:sldMk cId="1383735728" sldId="295"/>
            <ac:spMk id="65" creationId="{72E45E37-9048-89A5-55DA-334232039BFD}"/>
          </ac:spMkLst>
        </pc:spChg>
        <pc:grpChg chg="add mod">
          <ac:chgData name="Wilmer Ortega Erazo" userId="19082e28a51afb61" providerId="LiveId" clId="{30D428CD-1BB2-4A03-8594-A68FE992CDE1}" dt="2023-09-05T01:37:50.896" v="582" actId="1076"/>
          <ac:grpSpMkLst>
            <pc:docMk/>
            <pc:sldMk cId="1383735728" sldId="295"/>
            <ac:grpSpMk id="31" creationId="{CE9B0043-677F-D83F-6A74-7890596232DE}"/>
          </ac:grpSpMkLst>
        </pc:grpChg>
        <pc:grpChg chg="add mod">
          <ac:chgData name="Wilmer Ortega Erazo" userId="19082e28a51afb61" providerId="LiveId" clId="{30D428CD-1BB2-4A03-8594-A68FE992CDE1}" dt="2023-09-05T01:37:50.896" v="582" actId="1076"/>
          <ac:grpSpMkLst>
            <pc:docMk/>
            <pc:sldMk cId="1383735728" sldId="295"/>
            <ac:grpSpMk id="35" creationId="{A401F6ED-6C1D-D9AB-EB6F-FDDAA98D5B53}"/>
          </ac:grpSpMkLst>
        </pc:grpChg>
        <pc:grpChg chg="add mod">
          <ac:chgData name="Wilmer Ortega Erazo" userId="19082e28a51afb61" providerId="LiveId" clId="{30D428CD-1BB2-4A03-8594-A68FE992CDE1}" dt="2023-09-05T01:37:50.896" v="582" actId="1076"/>
          <ac:grpSpMkLst>
            <pc:docMk/>
            <pc:sldMk cId="1383735728" sldId="295"/>
            <ac:grpSpMk id="47" creationId="{9DA51855-DA5C-F91E-4098-76C4158C5505}"/>
          </ac:grpSpMkLst>
        </pc:grpChg>
        <pc:grpChg chg="add mod">
          <ac:chgData name="Wilmer Ortega Erazo" userId="19082e28a51afb61" providerId="LiveId" clId="{30D428CD-1BB2-4A03-8594-A68FE992CDE1}" dt="2023-09-05T01:37:50.896" v="582" actId="1076"/>
          <ac:grpSpMkLst>
            <pc:docMk/>
            <pc:sldMk cId="1383735728" sldId="295"/>
            <ac:grpSpMk id="51" creationId="{5EA2E0CB-BBDF-4E7A-895C-C5CDC0043A00}"/>
          </ac:grpSpMkLst>
        </pc:grpChg>
        <pc:cxnChg chg="del mod">
          <ac:chgData name="Wilmer Ortega Erazo" userId="19082e28a51afb61" providerId="LiveId" clId="{30D428CD-1BB2-4A03-8594-A68FE992CDE1}" dt="2023-09-05T01:37:33.374" v="579" actId="478"/>
          <ac:cxnSpMkLst>
            <pc:docMk/>
            <pc:sldMk cId="1383735728" sldId="295"/>
            <ac:cxnSpMk id="9" creationId="{24F9ACF9-A19A-1BF8-D501-CE0CB5A16712}"/>
          </ac:cxnSpMkLst>
        </pc:cxnChg>
        <pc:cxnChg chg="del mod">
          <ac:chgData name="Wilmer Ortega Erazo" userId="19082e28a51afb61" providerId="LiveId" clId="{30D428CD-1BB2-4A03-8594-A68FE992CDE1}" dt="2023-09-05T01:37:33.374" v="579" actId="478"/>
          <ac:cxnSpMkLst>
            <pc:docMk/>
            <pc:sldMk cId="1383735728" sldId="295"/>
            <ac:cxnSpMk id="10" creationId="{6543BC31-870E-8EFB-11BF-0901845981BF}"/>
          </ac:cxnSpMkLst>
        </pc:cxnChg>
        <pc:cxnChg chg="del">
          <ac:chgData name="Wilmer Ortega Erazo" userId="19082e28a51afb61" providerId="LiveId" clId="{30D428CD-1BB2-4A03-8594-A68FE992CDE1}" dt="2023-09-05T01:37:33.374" v="579" actId="478"/>
          <ac:cxnSpMkLst>
            <pc:docMk/>
            <pc:sldMk cId="1383735728" sldId="295"/>
            <ac:cxnSpMk id="11" creationId="{7C67E872-4AAB-27A5-0608-776A6063B4F8}"/>
          </ac:cxnSpMkLst>
        </pc:cxnChg>
        <pc:cxnChg chg="del">
          <ac:chgData name="Wilmer Ortega Erazo" userId="19082e28a51afb61" providerId="LiveId" clId="{30D428CD-1BB2-4A03-8594-A68FE992CDE1}" dt="2023-09-05T01:37:33.374" v="579" actId="478"/>
          <ac:cxnSpMkLst>
            <pc:docMk/>
            <pc:sldMk cId="1383735728" sldId="295"/>
            <ac:cxnSpMk id="12" creationId="{5D63B112-9364-2992-3CE7-D2DE97DB5B9F}"/>
          </ac:cxnSpMkLst>
        </pc:cxnChg>
        <pc:cxnChg chg="del">
          <ac:chgData name="Wilmer Ortega Erazo" userId="19082e28a51afb61" providerId="LiveId" clId="{30D428CD-1BB2-4A03-8594-A68FE992CDE1}" dt="2023-09-05T01:37:33.374" v="579" actId="478"/>
          <ac:cxnSpMkLst>
            <pc:docMk/>
            <pc:sldMk cId="1383735728" sldId="295"/>
            <ac:cxnSpMk id="14" creationId="{39F496CE-0143-D4BB-664B-D7EB01CBBC66}"/>
          </ac:cxnSpMkLst>
        </pc:cxnChg>
        <pc:cxnChg chg="del mod">
          <ac:chgData name="Wilmer Ortega Erazo" userId="19082e28a51afb61" providerId="LiveId" clId="{30D428CD-1BB2-4A03-8594-A68FE992CDE1}" dt="2023-09-05T01:37:33.374" v="579" actId="478"/>
          <ac:cxnSpMkLst>
            <pc:docMk/>
            <pc:sldMk cId="1383735728" sldId="295"/>
            <ac:cxnSpMk id="15" creationId="{D7BC473F-2131-8EBC-3730-EEE16BE3EC84}"/>
          </ac:cxnSpMkLst>
        </pc:cxnChg>
        <pc:cxnChg chg="del mod">
          <ac:chgData name="Wilmer Ortega Erazo" userId="19082e28a51afb61" providerId="LiveId" clId="{30D428CD-1BB2-4A03-8594-A68FE992CDE1}" dt="2023-09-05T01:37:33.374" v="579" actId="478"/>
          <ac:cxnSpMkLst>
            <pc:docMk/>
            <pc:sldMk cId="1383735728" sldId="295"/>
            <ac:cxnSpMk id="16" creationId="{4F0CD806-B0CF-AEFD-0AF9-BE9FC29774D9}"/>
          </ac:cxnSpMkLst>
        </pc:cxnChg>
        <pc:cxnChg chg="del mod">
          <ac:chgData name="Wilmer Ortega Erazo" userId="19082e28a51afb61" providerId="LiveId" clId="{30D428CD-1BB2-4A03-8594-A68FE992CDE1}" dt="2023-09-05T01:37:33.374" v="579" actId="478"/>
          <ac:cxnSpMkLst>
            <pc:docMk/>
            <pc:sldMk cId="1383735728" sldId="295"/>
            <ac:cxnSpMk id="17" creationId="{ED4A778D-F0A6-84B1-9AD3-2FCD5A85F4A1}"/>
          </ac:cxnSpMkLst>
        </pc:cxnChg>
        <pc:cxnChg chg="del">
          <ac:chgData name="Wilmer Ortega Erazo" userId="19082e28a51afb61" providerId="LiveId" clId="{30D428CD-1BB2-4A03-8594-A68FE992CDE1}" dt="2023-09-05T01:37:33.374" v="579" actId="478"/>
          <ac:cxnSpMkLst>
            <pc:docMk/>
            <pc:sldMk cId="1383735728" sldId="295"/>
            <ac:cxnSpMk id="19" creationId="{0F64F7D6-EDE8-29A3-DD85-FFAED54F4418}"/>
          </ac:cxnSpMkLst>
        </pc:cxnChg>
        <pc:cxnChg chg="del mod">
          <ac:chgData name="Wilmer Ortega Erazo" userId="19082e28a51afb61" providerId="LiveId" clId="{30D428CD-1BB2-4A03-8594-A68FE992CDE1}" dt="2023-09-05T01:37:33.374" v="579" actId="478"/>
          <ac:cxnSpMkLst>
            <pc:docMk/>
            <pc:sldMk cId="1383735728" sldId="295"/>
            <ac:cxnSpMk id="20" creationId="{C17A7339-629D-31E9-0B2D-A5951E7361A8}"/>
          </ac:cxnSpMkLst>
        </pc:cxnChg>
        <pc:cxnChg chg="del">
          <ac:chgData name="Wilmer Ortega Erazo" userId="19082e28a51afb61" providerId="LiveId" clId="{30D428CD-1BB2-4A03-8594-A68FE992CDE1}" dt="2023-09-05T01:37:33.374" v="579" actId="478"/>
          <ac:cxnSpMkLst>
            <pc:docMk/>
            <pc:sldMk cId="1383735728" sldId="295"/>
            <ac:cxnSpMk id="22" creationId="{17CF0DDD-C2BF-F25B-FC81-B8E968DCE345}"/>
          </ac:cxnSpMkLst>
        </pc:cxnChg>
        <pc:cxnChg chg="del mod">
          <ac:chgData name="Wilmer Ortega Erazo" userId="19082e28a51afb61" providerId="LiveId" clId="{30D428CD-1BB2-4A03-8594-A68FE992CDE1}" dt="2023-09-05T01:37:33.374" v="579" actId="478"/>
          <ac:cxnSpMkLst>
            <pc:docMk/>
            <pc:sldMk cId="1383735728" sldId="295"/>
            <ac:cxnSpMk id="23" creationId="{40E76D67-4239-02F8-F936-65AE3C69CBB1}"/>
          </ac:cxnSpMkLst>
        </pc:cxnChg>
        <pc:cxnChg chg="del mod">
          <ac:chgData name="Wilmer Ortega Erazo" userId="19082e28a51afb61" providerId="LiveId" clId="{30D428CD-1BB2-4A03-8594-A68FE992CDE1}" dt="2023-09-05T01:37:33.374" v="579" actId="478"/>
          <ac:cxnSpMkLst>
            <pc:docMk/>
            <pc:sldMk cId="1383735728" sldId="295"/>
            <ac:cxnSpMk id="25" creationId="{133F3073-D759-F03E-2C66-07CF8DAB68F8}"/>
          </ac:cxnSpMkLst>
        </pc:cxnChg>
      </pc:sldChg>
      <pc:sldChg chg="addSp delSp modSp add mod">
        <pc:chgData name="Wilmer Ortega Erazo" userId="19082e28a51afb61" providerId="LiveId" clId="{30D428CD-1BB2-4A03-8594-A68FE992CDE1}" dt="2023-09-05T01:40:07.965" v="589" actId="1076"/>
        <pc:sldMkLst>
          <pc:docMk/>
          <pc:sldMk cId="1342916085" sldId="296"/>
        </pc:sldMkLst>
        <pc:spChg chg="add mod">
          <ac:chgData name="Wilmer Ortega Erazo" userId="19082e28a51afb61" providerId="LiveId" clId="{30D428CD-1BB2-4A03-8594-A68FE992CDE1}" dt="2023-09-05T01:40:07.965" v="589" actId="1076"/>
          <ac:spMkLst>
            <pc:docMk/>
            <pc:sldMk cId="1342916085" sldId="296"/>
            <ac:spMk id="3" creationId="{D1C3128C-DF94-7A3C-DDC6-8DF4D98AE068}"/>
          </ac:spMkLst>
        </pc:spChg>
        <pc:spChg chg="mod">
          <ac:chgData name="Wilmer Ortega Erazo" userId="19082e28a51afb61" providerId="LiveId" clId="{30D428CD-1BB2-4A03-8594-A68FE992CDE1}" dt="2023-09-05T01:39:56.374" v="587" actId="255"/>
          <ac:spMkLst>
            <pc:docMk/>
            <pc:sldMk cId="1342916085" sldId="296"/>
            <ac:spMk id="4" creationId="{A29C0834-3DBC-9FB3-0E0A-F77D599198EB}"/>
          </ac:spMkLst>
        </pc:spChg>
        <pc:spChg chg="add mod">
          <ac:chgData name="Wilmer Ortega Erazo" userId="19082e28a51afb61" providerId="LiveId" clId="{30D428CD-1BB2-4A03-8594-A68FE992CDE1}" dt="2023-09-05T01:40:07.965" v="589" actId="1076"/>
          <ac:spMkLst>
            <pc:docMk/>
            <pc:sldMk cId="1342916085" sldId="296"/>
            <ac:spMk id="5" creationId="{9AE71725-DCD0-DA8F-2C48-C8AC45D28DEA}"/>
          </ac:spMkLst>
        </pc:spChg>
        <pc:spChg chg="add mod">
          <ac:chgData name="Wilmer Ortega Erazo" userId="19082e28a51afb61" providerId="LiveId" clId="{30D428CD-1BB2-4A03-8594-A68FE992CDE1}" dt="2023-09-05T01:40:07.965" v="589" actId="1076"/>
          <ac:spMkLst>
            <pc:docMk/>
            <pc:sldMk cId="1342916085" sldId="296"/>
            <ac:spMk id="7" creationId="{3EF1F1BE-F6ED-E60F-5EE8-53B801B82A23}"/>
          </ac:spMkLst>
        </pc:spChg>
        <pc:spChg chg="add mod">
          <ac:chgData name="Wilmer Ortega Erazo" userId="19082e28a51afb61" providerId="LiveId" clId="{30D428CD-1BB2-4A03-8594-A68FE992CDE1}" dt="2023-09-05T01:40:07.965" v="589" actId="1076"/>
          <ac:spMkLst>
            <pc:docMk/>
            <pc:sldMk cId="1342916085" sldId="296"/>
            <ac:spMk id="8" creationId="{E944738A-D073-D7DE-E553-90B393BDDA00}"/>
          </ac:spMkLst>
        </pc:spChg>
        <pc:spChg chg="mod">
          <ac:chgData name="Wilmer Ortega Erazo" userId="19082e28a51afb61" providerId="LiveId" clId="{30D428CD-1BB2-4A03-8594-A68FE992CDE1}" dt="2023-09-05T01:40:07.965" v="589" actId="1076"/>
          <ac:spMkLst>
            <pc:docMk/>
            <pc:sldMk cId="1342916085" sldId="296"/>
            <ac:spMk id="10" creationId="{2A5DB142-E35F-8685-C5E0-83D5C748C7F2}"/>
          </ac:spMkLst>
        </pc:spChg>
        <pc:spChg chg="mod">
          <ac:chgData name="Wilmer Ortega Erazo" userId="19082e28a51afb61" providerId="LiveId" clId="{30D428CD-1BB2-4A03-8594-A68FE992CDE1}" dt="2023-09-05T01:40:07.965" v="589" actId="1076"/>
          <ac:spMkLst>
            <pc:docMk/>
            <pc:sldMk cId="1342916085" sldId="296"/>
            <ac:spMk id="11" creationId="{C50F2A1A-8FAE-01A9-7A25-FB86C9BE8E19}"/>
          </ac:spMkLst>
        </pc:spChg>
        <pc:spChg chg="add mod">
          <ac:chgData name="Wilmer Ortega Erazo" userId="19082e28a51afb61" providerId="LiveId" clId="{30D428CD-1BB2-4A03-8594-A68FE992CDE1}" dt="2023-09-05T01:40:07.965" v="589" actId="1076"/>
          <ac:spMkLst>
            <pc:docMk/>
            <pc:sldMk cId="1342916085" sldId="296"/>
            <ac:spMk id="12" creationId="{FFE69387-EE7C-10A2-B1BA-4A8192E32025}"/>
          </ac:spMkLst>
        </pc:spChg>
        <pc:spChg chg="add mod">
          <ac:chgData name="Wilmer Ortega Erazo" userId="19082e28a51afb61" providerId="LiveId" clId="{30D428CD-1BB2-4A03-8594-A68FE992CDE1}" dt="2023-09-05T01:40:07.965" v="589" actId="1076"/>
          <ac:spMkLst>
            <pc:docMk/>
            <pc:sldMk cId="1342916085" sldId="296"/>
            <ac:spMk id="13" creationId="{01080B34-ED9F-1156-F0EA-A0DE4297E5EA}"/>
          </ac:spMkLst>
        </pc:spChg>
        <pc:spChg chg="add mod">
          <ac:chgData name="Wilmer Ortega Erazo" userId="19082e28a51afb61" providerId="LiveId" clId="{30D428CD-1BB2-4A03-8594-A68FE992CDE1}" dt="2023-09-05T01:40:07.965" v="589" actId="1076"/>
          <ac:spMkLst>
            <pc:docMk/>
            <pc:sldMk cId="1342916085" sldId="296"/>
            <ac:spMk id="14" creationId="{7988580F-25CE-B1E9-46F6-8C7DBFECC93D}"/>
          </ac:spMkLst>
        </pc:spChg>
        <pc:spChg chg="add mod">
          <ac:chgData name="Wilmer Ortega Erazo" userId="19082e28a51afb61" providerId="LiveId" clId="{30D428CD-1BB2-4A03-8594-A68FE992CDE1}" dt="2023-09-05T01:40:07.965" v="589" actId="1076"/>
          <ac:spMkLst>
            <pc:docMk/>
            <pc:sldMk cId="1342916085" sldId="296"/>
            <ac:spMk id="15" creationId="{560E40FF-38A5-3B78-2C53-E703274F8538}"/>
          </ac:spMkLst>
        </pc:spChg>
        <pc:spChg chg="add mod">
          <ac:chgData name="Wilmer Ortega Erazo" userId="19082e28a51afb61" providerId="LiveId" clId="{30D428CD-1BB2-4A03-8594-A68FE992CDE1}" dt="2023-09-05T01:40:07.965" v="589" actId="1076"/>
          <ac:spMkLst>
            <pc:docMk/>
            <pc:sldMk cId="1342916085" sldId="296"/>
            <ac:spMk id="16" creationId="{0153565C-C398-83AC-54ED-758E057E8F81}"/>
          </ac:spMkLst>
        </pc:spChg>
        <pc:spChg chg="add mod">
          <ac:chgData name="Wilmer Ortega Erazo" userId="19082e28a51afb61" providerId="LiveId" clId="{30D428CD-1BB2-4A03-8594-A68FE992CDE1}" dt="2023-09-05T01:40:07.965" v="589" actId="1076"/>
          <ac:spMkLst>
            <pc:docMk/>
            <pc:sldMk cId="1342916085" sldId="296"/>
            <ac:spMk id="17" creationId="{FC6D71AA-162B-FD63-C9A2-506C4EE814C3}"/>
          </ac:spMkLst>
        </pc:spChg>
        <pc:spChg chg="add mod">
          <ac:chgData name="Wilmer Ortega Erazo" userId="19082e28a51afb61" providerId="LiveId" clId="{30D428CD-1BB2-4A03-8594-A68FE992CDE1}" dt="2023-09-05T01:40:07.965" v="589" actId="1076"/>
          <ac:spMkLst>
            <pc:docMk/>
            <pc:sldMk cId="1342916085" sldId="296"/>
            <ac:spMk id="18" creationId="{67C10626-329A-9756-8F1C-0C0EB828CC50}"/>
          </ac:spMkLst>
        </pc:spChg>
        <pc:spChg chg="add mod">
          <ac:chgData name="Wilmer Ortega Erazo" userId="19082e28a51afb61" providerId="LiveId" clId="{30D428CD-1BB2-4A03-8594-A68FE992CDE1}" dt="2023-09-05T01:40:07.965" v="589" actId="1076"/>
          <ac:spMkLst>
            <pc:docMk/>
            <pc:sldMk cId="1342916085" sldId="296"/>
            <ac:spMk id="19" creationId="{13F0267C-4F4A-1D25-E9C0-A63133AD96FA}"/>
          </ac:spMkLst>
        </pc:spChg>
        <pc:spChg chg="add mod">
          <ac:chgData name="Wilmer Ortega Erazo" userId="19082e28a51afb61" providerId="LiveId" clId="{30D428CD-1BB2-4A03-8594-A68FE992CDE1}" dt="2023-09-05T01:40:07.965" v="589" actId="1076"/>
          <ac:spMkLst>
            <pc:docMk/>
            <pc:sldMk cId="1342916085" sldId="296"/>
            <ac:spMk id="20" creationId="{985DBAF5-21DC-ACF5-533D-FA8494D769C3}"/>
          </ac:spMkLst>
        </pc:spChg>
        <pc:spChg chg="add mod">
          <ac:chgData name="Wilmer Ortega Erazo" userId="19082e28a51afb61" providerId="LiveId" clId="{30D428CD-1BB2-4A03-8594-A68FE992CDE1}" dt="2023-09-05T01:40:07.965" v="589" actId="1076"/>
          <ac:spMkLst>
            <pc:docMk/>
            <pc:sldMk cId="1342916085" sldId="296"/>
            <ac:spMk id="21" creationId="{E1427F38-C821-FEF4-B8CF-368A1E729AF6}"/>
          </ac:spMkLst>
        </pc:spChg>
        <pc:spChg chg="mod">
          <ac:chgData name="Wilmer Ortega Erazo" userId="19082e28a51afb61" providerId="LiveId" clId="{30D428CD-1BB2-4A03-8594-A68FE992CDE1}" dt="2023-09-05T01:40:07.965" v="589" actId="1076"/>
          <ac:spMkLst>
            <pc:docMk/>
            <pc:sldMk cId="1342916085" sldId="296"/>
            <ac:spMk id="23" creationId="{43DD3F2E-FB40-262C-B478-3AA6F933BB85}"/>
          </ac:spMkLst>
        </pc:spChg>
        <pc:spChg chg="mod">
          <ac:chgData name="Wilmer Ortega Erazo" userId="19082e28a51afb61" providerId="LiveId" clId="{30D428CD-1BB2-4A03-8594-A68FE992CDE1}" dt="2023-09-05T01:40:07.965" v="589" actId="1076"/>
          <ac:spMkLst>
            <pc:docMk/>
            <pc:sldMk cId="1342916085" sldId="296"/>
            <ac:spMk id="24" creationId="{E8F911B8-B851-BF5D-77C7-9875AD68EA39}"/>
          </ac:spMkLst>
        </pc:spChg>
        <pc:spChg chg="add mod">
          <ac:chgData name="Wilmer Ortega Erazo" userId="19082e28a51afb61" providerId="LiveId" clId="{30D428CD-1BB2-4A03-8594-A68FE992CDE1}" dt="2023-09-05T01:40:07.965" v="589" actId="1076"/>
          <ac:spMkLst>
            <pc:docMk/>
            <pc:sldMk cId="1342916085" sldId="296"/>
            <ac:spMk id="25" creationId="{97CD90F8-4DFA-91C8-FDE7-5AF37E71B953}"/>
          </ac:spMkLst>
        </pc:spChg>
        <pc:spChg chg="del">
          <ac:chgData name="Wilmer Ortega Erazo" userId="19082e28a51afb61" providerId="LiveId" clId="{30D428CD-1BB2-4A03-8594-A68FE992CDE1}" dt="2023-09-05T01:39:35.072" v="584" actId="478"/>
          <ac:spMkLst>
            <pc:docMk/>
            <pc:sldMk cId="1342916085" sldId="296"/>
            <ac:spMk id="26" creationId="{5AA81B2E-B8E3-4F54-D810-498A795FBC37}"/>
          </ac:spMkLst>
        </pc:spChg>
        <pc:spChg chg="del">
          <ac:chgData name="Wilmer Ortega Erazo" userId="19082e28a51afb61" providerId="LiveId" clId="{30D428CD-1BB2-4A03-8594-A68FE992CDE1}" dt="2023-09-05T01:39:35.072" v="584" actId="478"/>
          <ac:spMkLst>
            <pc:docMk/>
            <pc:sldMk cId="1342916085" sldId="296"/>
            <ac:spMk id="27" creationId="{C63A21F6-A434-3C8A-6292-44CBC43A2995}"/>
          </ac:spMkLst>
        </pc:spChg>
        <pc:spChg chg="del">
          <ac:chgData name="Wilmer Ortega Erazo" userId="19082e28a51afb61" providerId="LiveId" clId="{30D428CD-1BB2-4A03-8594-A68FE992CDE1}" dt="2023-09-05T01:39:35.072" v="584" actId="478"/>
          <ac:spMkLst>
            <pc:docMk/>
            <pc:sldMk cId="1342916085" sldId="296"/>
            <ac:spMk id="28" creationId="{DC9CA36F-79E2-B65D-3152-6C6226FD1FC4}"/>
          </ac:spMkLst>
        </pc:spChg>
        <pc:spChg chg="del">
          <ac:chgData name="Wilmer Ortega Erazo" userId="19082e28a51afb61" providerId="LiveId" clId="{30D428CD-1BB2-4A03-8594-A68FE992CDE1}" dt="2023-09-05T01:39:35.072" v="584" actId="478"/>
          <ac:spMkLst>
            <pc:docMk/>
            <pc:sldMk cId="1342916085" sldId="296"/>
            <ac:spMk id="29" creationId="{2B0015CF-D090-5893-68CE-0D7CC23AF696}"/>
          </ac:spMkLst>
        </pc:spChg>
        <pc:spChg chg="del">
          <ac:chgData name="Wilmer Ortega Erazo" userId="19082e28a51afb61" providerId="LiveId" clId="{30D428CD-1BB2-4A03-8594-A68FE992CDE1}" dt="2023-09-05T01:39:35.072" v="584" actId="478"/>
          <ac:spMkLst>
            <pc:docMk/>
            <pc:sldMk cId="1342916085" sldId="296"/>
            <ac:spMk id="30" creationId="{1A08BE54-707F-6C98-1F2C-5A98DA20D3EB}"/>
          </ac:spMkLst>
        </pc:spChg>
        <pc:spChg chg="del">
          <ac:chgData name="Wilmer Ortega Erazo" userId="19082e28a51afb61" providerId="LiveId" clId="{30D428CD-1BB2-4A03-8594-A68FE992CDE1}" dt="2023-09-05T01:39:35.072" v="584" actId="478"/>
          <ac:spMkLst>
            <pc:docMk/>
            <pc:sldMk cId="1342916085" sldId="296"/>
            <ac:spMk id="34" creationId="{982DA66C-0E55-3DAC-B17C-13CB5029186B}"/>
          </ac:spMkLst>
        </pc:spChg>
        <pc:spChg chg="del">
          <ac:chgData name="Wilmer Ortega Erazo" userId="19082e28a51afb61" providerId="LiveId" clId="{30D428CD-1BB2-4A03-8594-A68FE992CDE1}" dt="2023-09-05T01:39:35.072" v="584" actId="478"/>
          <ac:spMkLst>
            <pc:docMk/>
            <pc:sldMk cId="1342916085" sldId="296"/>
            <ac:spMk id="38" creationId="{C6A47FDA-339A-D77E-DC34-05132E7CD280}"/>
          </ac:spMkLst>
        </pc:spChg>
        <pc:spChg chg="del">
          <ac:chgData name="Wilmer Ortega Erazo" userId="19082e28a51afb61" providerId="LiveId" clId="{30D428CD-1BB2-4A03-8594-A68FE992CDE1}" dt="2023-09-05T01:39:35.072" v="584" actId="478"/>
          <ac:spMkLst>
            <pc:docMk/>
            <pc:sldMk cId="1342916085" sldId="296"/>
            <ac:spMk id="39" creationId="{10DA6EA1-C81C-B1F3-9A0B-F4C8348A8CF0}"/>
          </ac:spMkLst>
        </pc:spChg>
        <pc:spChg chg="del">
          <ac:chgData name="Wilmer Ortega Erazo" userId="19082e28a51afb61" providerId="LiveId" clId="{30D428CD-1BB2-4A03-8594-A68FE992CDE1}" dt="2023-09-05T01:39:35.072" v="584" actId="478"/>
          <ac:spMkLst>
            <pc:docMk/>
            <pc:sldMk cId="1342916085" sldId="296"/>
            <ac:spMk id="40" creationId="{A33E3C73-A60C-BDC4-CD73-1BA12C9844D2}"/>
          </ac:spMkLst>
        </pc:spChg>
        <pc:spChg chg="del">
          <ac:chgData name="Wilmer Ortega Erazo" userId="19082e28a51afb61" providerId="LiveId" clId="{30D428CD-1BB2-4A03-8594-A68FE992CDE1}" dt="2023-09-05T01:39:35.072" v="584" actId="478"/>
          <ac:spMkLst>
            <pc:docMk/>
            <pc:sldMk cId="1342916085" sldId="296"/>
            <ac:spMk id="41" creationId="{C17CA10B-04A7-C04B-73D2-202E86EB7CC9}"/>
          </ac:spMkLst>
        </pc:spChg>
        <pc:spChg chg="del">
          <ac:chgData name="Wilmer Ortega Erazo" userId="19082e28a51afb61" providerId="LiveId" clId="{30D428CD-1BB2-4A03-8594-A68FE992CDE1}" dt="2023-09-05T01:39:35.072" v="584" actId="478"/>
          <ac:spMkLst>
            <pc:docMk/>
            <pc:sldMk cId="1342916085" sldId="296"/>
            <ac:spMk id="42" creationId="{71BAC5E9-D586-70D1-5810-1F62FD4B9A93}"/>
          </ac:spMkLst>
        </pc:spChg>
        <pc:spChg chg="del">
          <ac:chgData name="Wilmer Ortega Erazo" userId="19082e28a51afb61" providerId="LiveId" clId="{30D428CD-1BB2-4A03-8594-A68FE992CDE1}" dt="2023-09-05T01:39:35.072" v="584" actId="478"/>
          <ac:spMkLst>
            <pc:docMk/>
            <pc:sldMk cId="1342916085" sldId="296"/>
            <ac:spMk id="43" creationId="{794EA177-753B-AA2D-03F8-C3CF0488E66E}"/>
          </ac:spMkLst>
        </pc:spChg>
        <pc:spChg chg="del">
          <ac:chgData name="Wilmer Ortega Erazo" userId="19082e28a51afb61" providerId="LiveId" clId="{30D428CD-1BB2-4A03-8594-A68FE992CDE1}" dt="2023-09-05T01:39:35.072" v="584" actId="478"/>
          <ac:spMkLst>
            <pc:docMk/>
            <pc:sldMk cId="1342916085" sldId="296"/>
            <ac:spMk id="44" creationId="{5FC9FB5B-8A88-CB3A-8FF0-8421BFB95C11}"/>
          </ac:spMkLst>
        </pc:spChg>
        <pc:spChg chg="del">
          <ac:chgData name="Wilmer Ortega Erazo" userId="19082e28a51afb61" providerId="LiveId" clId="{30D428CD-1BB2-4A03-8594-A68FE992CDE1}" dt="2023-09-05T01:39:35.072" v="584" actId="478"/>
          <ac:spMkLst>
            <pc:docMk/>
            <pc:sldMk cId="1342916085" sldId="296"/>
            <ac:spMk id="45" creationId="{B6564F8D-C2E3-6B9D-C9C4-24E625A8B690}"/>
          </ac:spMkLst>
        </pc:spChg>
        <pc:spChg chg="del">
          <ac:chgData name="Wilmer Ortega Erazo" userId="19082e28a51afb61" providerId="LiveId" clId="{30D428CD-1BB2-4A03-8594-A68FE992CDE1}" dt="2023-09-05T01:39:35.072" v="584" actId="478"/>
          <ac:spMkLst>
            <pc:docMk/>
            <pc:sldMk cId="1342916085" sldId="296"/>
            <ac:spMk id="46" creationId="{C5B11015-51B9-C6A7-E774-AE3FEC8B0F69}"/>
          </ac:spMkLst>
        </pc:spChg>
        <pc:spChg chg="del">
          <ac:chgData name="Wilmer Ortega Erazo" userId="19082e28a51afb61" providerId="LiveId" clId="{30D428CD-1BB2-4A03-8594-A68FE992CDE1}" dt="2023-09-05T01:39:35.072" v="584" actId="478"/>
          <ac:spMkLst>
            <pc:docMk/>
            <pc:sldMk cId="1342916085" sldId="296"/>
            <ac:spMk id="50" creationId="{165FB6C6-462B-ACD8-FB8D-B61C45ED2246}"/>
          </ac:spMkLst>
        </pc:spChg>
        <pc:spChg chg="del">
          <ac:chgData name="Wilmer Ortega Erazo" userId="19082e28a51afb61" providerId="LiveId" clId="{30D428CD-1BB2-4A03-8594-A68FE992CDE1}" dt="2023-09-05T01:39:35.072" v="584" actId="478"/>
          <ac:spMkLst>
            <pc:docMk/>
            <pc:sldMk cId="1342916085" sldId="296"/>
            <ac:spMk id="54" creationId="{B487F340-D4BC-8935-AA55-A87FDAAF4100}"/>
          </ac:spMkLst>
        </pc:spChg>
        <pc:spChg chg="del">
          <ac:chgData name="Wilmer Ortega Erazo" userId="19082e28a51afb61" providerId="LiveId" clId="{30D428CD-1BB2-4A03-8594-A68FE992CDE1}" dt="2023-09-05T01:39:35.072" v="584" actId="478"/>
          <ac:spMkLst>
            <pc:docMk/>
            <pc:sldMk cId="1342916085" sldId="296"/>
            <ac:spMk id="55" creationId="{8B297632-B64B-474B-B776-3F5088379017}"/>
          </ac:spMkLst>
        </pc:spChg>
        <pc:spChg chg="del">
          <ac:chgData name="Wilmer Ortega Erazo" userId="19082e28a51afb61" providerId="LiveId" clId="{30D428CD-1BB2-4A03-8594-A68FE992CDE1}" dt="2023-09-05T01:39:35.072" v="584" actId="478"/>
          <ac:spMkLst>
            <pc:docMk/>
            <pc:sldMk cId="1342916085" sldId="296"/>
            <ac:spMk id="56" creationId="{986C7806-2615-6005-3B46-7F429F439B1F}"/>
          </ac:spMkLst>
        </pc:spChg>
        <pc:spChg chg="del">
          <ac:chgData name="Wilmer Ortega Erazo" userId="19082e28a51afb61" providerId="LiveId" clId="{30D428CD-1BB2-4A03-8594-A68FE992CDE1}" dt="2023-09-05T01:39:35.072" v="584" actId="478"/>
          <ac:spMkLst>
            <pc:docMk/>
            <pc:sldMk cId="1342916085" sldId="296"/>
            <ac:spMk id="57" creationId="{03DCB7D1-EA59-364C-41B4-E2F1813F4FCD}"/>
          </ac:spMkLst>
        </pc:spChg>
        <pc:spChg chg="del">
          <ac:chgData name="Wilmer Ortega Erazo" userId="19082e28a51afb61" providerId="LiveId" clId="{30D428CD-1BB2-4A03-8594-A68FE992CDE1}" dt="2023-09-05T01:39:35.072" v="584" actId="478"/>
          <ac:spMkLst>
            <pc:docMk/>
            <pc:sldMk cId="1342916085" sldId="296"/>
            <ac:spMk id="58" creationId="{E527666D-FEBA-9B4D-5D44-C083BE2BFD06}"/>
          </ac:spMkLst>
        </pc:spChg>
        <pc:spChg chg="del">
          <ac:chgData name="Wilmer Ortega Erazo" userId="19082e28a51afb61" providerId="LiveId" clId="{30D428CD-1BB2-4A03-8594-A68FE992CDE1}" dt="2023-09-05T01:39:35.072" v="584" actId="478"/>
          <ac:spMkLst>
            <pc:docMk/>
            <pc:sldMk cId="1342916085" sldId="296"/>
            <ac:spMk id="59" creationId="{6C1DF50C-4049-198A-314A-3D9AB9BF4A3C}"/>
          </ac:spMkLst>
        </pc:spChg>
        <pc:spChg chg="del">
          <ac:chgData name="Wilmer Ortega Erazo" userId="19082e28a51afb61" providerId="LiveId" clId="{30D428CD-1BB2-4A03-8594-A68FE992CDE1}" dt="2023-09-05T01:39:35.072" v="584" actId="478"/>
          <ac:spMkLst>
            <pc:docMk/>
            <pc:sldMk cId="1342916085" sldId="296"/>
            <ac:spMk id="60" creationId="{BB9CCCC5-A914-9240-23F1-CA17044F7FD8}"/>
          </ac:spMkLst>
        </pc:spChg>
        <pc:spChg chg="del">
          <ac:chgData name="Wilmer Ortega Erazo" userId="19082e28a51afb61" providerId="LiveId" clId="{30D428CD-1BB2-4A03-8594-A68FE992CDE1}" dt="2023-09-05T01:39:35.072" v="584" actId="478"/>
          <ac:spMkLst>
            <pc:docMk/>
            <pc:sldMk cId="1342916085" sldId="296"/>
            <ac:spMk id="61" creationId="{37D7ACC6-A8ED-B614-4B0D-8E1E6E94FD69}"/>
          </ac:spMkLst>
        </pc:spChg>
        <pc:spChg chg="del">
          <ac:chgData name="Wilmer Ortega Erazo" userId="19082e28a51afb61" providerId="LiveId" clId="{30D428CD-1BB2-4A03-8594-A68FE992CDE1}" dt="2023-09-05T01:39:35.072" v="584" actId="478"/>
          <ac:spMkLst>
            <pc:docMk/>
            <pc:sldMk cId="1342916085" sldId="296"/>
            <ac:spMk id="62" creationId="{10D7039E-1B22-BE86-C60C-54766FE8B730}"/>
          </ac:spMkLst>
        </pc:spChg>
        <pc:spChg chg="del">
          <ac:chgData name="Wilmer Ortega Erazo" userId="19082e28a51afb61" providerId="LiveId" clId="{30D428CD-1BB2-4A03-8594-A68FE992CDE1}" dt="2023-09-05T01:39:35.072" v="584" actId="478"/>
          <ac:spMkLst>
            <pc:docMk/>
            <pc:sldMk cId="1342916085" sldId="296"/>
            <ac:spMk id="63" creationId="{E5BC4C30-70E4-9E50-D851-0EEFEE7DA056}"/>
          </ac:spMkLst>
        </pc:spChg>
        <pc:spChg chg="del">
          <ac:chgData name="Wilmer Ortega Erazo" userId="19082e28a51afb61" providerId="LiveId" clId="{30D428CD-1BB2-4A03-8594-A68FE992CDE1}" dt="2023-09-05T01:39:35.072" v="584" actId="478"/>
          <ac:spMkLst>
            <pc:docMk/>
            <pc:sldMk cId="1342916085" sldId="296"/>
            <ac:spMk id="64" creationId="{CA9D2B10-5F83-1568-9727-5B8A00F2F3F0}"/>
          </ac:spMkLst>
        </pc:spChg>
        <pc:spChg chg="del">
          <ac:chgData name="Wilmer Ortega Erazo" userId="19082e28a51afb61" providerId="LiveId" clId="{30D428CD-1BB2-4A03-8594-A68FE992CDE1}" dt="2023-09-05T01:39:35.072" v="584" actId="478"/>
          <ac:spMkLst>
            <pc:docMk/>
            <pc:sldMk cId="1342916085" sldId="296"/>
            <ac:spMk id="65" creationId="{72E45E37-9048-89A5-55DA-334232039BFD}"/>
          </ac:spMkLst>
        </pc:spChg>
        <pc:spChg chg="add mod">
          <ac:chgData name="Wilmer Ortega Erazo" userId="19082e28a51afb61" providerId="LiveId" clId="{30D428CD-1BB2-4A03-8594-A68FE992CDE1}" dt="2023-09-05T01:40:07.965" v="589" actId="1076"/>
          <ac:spMkLst>
            <pc:docMk/>
            <pc:sldMk cId="1342916085" sldId="296"/>
            <ac:spMk id="66" creationId="{34A91DC8-8942-B976-F63A-44B78B3A87B5}"/>
          </ac:spMkLst>
        </pc:spChg>
        <pc:spChg chg="add mod">
          <ac:chgData name="Wilmer Ortega Erazo" userId="19082e28a51afb61" providerId="LiveId" clId="{30D428CD-1BB2-4A03-8594-A68FE992CDE1}" dt="2023-09-05T01:40:07.965" v="589" actId="1076"/>
          <ac:spMkLst>
            <pc:docMk/>
            <pc:sldMk cId="1342916085" sldId="296"/>
            <ac:spMk id="67" creationId="{E037DC76-561C-2BC4-003E-7920E8CB79D0}"/>
          </ac:spMkLst>
        </pc:spChg>
        <pc:spChg chg="add mod">
          <ac:chgData name="Wilmer Ortega Erazo" userId="19082e28a51afb61" providerId="LiveId" clId="{30D428CD-1BB2-4A03-8594-A68FE992CDE1}" dt="2023-09-05T01:40:07.965" v="589" actId="1076"/>
          <ac:spMkLst>
            <pc:docMk/>
            <pc:sldMk cId="1342916085" sldId="296"/>
            <ac:spMk id="68" creationId="{3A0B1DE8-A185-34BE-2C55-34357358DE24}"/>
          </ac:spMkLst>
        </pc:spChg>
        <pc:spChg chg="mod">
          <ac:chgData name="Wilmer Ortega Erazo" userId="19082e28a51afb61" providerId="LiveId" clId="{30D428CD-1BB2-4A03-8594-A68FE992CDE1}" dt="2023-09-05T01:40:07.965" v="589" actId="1076"/>
          <ac:spMkLst>
            <pc:docMk/>
            <pc:sldMk cId="1342916085" sldId="296"/>
            <ac:spMk id="70" creationId="{3AFA83EF-31A2-946E-C0DB-00BE739279DD}"/>
          </ac:spMkLst>
        </pc:spChg>
        <pc:spChg chg="mod">
          <ac:chgData name="Wilmer Ortega Erazo" userId="19082e28a51afb61" providerId="LiveId" clId="{30D428CD-1BB2-4A03-8594-A68FE992CDE1}" dt="2023-09-05T01:40:07.965" v="589" actId="1076"/>
          <ac:spMkLst>
            <pc:docMk/>
            <pc:sldMk cId="1342916085" sldId="296"/>
            <ac:spMk id="71" creationId="{F4B67512-F4B7-94F9-B9EF-C1DDC73B7E61}"/>
          </ac:spMkLst>
        </pc:spChg>
        <pc:spChg chg="add mod">
          <ac:chgData name="Wilmer Ortega Erazo" userId="19082e28a51afb61" providerId="LiveId" clId="{30D428CD-1BB2-4A03-8594-A68FE992CDE1}" dt="2023-09-05T01:40:07.965" v="589" actId="1076"/>
          <ac:spMkLst>
            <pc:docMk/>
            <pc:sldMk cId="1342916085" sldId="296"/>
            <ac:spMk id="72" creationId="{40923DBA-453D-A51F-596C-DE255B051088}"/>
          </ac:spMkLst>
        </pc:spChg>
        <pc:spChg chg="add mod">
          <ac:chgData name="Wilmer Ortega Erazo" userId="19082e28a51afb61" providerId="LiveId" clId="{30D428CD-1BB2-4A03-8594-A68FE992CDE1}" dt="2023-09-05T01:40:07.965" v="589" actId="1076"/>
          <ac:spMkLst>
            <pc:docMk/>
            <pc:sldMk cId="1342916085" sldId="296"/>
            <ac:spMk id="73" creationId="{63AFA1DC-CB09-9335-9E2A-393CDCCB35BE}"/>
          </ac:spMkLst>
        </pc:spChg>
        <pc:spChg chg="add mod">
          <ac:chgData name="Wilmer Ortega Erazo" userId="19082e28a51afb61" providerId="LiveId" clId="{30D428CD-1BB2-4A03-8594-A68FE992CDE1}" dt="2023-09-05T01:40:07.965" v="589" actId="1076"/>
          <ac:spMkLst>
            <pc:docMk/>
            <pc:sldMk cId="1342916085" sldId="296"/>
            <ac:spMk id="74" creationId="{81C0AE52-A0D5-FE0A-CC92-3244A3E94823}"/>
          </ac:spMkLst>
        </pc:spChg>
        <pc:spChg chg="add mod">
          <ac:chgData name="Wilmer Ortega Erazo" userId="19082e28a51afb61" providerId="LiveId" clId="{30D428CD-1BB2-4A03-8594-A68FE992CDE1}" dt="2023-09-05T01:40:07.965" v="589" actId="1076"/>
          <ac:spMkLst>
            <pc:docMk/>
            <pc:sldMk cId="1342916085" sldId="296"/>
            <ac:spMk id="75" creationId="{F2198937-8F6E-55C4-458C-42B155A5E1B0}"/>
          </ac:spMkLst>
        </pc:spChg>
        <pc:spChg chg="add mod">
          <ac:chgData name="Wilmer Ortega Erazo" userId="19082e28a51afb61" providerId="LiveId" clId="{30D428CD-1BB2-4A03-8594-A68FE992CDE1}" dt="2023-09-05T01:40:07.965" v="589" actId="1076"/>
          <ac:spMkLst>
            <pc:docMk/>
            <pc:sldMk cId="1342916085" sldId="296"/>
            <ac:spMk id="76" creationId="{A255AB00-2D17-95E7-9266-7B7D9FB2BB31}"/>
          </ac:spMkLst>
        </pc:spChg>
        <pc:spChg chg="add mod">
          <ac:chgData name="Wilmer Ortega Erazo" userId="19082e28a51afb61" providerId="LiveId" clId="{30D428CD-1BB2-4A03-8594-A68FE992CDE1}" dt="2023-09-05T01:40:07.965" v="589" actId="1076"/>
          <ac:spMkLst>
            <pc:docMk/>
            <pc:sldMk cId="1342916085" sldId="296"/>
            <ac:spMk id="77" creationId="{9BCDA06E-4EC9-2467-9505-25838EA5987C}"/>
          </ac:spMkLst>
        </pc:spChg>
        <pc:spChg chg="add mod">
          <ac:chgData name="Wilmer Ortega Erazo" userId="19082e28a51afb61" providerId="LiveId" clId="{30D428CD-1BB2-4A03-8594-A68FE992CDE1}" dt="2023-09-05T01:40:07.965" v="589" actId="1076"/>
          <ac:spMkLst>
            <pc:docMk/>
            <pc:sldMk cId="1342916085" sldId="296"/>
            <ac:spMk id="78" creationId="{F3D64F0A-61B8-BB0A-0281-C75BA55218A8}"/>
          </ac:spMkLst>
        </pc:spChg>
        <pc:spChg chg="add mod">
          <ac:chgData name="Wilmer Ortega Erazo" userId="19082e28a51afb61" providerId="LiveId" clId="{30D428CD-1BB2-4A03-8594-A68FE992CDE1}" dt="2023-09-05T01:40:07.965" v="589" actId="1076"/>
          <ac:spMkLst>
            <pc:docMk/>
            <pc:sldMk cId="1342916085" sldId="296"/>
            <ac:spMk id="79" creationId="{18C8DA48-2146-D857-3643-25930EB166C6}"/>
          </ac:spMkLst>
        </pc:spChg>
        <pc:spChg chg="add mod">
          <ac:chgData name="Wilmer Ortega Erazo" userId="19082e28a51afb61" providerId="LiveId" clId="{30D428CD-1BB2-4A03-8594-A68FE992CDE1}" dt="2023-09-05T01:40:07.965" v="589" actId="1076"/>
          <ac:spMkLst>
            <pc:docMk/>
            <pc:sldMk cId="1342916085" sldId="296"/>
            <ac:spMk id="80" creationId="{DB74D9EB-62D8-E8AF-9C6C-8A0F950E6643}"/>
          </ac:spMkLst>
        </pc:spChg>
        <pc:grpChg chg="add mod">
          <ac:chgData name="Wilmer Ortega Erazo" userId="19082e28a51afb61" providerId="LiveId" clId="{30D428CD-1BB2-4A03-8594-A68FE992CDE1}" dt="2023-09-05T01:40:07.965" v="589" actId="1076"/>
          <ac:grpSpMkLst>
            <pc:docMk/>
            <pc:sldMk cId="1342916085" sldId="296"/>
            <ac:grpSpMk id="9" creationId="{828712A1-051C-AF75-9F59-BFD6E4FFEB67}"/>
          </ac:grpSpMkLst>
        </pc:grpChg>
        <pc:grpChg chg="add mod">
          <ac:chgData name="Wilmer Ortega Erazo" userId="19082e28a51afb61" providerId="LiveId" clId="{30D428CD-1BB2-4A03-8594-A68FE992CDE1}" dt="2023-09-05T01:40:07.965" v="589" actId="1076"/>
          <ac:grpSpMkLst>
            <pc:docMk/>
            <pc:sldMk cId="1342916085" sldId="296"/>
            <ac:grpSpMk id="22" creationId="{75013774-4A78-E258-5BC9-5C9FE7E8CE3B}"/>
          </ac:grpSpMkLst>
        </pc:grpChg>
        <pc:grpChg chg="del">
          <ac:chgData name="Wilmer Ortega Erazo" userId="19082e28a51afb61" providerId="LiveId" clId="{30D428CD-1BB2-4A03-8594-A68FE992CDE1}" dt="2023-09-05T01:39:35.072" v="584" actId="478"/>
          <ac:grpSpMkLst>
            <pc:docMk/>
            <pc:sldMk cId="1342916085" sldId="296"/>
            <ac:grpSpMk id="31" creationId="{CE9B0043-677F-D83F-6A74-7890596232DE}"/>
          </ac:grpSpMkLst>
        </pc:grpChg>
        <pc:grpChg chg="del">
          <ac:chgData name="Wilmer Ortega Erazo" userId="19082e28a51afb61" providerId="LiveId" clId="{30D428CD-1BB2-4A03-8594-A68FE992CDE1}" dt="2023-09-05T01:39:35.072" v="584" actId="478"/>
          <ac:grpSpMkLst>
            <pc:docMk/>
            <pc:sldMk cId="1342916085" sldId="296"/>
            <ac:grpSpMk id="35" creationId="{A401F6ED-6C1D-D9AB-EB6F-FDDAA98D5B53}"/>
          </ac:grpSpMkLst>
        </pc:grpChg>
        <pc:grpChg chg="del">
          <ac:chgData name="Wilmer Ortega Erazo" userId="19082e28a51afb61" providerId="LiveId" clId="{30D428CD-1BB2-4A03-8594-A68FE992CDE1}" dt="2023-09-05T01:39:35.072" v="584" actId="478"/>
          <ac:grpSpMkLst>
            <pc:docMk/>
            <pc:sldMk cId="1342916085" sldId="296"/>
            <ac:grpSpMk id="47" creationId="{9DA51855-DA5C-F91E-4098-76C4158C5505}"/>
          </ac:grpSpMkLst>
        </pc:grpChg>
        <pc:grpChg chg="del">
          <ac:chgData name="Wilmer Ortega Erazo" userId="19082e28a51afb61" providerId="LiveId" clId="{30D428CD-1BB2-4A03-8594-A68FE992CDE1}" dt="2023-09-05T01:39:35.072" v="584" actId="478"/>
          <ac:grpSpMkLst>
            <pc:docMk/>
            <pc:sldMk cId="1342916085" sldId="296"/>
            <ac:grpSpMk id="51" creationId="{5EA2E0CB-BBDF-4E7A-895C-C5CDC0043A00}"/>
          </ac:grpSpMkLst>
        </pc:grpChg>
        <pc:grpChg chg="add mod">
          <ac:chgData name="Wilmer Ortega Erazo" userId="19082e28a51afb61" providerId="LiveId" clId="{30D428CD-1BB2-4A03-8594-A68FE992CDE1}" dt="2023-09-05T01:40:07.965" v="589" actId="1076"/>
          <ac:grpSpMkLst>
            <pc:docMk/>
            <pc:sldMk cId="1342916085" sldId="296"/>
            <ac:grpSpMk id="69" creationId="{65740D8F-5BC7-4D4D-E1CA-64AC7E8A123A}"/>
          </ac:grpSpMkLst>
        </pc:grpChg>
      </pc:sldChg>
      <pc:sldChg chg="delSp modSp add mod">
        <pc:chgData name="Wilmer Ortega Erazo" userId="19082e28a51afb61" providerId="LiveId" clId="{30D428CD-1BB2-4A03-8594-A68FE992CDE1}" dt="2023-09-05T01:41:21.818" v="595" actId="255"/>
        <pc:sldMkLst>
          <pc:docMk/>
          <pc:sldMk cId="3598863578" sldId="297"/>
        </pc:sldMkLst>
        <pc:spChg chg="del">
          <ac:chgData name="Wilmer Ortega Erazo" userId="19082e28a51afb61" providerId="LiveId" clId="{30D428CD-1BB2-4A03-8594-A68FE992CDE1}" dt="2023-09-05T01:41:04.178" v="591" actId="478"/>
          <ac:spMkLst>
            <pc:docMk/>
            <pc:sldMk cId="3598863578" sldId="297"/>
            <ac:spMk id="3" creationId="{D1C3128C-DF94-7A3C-DDC6-8DF4D98AE068}"/>
          </ac:spMkLst>
        </pc:spChg>
        <pc:spChg chg="mod">
          <ac:chgData name="Wilmer Ortega Erazo" userId="19082e28a51afb61" providerId="LiveId" clId="{30D428CD-1BB2-4A03-8594-A68FE992CDE1}" dt="2023-09-05T01:41:21.818" v="595" actId="255"/>
          <ac:spMkLst>
            <pc:docMk/>
            <pc:sldMk cId="3598863578" sldId="297"/>
            <ac:spMk id="4" creationId="{A29C0834-3DBC-9FB3-0E0A-F77D599198EB}"/>
          </ac:spMkLst>
        </pc:spChg>
        <pc:spChg chg="del">
          <ac:chgData name="Wilmer Ortega Erazo" userId="19082e28a51afb61" providerId="LiveId" clId="{30D428CD-1BB2-4A03-8594-A68FE992CDE1}" dt="2023-09-05T01:41:04.178" v="591" actId="478"/>
          <ac:spMkLst>
            <pc:docMk/>
            <pc:sldMk cId="3598863578" sldId="297"/>
            <ac:spMk id="5" creationId="{9AE71725-DCD0-DA8F-2C48-C8AC45D28DEA}"/>
          </ac:spMkLst>
        </pc:spChg>
        <pc:spChg chg="del">
          <ac:chgData name="Wilmer Ortega Erazo" userId="19082e28a51afb61" providerId="LiveId" clId="{30D428CD-1BB2-4A03-8594-A68FE992CDE1}" dt="2023-09-05T01:41:04.178" v="591" actId="478"/>
          <ac:spMkLst>
            <pc:docMk/>
            <pc:sldMk cId="3598863578" sldId="297"/>
            <ac:spMk id="7" creationId="{3EF1F1BE-F6ED-E60F-5EE8-53B801B82A23}"/>
          </ac:spMkLst>
        </pc:spChg>
        <pc:spChg chg="del">
          <ac:chgData name="Wilmer Ortega Erazo" userId="19082e28a51afb61" providerId="LiveId" clId="{30D428CD-1BB2-4A03-8594-A68FE992CDE1}" dt="2023-09-05T01:41:04.178" v="591" actId="478"/>
          <ac:spMkLst>
            <pc:docMk/>
            <pc:sldMk cId="3598863578" sldId="297"/>
            <ac:spMk id="8" creationId="{E944738A-D073-D7DE-E553-90B393BDDA00}"/>
          </ac:spMkLst>
        </pc:spChg>
        <pc:spChg chg="del">
          <ac:chgData name="Wilmer Ortega Erazo" userId="19082e28a51afb61" providerId="LiveId" clId="{30D428CD-1BB2-4A03-8594-A68FE992CDE1}" dt="2023-09-05T01:41:04.178" v="591" actId="478"/>
          <ac:spMkLst>
            <pc:docMk/>
            <pc:sldMk cId="3598863578" sldId="297"/>
            <ac:spMk id="12" creationId="{FFE69387-EE7C-10A2-B1BA-4A8192E32025}"/>
          </ac:spMkLst>
        </pc:spChg>
        <pc:spChg chg="del">
          <ac:chgData name="Wilmer Ortega Erazo" userId="19082e28a51afb61" providerId="LiveId" clId="{30D428CD-1BB2-4A03-8594-A68FE992CDE1}" dt="2023-09-05T01:41:04.178" v="591" actId="478"/>
          <ac:spMkLst>
            <pc:docMk/>
            <pc:sldMk cId="3598863578" sldId="297"/>
            <ac:spMk id="13" creationId="{01080B34-ED9F-1156-F0EA-A0DE4297E5EA}"/>
          </ac:spMkLst>
        </pc:spChg>
        <pc:spChg chg="del">
          <ac:chgData name="Wilmer Ortega Erazo" userId="19082e28a51afb61" providerId="LiveId" clId="{30D428CD-1BB2-4A03-8594-A68FE992CDE1}" dt="2023-09-05T01:41:04.178" v="591" actId="478"/>
          <ac:spMkLst>
            <pc:docMk/>
            <pc:sldMk cId="3598863578" sldId="297"/>
            <ac:spMk id="14" creationId="{7988580F-25CE-B1E9-46F6-8C7DBFECC93D}"/>
          </ac:spMkLst>
        </pc:spChg>
        <pc:spChg chg="del">
          <ac:chgData name="Wilmer Ortega Erazo" userId="19082e28a51afb61" providerId="LiveId" clId="{30D428CD-1BB2-4A03-8594-A68FE992CDE1}" dt="2023-09-05T01:41:04.178" v="591" actId="478"/>
          <ac:spMkLst>
            <pc:docMk/>
            <pc:sldMk cId="3598863578" sldId="297"/>
            <ac:spMk id="15" creationId="{560E40FF-38A5-3B78-2C53-E703274F8538}"/>
          </ac:spMkLst>
        </pc:spChg>
        <pc:spChg chg="del">
          <ac:chgData name="Wilmer Ortega Erazo" userId="19082e28a51afb61" providerId="LiveId" clId="{30D428CD-1BB2-4A03-8594-A68FE992CDE1}" dt="2023-09-05T01:41:04.178" v="591" actId="478"/>
          <ac:spMkLst>
            <pc:docMk/>
            <pc:sldMk cId="3598863578" sldId="297"/>
            <ac:spMk id="16" creationId="{0153565C-C398-83AC-54ED-758E057E8F81}"/>
          </ac:spMkLst>
        </pc:spChg>
        <pc:spChg chg="del">
          <ac:chgData name="Wilmer Ortega Erazo" userId="19082e28a51afb61" providerId="LiveId" clId="{30D428CD-1BB2-4A03-8594-A68FE992CDE1}" dt="2023-09-05T01:41:04.178" v="591" actId="478"/>
          <ac:spMkLst>
            <pc:docMk/>
            <pc:sldMk cId="3598863578" sldId="297"/>
            <ac:spMk id="17" creationId="{FC6D71AA-162B-FD63-C9A2-506C4EE814C3}"/>
          </ac:spMkLst>
        </pc:spChg>
        <pc:spChg chg="del">
          <ac:chgData name="Wilmer Ortega Erazo" userId="19082e28a51afb61" providerId="LiveId" clId="{30D428CD-1BB2-4A03-8594-A68FE992CDE1}" dt="2023-09-05T01:41:04.178" v="591" actId="478"/>
          <ac:spMkLst>
            <pc:docMk/>
            <pc:sldMk cId="3598863578" sldId="297"/>
            <ac:spMk id="18" creationId="{67C10626-329A-9756-8F1C-0C0EB828CC50}"/>
          </ac:spMkLst>
        </pc:spChg>
        <pc:spChg chg="del">
          <ac:chgData name="Wilmer Ortega Erazo" userId="19082e28a51afb61" providerId="LiveId" clId="{30D428CD-1BB2-4A03-8594-A68FE992CDE1}" dt="2023-09-05T01:41:04.178" v="591" actId="478"/>
          <ac:spMkLst>
            <pc:docMk/>
            <pc:sldMk cId="3598863578" sldId="297"/>
            <ac:spMk id="19" creationId="{13F0267C-4F4A-1D25-E9C0-A63133AD96FA}"/>
          </ac:spMkLst>
        </pc:spChg>
        <pc:spChg chg="del">
          <ac:chgData name="Wilmer Ortega Erazo" userId="19082e28a51afb61" providerId="LiveId" clId="{30D428CD-1BB2-4A03-8594-A68FE992CDE1}" dt="2023-09-05T01:41:04.178" v="591" actId="478"/>
          <ac:spMkLst>
            <pc:docMk/>
            <pc:sldMk cId="3598863578" sldId="297"/>
            <ac:spMk id="20" creationId="{985DBAF5-21DC-ACF5-533D-FA8494D769C3}"/>
          </ac:spMkLst>
        </pc:spChg>
        <pc:spChg chg="del">
          <ac:chgData name="Wilmer Ortega Erazo" userId="19082e28a51afb61" providerId="LiveId" clId="{30D428CD-1BB2-4A03-8594-A68FE992CDE1}" dt="2023-09-05T01:41:04.178" v="591" actId="478"/>
          <ac:spMkLst>
            <pc:docMk/>
            <pc:sldMk cId="3598863578" sldId="297"/>
            <ac:spMk id="21" creationId="{E1427F38-C821-FEF4-B8CF-368A1E729AF6}"/>
          </ac:spMkLst>
        </pc:spChg>
        <pc:spChg chg="del">
          <ac:chgData name="Wilmer Ortega Erazo" userId="19082e28a51afb61" providerId="LiveId" clId="{30D428CD-1BB2-4A03-8594-A68FE992CDE1}" dt="2023-09-05T01:41:04.178" v="591" actId="478"/>
          <ac:spMkLst>
            <pc:docMk/>
            <pc:sldMk cId="3598863578" sldId="297"/>
            <ac:spMk id="25" creationId="{97CD90F8-4DFA-91C8-FDE7-5AF37E71B953}"/>
          </ac:spMkLst>
        </pc:spChg>
        <pc:spChg chg="del">
          <ac:chgData name="Wilmer Ortega Erazo" userId="19082e28a51afb61" providerId="LiveId" clId="{30D428CD-1BB2-4A03-8594-A68FE992CDE1}" dt="2023-09-05T01:41:04.178" v="591" actId="478"/>
          <ac:spMkLst>
            <pc:docMk/>
            <pc:sldMk cId="3598863578" sldId="297"/>
            <ac:spMk id="66" creationId="{34A91DC8-8942-B976-F63A-44B78B3A87B5}"/>
          </ac:spMkLst>
        </pc:spChg>
        <pc:spChg chg="del">
          <ac:chgData name="Wilmer Ortega Erazo" userId="19082e28a51afb61" providerId="LiveId" clId="{30D428CD-1BB2-4A03-8594-A68FE992CDE1}" dt="2023-09-05T01:41:04.178" v="591" actId="478"/>
          <ac:spMkLst>
            <pc:docMk/>
            <pc:sldMk cId="3598863578" sldId="297"/>
            <ac:spMk id="67" creationId="{E037DC76-561C-2BC4-003E-7920E8CB79D0}"/>
          </ac:spMkLst>
        </pc:spChg>
        <pc:spChg chg="del">
          <ac:chgData name="Wilmer Ortega Erazo" userId="19082e28a51afb61" providerId="LiveId" clId="{30D428CD-1BB2-4A03-8594-A68FE992CDE1}" dt="2023-09-05T01:41:04.178" v="591" actId="478"/>
          <ac:spMkLst>
            <pc:docMk/>
            <pc:sldMk cId="3598863578" sldId="297"/>
            <ac:spMk id="68" creationId="{3A0B1DE8-A185-34BE-2C55-34357358DE24}"/>
          </ac:spMkLst>
        </pc:spChg>
        <pc:spChg chg="del">
          <ac:chgData name="Wilmer Ortega Erazo" userId="19082e28a51afb61" providerId="LiveId" clId="{30D428CD-1BB2-4A03-8594-A68FE992CDE1}" dt="2023-09-05T01:41:04.178" v="591" actId="478"/>
          <ac:spMkLst>
            <pc:docMk/>
            <pc:sldMk cId="3598863578" sldId="297"/>
            <ac:spMk id="72" creationId="{40923DBA-453D-A51F-596C-DE255B051088}"/>
          </ac:spMkLst>
        </pc:spChg>
        <pc:spChg chg="del">
          <ac:chgData name="Wilmer Ortega Erazo" userId="19082e28a51afb61" providerId="LiveId" clId="{30D428CD-1BB2-4A03-8594-A68FE992CDE1}" dt="2023-09-05T01:41:04.178" v="591" actId="478"/>
          <ac:spMkLst>
            <pc:docMk/>
            <pc:sldMk cId="3598863578" sldId="297"/>
            <ac:spMk id="73" creationId="{63AFA1DC-CB09-9335-9E2A-393CDCCB35BE}"/>
          </ac:spMkLst>
        </pc:spChg>
        <pc:spChg chg="del">
          <ac:chgData name="Wilmer Ortega Erazo" userId="19082e28a51afb61" providerId="LiveId" clId="{30D428CD-1BB2-4A03-8594-A68FE992CDE1}" dt="2023-09-05T01:41:04.178" v="591" actId="478"/>
          <ac:spMkLst>
            <pc:docMk/>
            <pc:sldMk cId="3598863578" sldId="297"/>
            <ac:spMk id="74" creationId="{81C0AE52-A0D5-FE0A-CC92-3244A3E94823}"/>
          </ac:spMkLst>
        </pc:spChg>
        <pc:spChg chg="del">
          <ac:chgData name="Wilmer Ortega Erazo" userId="19082e28a51afb61" providerId="LiveId" clId="{30D428CD-1BB2-4A03-8594-A68FE992CDE1}" dt="2023-09-05T01:41:04.178" v="591" actId="478"/>
          <ac:spMkLst>
            <pc:docMk/>
            <pc:sldMk cId="3598863578" sldId="297"/>
            <ac:spMk id="75" creationId="{F2198937-8F6E-55C4-458C-42B155A5E1B0}"/>
          </ac:spMkLst>
        </pc:spChg>
        <pc:spChg chg="del">
          <ac:chgData name="Wilmer Ortega Erazo" userId="19082e28a51afb61" providerId="LiveId" clId="{30D428CD-1BB2-4A03-8594-A68FE992CDE1}" dt="2023-09-05T01:41:04.178" v="591" actId="478"/>
          <ac:spMkLst>
            <pc:docMk/>
            <pc:sldMk cId="3598863578" sldId="297"/>
            <ac:spMk id="76" creationId="{A255AB00-2D17-95E7-9266-7B7D9FB2BB31}"/>
          </ac:spMkLst>
        </pc:spChg>
        <pc:spChg chg="del">
          <ac:chgData name="Wilmer Ortega Erazo" userId="19082e28a51afb61" providerId="LiveId" clId="{30D428CD-1BB2-4A03-8594-A68FE992CDE1}" dt="2023-09-05T01:41:04.178" v="591" actId="478"/>
          <ac:spMkLst>
            <pc:docMk/>
            <pc:sldMk cId="3598863578" sldId="297"/>
            <ac:spMk id="77" creationId="{9BCDA06E-4EC9-2467-9505-25838EA5987C}"/>
          </ac:spMkLst>
        </pc:spChg>
        <pc:spChg chg="del">
          <ac:chgData name="Wilmer Ortega Erazo" userId="19082e28a51afb61" providerId="LiveId" clId="{30D428CD-1BB2-4A03-8594-A68FE992CDE1}" dt="2023-09-05T01:41:04.178" v="591" actId="478"/>
          <ac:spMkLst>
            <pc:docMk/>
            <pc:sldMk cId="3598863578" sldId="297"/>
            <ac:spMk id="78" creationId="{F3D64F0A-61B8-BB0A-0281-C75BA55218A8}"/>
          </ac:spMkLst>
        </pc:spChg>
        <pc:spChg chg="del">
          <ac:chgData name="Wilmer Ortega Erazo" userId="19082e28a51afb61" providerId="LiveId" clId="{30D428CD-1BB2-4A03-8594-A68FE992CDE1}" dt="2023-09-05T01:41:04.178" v="591" actId="478"/>
          <ac:spMkLst>
            <pc:docMk/>
            <pc:sldMk cId="3598863578" sldId="297"/>
            <ac:spMk id="79" creationId="{18C8DA48-2146-D857-3643-25930EB166C6}"/>
          </ac:spMkLst>
        </pc:spChg>
        <pc:spChg chg="del">
          <ac:chgData name="Wilmer Ortega Erazo" userId="19082e28a51afb61" providerId="LiveId" clId="{30D428CD-1BB2-4A03-8594-A68FE992CDE1}" dt="2023-09-05T01:41:04.178" v="591" actId="478"/>
          <ac:spMkLst>
            <pc:docMk/>
            <pc:sldMk cId="3598863578" sldId="297"/>
            <ac:spMk id="80" creationId="{DB74D9EB-62D8-E8AF-9C6C-8A0F950E6643}"/>
          </ac:spMkLst>
        </pc:spChg>
        <pc:grpChg chg="del">
          <ac:chgData name="Wilmer Ortega Erazo" userId="19082e28a51afb61" providerId="LiveId" clId="{30D428CD-1BB2-4A03-8594-A68FE992CDE1}" dt="2023-09-05T01:41:04.178" v="591" actId="478"/>
          <ac:grpSpMkLst>
            <pc:docMk/>
            <pc:sldMk cId="3598863578" sldId="297"/>
            <ac:grpSpMk id="9" creationId="{828712A1-051C-AF75-9F59-BFD6E4FFEB67}"/>
          </ac:grpSpMkLst>
        </pc:grpChg>
        <pc:grpChg chg="del">
          <ac:chgData name="Wilmer Ortega Erazo" userId="19082e28a51afb61" providerId="LiveId" clId="{30D428CD-1BB2-4A03-8594-A68FE992CDE1}" dt="2023-09-05T01:41:04.178" v="591" actId="478"/>
          <ac:grpSpMkLst>
            <pc:docMk/>
            <pc:sldMk cId="3598863578" sldId="297"/>
            <ac:grpSpMk id="22" creationId="{75013774-4A78-E258-5BC9-5C9FE7E8CE3B}"/>
          </ac:grpSpMkLst>
        </pc:grpChg>
        <pc:grpChg chg="del">
          <ac:chgData name="Wilmer Ortega Erazo" userId="19082e28a51afb61" providerId="LiveId" clId="{30D428CD-1BB2-4A03-8594-A68FE992CDE1}" dt="2023-09-05T01:41:04.178" v="591" actId="478"/>
          <ac:grpSpMkLst>
            <pc:docMk/>
            <pc:sldMk cId="3598863578" sldId="297"/>
            <ac:grpSpMk id="69" creationId="{65740D8F-5BC7-4D4D-E1CA-64AC7E8A123A}"/>
          </ac:grpSpMkLst>
        </pc:grpChg>
      </pc:sldChg>
      <pc:sldChg chg="modSp add mod">
        <pc:chgData name="Wilmer Ortega Erazo" userId="19082e28a51afb61" providerId="LiveId" clId="{30D428CD-1BB2-4A03-8594-A68FE992CDE1}" dt="2023-09-05T01:45:29.908" v="644" actId="255"/>
        <pc:sldMkLst>
          <pc:docMk/>
          <pc:sldMk cId="294367465" sldId="298"/>
        </pc:sldMkLst>
        <pc:spChg chg="mod">
          <ac:chgData name="Wilmer Ortega Erazo" userId="19082e28a51afb61" providerId="LiveId" clId="{30D428CD-1BB2-4A03-8594-A68FE992CDE1}" dt="2023-09-05T01:43:35.993" v="629" actId="255"/>
          <ac:spMkLst>
            <pc:docMk/>
            <pc:sldMk cId="294367465" sldId="298"/>
            <ac:spMk id="2" creationId="{C4B3BC51-1413-F46C-B9D5-F37ECB40D137}"/>
          </ac:spMkLst>
        </pc:spChg>
        <pc:spChg chg="mod">
          <ac:chgData name="Wilmer Ortega Erazo" userId="19082e28a51afb61" providerId="LiveId" clId="{30D428CD-1BB2-4A03-8594-A68FE992CDE1}" dt="2023-09-05T01:45:29.908" v="644" actId="255"/>
          <ac:spMkLst>
            <pc:docMk/>
            <pc:sldMk cId="294367465" sldId="298"/>
            <ac:spMk id="4" creationId="{A29C0834-3DBC-9FB3-0E0A-F77D599198EB}"/>
          </ac:spMkLst>
        </pc:spChg>
      </pc:sldChg>
      <pc:sldChg chg="modSp add mod">
        <pc:chgData name="Wilmer Ortega Erazo" userId="19082e28a51afb61" providerId="LiveId" clId="{30D428CD-1BB2-4A03-8594-A68FE992CDE1}" dt="2023-09-05T01:46:10.148" v="655" actId="255"/>
        <pc:sldMkLst>
          <pc:docMk/>
          <pc:sldMk cId="4092678982" sldId="299"/>
        </pc:sldMkLst>
        <pc:spChg chg="mod">
          <ac:chgData name="Wilmer Ortega Erazo" userId="19082e28a51afb61" providerId="LiveId" clId="{30D428CD-1BB2-4A03-8594-A68FE992CDE1}" dt="2023-09-05T01:46:10.148" v="655" actId="255"/>
          <ac:spMkLst>
            <pc:docMk/>
            <pc:sldMk cId="4092678982" sldId="299"/>
            <ac:spMk id="4" creationId="{A29C0834-3DBC-9FB3-0E0A-F77D599198EB}"/>
          </ac:spMkLst>
        </pc:spChg>
      </pc:sldChg>
      <pc:sldChg chg="modSp add mod ord">
        <pc:chgData name="Wilmer Ortega Erazo" userId="19082e28a51afb61" providerId="LiveId" clId="{30D428CD-1BB2-4A03-8594-A68FE992CDE1}" dt="2023-09-05T01:48:20.421" v="690" actId="255"/>
        <pc:sldMkLst>
          <pc:docMk/>
          <pc:sldMk cId="667583572" sldId="300"/>
        </pc:sldMkLst>
        <pc:spChg chg="mod">
          <ac:chgData name="Wilmer Ortega Erazo" userId="19082e28a51afb61" providerId="LiveId" clId="{30D428CD-1BB2-4A03-8594-A68FE992CDE1}" dt="2023-09-05T01:48:20.421" v="690" actId="255"/>
          <ac:spMkLst>
            <pc:docMk/>
            <pc:sldMk cId="667583572" sldId="300"/>
            <ac:spMk id="2" creationId="{91A14A99-37E7-FD86-1156-A753F20D5A3A}"/>
          </ac:spMkLst>
        </pc:spChg>
      </pc:sldChg>
      <pc:sldChg chg="addSp delSp modSp add del mod">
        <pc:chgData name="Wilmer Ortega Erazo" userId="19082e28a51afb61" providerId="LiveId" clId="{30D428CD-1BB2-4A03-8594-A68FE992CDE1}" dt="2023-09-05T01:47:23.981" v="661" actId="2890"/>
        <pc:sldMkLst>
          <pc:docMk/>
          <pc:sldMk cId="2699900223" sldId="300"/>
        </pc:sldMkLst>
        <pc:spChg chg="add del mod">
          <ac:chgData name="Wilmer Ortega Erazo" userId="19082e28a51afb61" providerId="LiveId" clId="{30D428CD-1BB2-4A03-8594-A68FE992CDE1}" dt="2023-09-05T01:47:23.546" v="660"/>
          <ac:spMkLst>
            <pc:docMk/>
            <pc:sldMk cId="2699900223" sldId="300"/>
            <ac:spMk id="3" creationId="{454E545E-1C91-686E-5F21-7D3335853503}"/>
          </ac:spMkLst>
        </pc:spChg>
        <pc:spChg chg="add del">
          <ac:chgData name="Wilmer Ortega Erazo" userId="19082e28a51afb61" providerId="LiveId" clId="{30D428CD-1BB2-4A03-8594-A68FE992CDE1}" dt="2023-09-05T01:47:23.080" v="659" actId="478"/>
          <ac:spMkLst>
            <pc:docMk/>
            <pc:sldMk cId="2699900223" sldId="300"/>
            <ac:spMk id="4" creationId="{A29C0834-3DBC-9FB3-0E0A-F77D599198E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34120" y="1803300"/>
            <a:ext cx="7390811" cy="2387600"/>
          </a:xfrm>
          <a:prstGeom prst="rect">
            <a:avLst/>
          </a:prstGeom>
        </p:spPr>
        <p:txBody>
          <a:bodyPr anchor="b"/>
          <a:lstStyle>
            <a:lvl1pPr algn="l">
              <a:defRPr sz="3600">
                <a:solidFill>
                  <a:schemeClr val="tx1">
                    <a:lumMod val="85000"/>
                    <a:lumOff val="15000"/>
                  </a:schemeClr>
                </a:solidFill>
                <a:latin typeface="+mn-lt"/>
              </a:defRPr>
            </a:lvl1pPr>
          </a:lstStyle>
          <a:p>
            <a:r>
              <a:rPr lang="es-ES" dirty="0"/>
              <a:t>Nombre de la Presentación</a:t>
            </a:r>
            <a:endParaRPr lang="en-US" dirty="0"/>
          </a:p>
        </p:txBody>
      </p:sp>
      <p:sp>
        <p:nvSpPr>
          <p:cNvPr id="3" name="Subtitle 2"/>
          <p:cNvSpPr>
            <a:spLocks noGrp="1"/>
          </p:cNvSpPr>
          <p:nvPr>
            <p:ph type="subTitle" idx="1" hasCustomPrompt="1"/>
          </p:nvPr>
        </p:nvSpPr>
        <p:spPr>
          <a:xfrm>
            <a:off x="4234120" y="4282975"/>
            <a:ext cx="7390811" cy="902342"/>
          </a:xfrm>
          <a:prstGeom prst="rect">
            <a:avLst/>
          </a:prstGeom>
        </p:spPr>
        <p:txBody>
          <a:bodyPr/>
          <a:lstStyle>
            <a:lvl1pPr marL="0" indent="0" algn="l">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Nombre del presentador</a:t>
            </a:r>
            <a:endParaRPr lang="en-US" dirty="0"/>
          </a:p>
        </p:txBody>
      </p:sp>
      <p:sp>
        <p:nvSpPr>
          <p:cNvPr id="6" name="Marcador de contenido 4"/>
          <p:cNvSpPr>
            <a:spLocks noGrp="1"/>
          </p:cNvSpPr>
          <p:nvPr>
            <p:ph sz="quarter" idx="11" hasCustomPrompt="1"/>
          </p:nvPr>
        </p:nvSpPr>
        <p:spPr>
          <a:xfrm>
            <a:off x="4234121" y="5797420"/>
            <a:ext cx="7390811" cy="281914"/>
          </a:xfrm>
          <a:prstGeom prst="rect">
            <a:avLst/>
          </a:prstGeom>
        </p:spPr>
        <p:txBody>
          <a:bodyPr anchor="ctr"/>
          <a:lstStyle>
            <a:lvl1pPr marL="0" indent="0">
              <a:buNone/>
              <a:defRPr sz="1600" b="1" i="0" baseline="0">
                <a:solidFill>
                  <a:schemeClr val="tx1">
                    <a:lumMod val="65000"/>
                    <a:lumOff val="35000"/>
                  </a:schemeClr>
                </a:solidFill>
                <a:latin typeface="+mj-lt"/>
              </a:defRPr>
            </a:lvl1pPr>
            <a:lvl2pPr marL="457200" indent="0">
              <a:buNone/>
              <a:defRPr sz="2000" i="1">
                <a:solidFill>
                  <a:schemeClr val="tx1">
                    <a:lumMod val="65000"/>
                    <a:lumOff val="35000"/>
                  </a:schemeClr>
                </a:solidFill>
                <a:latin typeface="+mj-lt"/>
              </a:defRPr>
            </a:lvl2pPr>
            <a:lvl3pPr marL="914400" indent="0">
              <a:buNone/>
              <a:defRPr sz="2000" i="1">
                <a:solidFill>
                  <a:schemeClr val="tx1">
                    <a:lumMod val="65000"/>
                    <a:lumOff val="35000"/>
                  </a:schemeClr>
                </a:solidFill>
                <a:latin typeface="+mj-lt"/>
              </a:defRPr>
            </a:lvl3pPr>
            <a:lvl4pPr marL="1371600" indent="0">
              <a:buNone/>
              <a:defRPr sz="2000" i="1">
                <a:solidFill>
                  <a:schemeClr val="tx1">
                    <a:lumMod val="65000"/>
                    <a:lumOff val="35000"/>
                  </a:schemeClr>
                </a:solidFill>
                <a:latin typeface="+mj-lt"/>
              </a:defRPr>
            </a:lvl4pPr>
            <a:lvl5pPr marL="1828800" indent="0">
              <a:buNone/>
              <a:defRPr sz="2000" i="1">
                <a:solidFill>
                  <a:schemeClr val="tx1">
                    <a:lumMod val="65000"/>
                    <a:lumOff val="35000"/>
                  </a:schemeClr>
                </a:solidFill>
                <a:latin typeface="+mj-lt"/>
              </a:defRPr>
            </a:lvl5pPr>
          </a:lstStyle>
          <a:p>
            <a:r>
              <a:rPr lang="pt-BR" dirty="0"/>
              <a:t>Cali, 20 de </a:t>
            </a:r>
            <a:r>
              <a:rPr lang="pt-BR" dirty="0" err="1"/>
              <a:t>enero</a:t>
            </a:r>
            <a:r>
              <a:rPr lang="pt-BR" dirty="0"/>
              <a:t> de 2016</a:t>
            </a:r>
          </a:p>
        </p:txBody>
      </p:sp>
      <p:sp>
        <p:nvSpPr>
          <p:cNvPr id="9" name="CuadroTexto 8"/>
          <p:cNvSpPr txBox="1"/>
          <p:nvPr/>
        </p:nvSpPr>
        <p:spPr>
          <a:xfrm>
            <a:off x="4233334" y="5425594"/>
            <a:ext cx="5065213" cy="338554"/>
          </a:xfrm>
          <a:prstGeom prst="rect">
            <a:avLst/>
          </a:prstGeom>
          <a:noFill/>
        </p:spPr>
        <p:txBody>
          <a:bodyPr wrap="square" rtlCol="0" anchor="ctr">
            <a:spAutoFit/>
          </a:bodyPr>
          <a:lstStyle/>
          <a:p>
            <a:pPr lvl="0"/>
            <a:r>
              <a:rPr lang="es-ES" sz="1600" dirty="0">
                <a:solidFill>
                  <a:schemeClr val="tx1">
                    <a:lumMod val="65000"/>
                    <a:lumOff val="35000"/>
                  </a:schemeClr>
                </a:solidFill>
              </a:rPr>
              <a:t>Facultad de Salud</a:t>
            </a:r>
          </a:p>
        </p:txBody>
      </p:sp>
      <p:pic>
        <p:nvPicPr>
          <p:cNvPr id="10" name="2 Imagen"/>
          <p:cNvPicPr>
            <a:picLocks noChangeAspect="1"/>
          </p:cNvPicPr>
          <p:nvPr/>
        </p:nvPicPr>
        <p:blipFill>
          <a:blip r:embed="rId2"/>
          <a:stretch>
            <a:fillRect/>
          </a:stretch>
        </p:blipFill>
        <p:spPr>
          <a:xfrm>
            <a:off x="9725312" y="204917"/>
            <a:ext cx="2082917" cy="1552346"/>
          </a:xfrm>
          <a:prstGeom prst="rect">
            <a:avLst/>
          </a:prstGeom>
          <a:ln>
            <a:noFill/>
          </a:ln>
          <a:effectLst/>
        </p:spPr>
      </p:pic>
    </p:spTree>
    <p:extLst>
      <p:ext uri="{BB962C8B-B14F-4D97-AF65-F5344CB8AC3E}">
        <p14:creationId xmlns:p14="http://schemas.microsoft.com/office/powerpoint/2010/main" val="177566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01B7D7-FD72-2FF6-6D3F-2EB0395E7E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CEE7035-859A-B0A2-D12E-DD9E501E7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AAF376A-178A-4B14-D559-DC12BA84C50E}"/>
              </a:ext>
            </a:extLst>
          </p:cNvPr>
          <p:cNvSpPr>
            <a:spLocks noGrp="1"/>
          </p:cNvSpPr>
          <p:nvPr>
            <p:ph type="dt" sz="half" idx="10"/>
          </p:nvPr>
        </p:nvSpPr>
        <p:spPr/>
        <p:txBody>
          <a:bodyPr/>
          <a:lstStyle/>
          <a:p>
            <a:fld id="{E93552DA-B7B6-4085-A2D9-60E2B66D6591}" type="datetimeFigureOut">
              <a:rPr lang="es-CO" smtClean="0"/>
              <a:t>20/11/2023</a:t>
            </a:fld>
            <a:endParaRPr lang="es-CO" dirty="0"/>
          </a:p>
        </p:txBody>
      </p:sp>
      <p:sp>
        <p:nvSpPr>
          <p:cNvPr id="5" name="Marcador de pie de página 4">
            <a:extLst>
              <a:ext uri="{FF2B5EF4-FFF2-40B4-BE49-F238E27FC236}">
                <a16:creationId xmlns:a16="http://schemas.microsoft.com/office/drawing/2014/main" id="{C7528F0A-A068-211B-75B3-91D87A4C330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45972155-BFE0-EDAC-8AA4-EC8CBC5536A8}"/>
              </a:ext>
            </a:extLst>
          </p:cNvPr>
          <p:cNvSpPr>
            <a:spLocks noGrp="1"/>
          </p:cNvSpPr>
          <p:nvPr>
            <p:ph type="sldNum" sz="quarter" idx="12"/>
          </p:nvPr>
        </p:nvSpPr>
        <p:spPr/>
        <p:txBody>
          <a:bodyPr/>
          <a:lstStyle/>
          <a:p>
            <a:fld id="{74643279-609A-4A94-A279-595A2E79EF7A}" type="slidenum">
              <a:rPr lang="es-CO" smtClean="0"/>
              <a:t>‹Nº›</a:t>
            </a:fld>
            <a:endParaRPr lang="es-CO" dirty="0"/>
          </a:p>
        </p:txBody>
      </p:sp>
    </p:spTree>
    <p:extLst>
      <p:ext uri="{BB962C8B-B14F-4D97-AF65-F5344CB8AC3E}">
        <p14:creationId xmlns:p14="http://schemas.microsoft.com/office/powerpoint/2010/main" val="1201731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3" name="Marcador de contenido 2"/>
          <p:cNvSpPr>
            <a:spLocks noGrp="1"/>
          </p:cNvSpPr>
          <p:nvPr>
            <p:ph idx="1"/>
          </p:nvPr>
        </p:nvSpPr>
        <p:spPr>
          <a:xfrm>
            <a:off x="1815829" y="1825625"/>
            <a:ext cx="9766571" cy="4463664"/>
          </a:xfrm>
          <a:prstGeom prst="rect">
            <a:avLst/>
          </a:prstGeom>
        </p:spPr>
        <p:txBody>
          <a:bodyPr/>
          <a:lstStyle>
            <a:lvl1pPr marL="228600" indent="-228600">
              <a:buClr>
                <a:srgbClr val="C00000"/>
              </a:buClr>
              <a:buFont typeface="Wingdings" charset="2"/>
              <a:buChar char="§"/>
              <a:defRPr sz="2500">
                <a:solidFill>
                  <a:schemeClr val="tx1">
                    <a:lumMod val="75000"/>
                    <a:lumOff val="25000"/>
                  </a:schemeClr>
                </a:solidFill>
              </a:defRPr>
            </a:lvl1pPr>
            <a:lvl2pPr marL="685800" indent="-228600">
              <a:buClr>
                <a:srgbClr val="C00000"/>
              </a:buClr>
              <a:buSzPct val="80000"/>
              <a:buFont typeface="Wingdings" charset="2"/>
              <a:buChar char="§"/>
              <a:defRPr sz="2000">
                <a:solidFill>
                  <a:schemeClr val="tx1">
                    <a:lumMod val="75000"/>
                    <a:lumOff val="25000"/>
                  </a:schemeClr>
                </a:solidFill>
              </a:defRPr>
            </a:lvl2pPr>
            <a:lvl3pPr marL="1143000" indent="-228600">
              <a:buClr>
                <a:srgbClr val="C00000"/>
              </a:buClr>
              <a:buSzPct val="80000"/>
              <a:buFont typeface="Wingdings" charset="2"/>
              <a:buChar char="§"/>
              <a:defRPr sz="2000">
                <a:solidFill>
                  <a:schemeClr val="tx1">
                    <a:lumMod val="75000"/>
                    <a:lumOff val="25000"/>
                  </a:schemeClr>
                </a:solidFill>
              </a:defRPr>
            </a:lvl3pPr>
            <a:lvl4pPr marL="1600200" indent="-228600">
              <a:buClr>
                <a:srgbClr val="C00000"/>
              </a:buClr>
              <a:buSzPct val="80000"/>
              <a:buFont typeface="Wingdings" charset="2"/>
              <a:buChar char="§"/>
              <a:defRPr sz="2000">
                <a:solidFill>
                  <a:schemeClr val="tx1">
                    <a:lumMod val="75000"/>
                    <a:lumOff val="25000"/>
                  </a:schemeClr>
                </a:solidFill>
              </a:defRPr>
            </a:lvl4pPr>
            <a:lvl5pPr marL="2057400" indent="-228600">
              <a:buClr>
                <a:srgbClr val="C00000"/>
              </a:buClr>
              <a:buSzPct val="80000"/>
              <a:buFont typeface="Wingdings" charset="2"/>
              <a:buChar char="§"/>
              <a:defRPr sz="2000">
                <a:solidFill>
                  <a:schemeClr val="tx1">
                    <a:lumMod val="75000"/>
                    <a:lumOff val="25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5" name="CuadroTexto 4"/>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72118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01B7D7-FD72-2FF6-6D3F-2EB0395E7E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CEE7035-859A-B0A2-D12E-DD9E501E7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AAF376A-178A-4B14-D559-DC12BA84C50E}"/>
              </a:ext>
            </a:extLst>
          </p:cNvPr>
          <p:cNvSpPr>
            <a:spLocks noGrp="1"/>
          </p:cNvSpPr>
          <p:nvPr>
            <p:ph type="dt" sz="half" idx="10"/>
          </p:nvPr>
        </p:nvSpPr>
        <p:spPr/>
        <p:txBody>
          <a:bodyPr/>
          <a:lstStyle/>
          <a:p>
            <a:fld id="{E93552DA-B7B6-4085-A2D9-60E2B66D6591}" type="datetimeFigureOut">
              <a:rPr lang="es-CO" smtClean="0"/>
              <a:t>20/11/2023</a:t>
            </a:fld>
            <a:endParaRPr lang="es-CO" dirty="0"/>
          </a:p>
        </p:txBody>
      </p:sp>
      <p:sp>
        <p:nvSpPr>
          <p:cNvPr id="5" name="Marcador de pie de página 4">
            <a:extLst>
              <a:ext uri="{FF2B5EF4-FFF2-40B4-BE49-F238E27FC236}">
                <a16:creationId xmlns:a16="http://schemas.microsoft.com/office/drawing/2014/main" id="{C7528F0A-A068-211B-75B3-91D87A4C330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45972155-BFE0-EDAC-8AA4-EC8CBC5536A8}"/>
              </a:ext>
            </a:extLst>
          </p:cNvPr>
          <p:cNvSpPr>
            <a:spLocks noGrp="1"/>
          </p:cNvSpPr>
          <p:nvPr>
            <p:ph type="sldNum" sz="quarter" idx="12"/>
          </p:nvPr>
        </p:nvSpPr>
        <p:spPr/>
        <p:txBody>
          <a:bodyPr/>
          <a:lstStyle/>
          <a:p>
            <a:fld id="{74643279-609A-4A94-A279-595A2E79EF7A}" type="slidenum">
              <a:rPr lang="es-CO" smtClean="0"/>
              <a:t>‹Nº›</a:t>
            </a:fld>
            <a:endParaRPr lang="es-CO" dirty="0"/>
          </a:p>
        </p:txBody>
      </p:sp>
    </p:spTree>
    <p:extLst>
      <p:ext uri="{BB962C8B-B14F-4D97-AF65-F5344CB8AC3E}">
        <p14:creationId xmlns:p14="http://schemas.microsoft.com/office/powerpoint/2010/main" val="1289223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imagen 2"/>
          <p:cNvSpPr>
            <a:spLocks noGrp="1"/>
          </p:cNvSpPr>
          <p:nvPr>
            <p:ph type="pic" idx="1"/>
          </p:nvPr>
        </p:nvSpPr>
        <p:spPr>
          <a:xfrm>
            <a:off x="1906622" y="1014491"/>
            <a:ext cx="9348676" cy="4873625"/>
          </a:xfrm>
          <a:prstGeom prst="rect">
            <a:avLst/>
          </a:prstGeom>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s-ES_tradnl" dirty="0"/>
          </a:p>
        </p:txBody>
      </p:sp>
      <p:sp>
        <p:nvSpPr>
          <p:cNvPr id="6" name="CuadroTexto 5"/>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595906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9" name="Marcador de gráfico 8"/>
          <p:cNvSpPr>
            <a:spLocks noGrp="1"/>
          </p:cNvSpPr>
          <p:nvPr>
            <p:ph type="chart" sz="quarter" idx="10"/>
          </p:nvPr>
        </p:nvSpPr>
        <p:spPr>
          <a:xfrm>
            <a:off x="1815829" y="1617041"/>
            <a:ext cx="9766571" cy="4739155"/>
          </a:xfrm>
          <a:prstGeom prst="rect">
            <a:avLst/>
          </a:prstGeom>
        </p:spPr>
        <p:txBody>
          <a:bodyPr/>
          <a:lstStyle/>
          <a:p>
            <a:r>
              <a:rPr lang="es-ES" dirty="0"/>
              <a:t>Haga clic en el icono para agregar un gráfico</a:t>
            </a:r>
            <a:endParaRPr lang="es-ES_tradnl" dirty="0"/>
          </a:p>
        </p:txBody>
      </p:sp>
      <p:sp>
        <p:nvSpPr>
          <p:cNvPr id="10"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6" name="CuadroTexto 5"/>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474988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8"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9" name="Marcador de contenido 2"/>
          <p:cNvSpPr>
            <a:spLocks noGrp="1"/>
          </p:cNvSpPr>
          <p:nvPr>
            <p:ph idx="1"/>
          </p:nvPr>
        </p:nvSpPr>
        <p:spPr>
          <a:xfrm>
            <a:off x="1815829" y="1825625"/>
            <a:ext cx="5157400" cy="4586327"/>
          </a:xfrm>
          <a:prstGeom prst="rect">
            <a:avLst/>
          </a:prstGeom>
        </p:spPr>
        <p:txBody>
          <a:bodyPr/>
          <a:lstStyle>
            <a:lvl1pPr marL="228600" indent="-228600">
              <a:buClr>
                <a:srgbClr val="C00000"/>
              </a:buClr>
              <a:buFont typeface="Wingdings" charset="2"/>
              <a:buChar char="§"/>
              <a:defRPr sz="2000">
                <a:solidFill>
                  <a:schemeClr val="tx1">
                    <a:lumMod val="75000"/>
                    <a:lumOff val="25000"/>
                  </a:schemeClr>
                </a:solidFill>
              </a:defRPr>
            </a:lvl1pPr>
            <a:lvl2pPr marL="685800" indent="-228600">
              <a:buClr>
                <a:srgbClr val="C00000"/>
              </a:buClr>
              <a:buSzPct val="80000"/>
              <a:buFont typeface="Wingdings" charset="2"/>
              <a:buChar char="§"/>
              <a:defRPr sz="2000">
                <a:solidFill>
                  <a:schemeClr val="tx1">
                    <a:lumMod val="75000"/>
                    <a:lumOff val="25000"/>
                  </a:schemeClr>
                </a:solidFill>
              </a:defRPr>
            </a:lvl2pPr>
            <a:lvl3pPr marL="1143000" indent="-228600">
              <a:buClr>
                <a:srgbClr val="C00000"/>
              </a:buClr>
              <a:buSzPct val="80000"/>
              <a:buFont typeface="Wingdings" charset="2"/>
              <a:buChar char="§"/>
              <a:defRPr sz="2000">
                <a:solidFill>
                  <a:schemeClr val="tx1">
                    <a:lumMod val="75000"/>
                    <a:lumOff val="25000"/>
                  </a:schemeClr>
                </a:solidFill>
              </a:defRPr>
            </a:lvl3pPr>
            <a:lvl4pPr marL="1600200" indent="-228600">
              <a:buClr>
                <a:srgbClr val="C00000"/>
              </a:buClr>
              <a:buSzPct val="80000"/>
              <a:buFont typeface="Wingdings" charset="2"/>
              <a:buChar char="§"/>
              <a:defRPr sz="2000">
                <a:solidFill>
                  <a:schemeClr val="tx1">
                    <a:lumMod val="75000"/>
                    <a:lumOff val="25000"/>
                  </a:schemeClr>
                </a:solidFill>
              </a:defRPr>
            </a:lvl4pPr>
            <a:lvl5pPr marL="2057400" indent="-228600">
              <a:buClr>
                <a:srgbClr val="C00000"/>
              </a:buClr>
              <a:buSzPct val="80000"/>
              <a:buFont typeface="Wingdings" charset="2"/>
              <a:buChar char="§"/>
              <a:defRPr sz="2000">
                <a:solidFill>
                  <a:schemeClr val="tx1">
                    <a:lumMod val="75000"/>
                    <a:lumOff val="25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1" name="Marcador de imagen 10"/>
          <p:cNvSpPr>
            <a:spLocks noGrp="1"/>
          </p:cNvSpPr>
          <p:nvPr>
            <p:ph type="pic" sz="quarter" idx="10"/>
          </p:nvPr>
        </p:nvSpPr>
        <p:spPr>
          <a:xfrm>
            <a:off x="7181386" y="1825625"/>
            <a:ext cx="4401015" cy="2824434"/>
          </a:xfrm>
          <a:prstGeom prst="rect">
            <a:avLst/>
          </a:prstGeom>
        </p:spPr>
        <p:txBody>
          <a:bodyPr/>
          <a:lstStyle/>
          <a:p>
            <a:r>
              <a:rPr lang="es-ES" dirty="0"/>
              <a:t>Haga clic en el icono para agregar una imagen</a:t>
            </a:r>
            <a:endParaRPr lang="es-ES_tradnl" dirty="0"/>
          </a:p>
        </p:txBody>
      </p:sp>
      <p:sp>
        <p:nvSpPr>
          <p:cNvPr id="10" name="CuadroTexto 9"/>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40354929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165296383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3536842400"/>
      </p:ext>
    </p:extLst>
  </p:cSld>
  <p:clrMap bg1="lt1" tx1="dk1" bg2="lt2" tx2="dk2" accent1="accent1" accent2="accent2" accent3="accent3" accent4="accent4" accent5="accent5" accent6="accent6" hlink="hlink" folHlink="folHlink"/>
  <p:sldLayoutIdLst>
    <p:sldLayoutId id="2147483664" r:id="rId1"/>
    <p:sldLayoutId id="214748367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04734309"/>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000140163"/>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937941803"/>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5F8A7-5B09-2297-049A-F770AF606363}"/>
              </a:ext>
            </a:extLst>
          </p:cNvPr>
          <p:cNvSpPr>
            <a:spLocks noGrp="1"/>
          </p:cNvSpPr>
          <p:nvPr>
            <p:ph type="ctrTitle"/>
          </p:nvPr>
        </p:nvSpPr>
        <p:spPr>
          <a:xfrm>
            <a:off x="2861733" y="1041400"/>
            <a:ext cx="9144000" cy="2387600"/>
          </a:xfrm>
        </p:spPr>
        <p:txBody>
          <a:bodyPr/>
          <a:lstStyle/>
          <a:p>
            <a:r>
              <a:rPr lang="es-MX" dirty="0">
                <a:latin typeface="Arial" panose="020B0604020202020204" pitchFamily="34" charset="0"/>
                <a:cs typeface="Arial" panose="020B0604020202020204" pitchFamily="34" charset="0"/>
              </a:rPr>
              <a:t>Bases de datos I</a:t>
            </a:r>
            <a:endParaRPr lang="es-CO"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F8B71A42-09A7-91A0-BE8B-AE0E01E969CD}"/>
              </a:ext>
            </a:extLst>
          </p:cNvPr>
          <p:cNvSpPr>
            <a:spLocks noGrp="1"/>
          </p:cNvSpPr>
          <p:nvPr>
            <p:ph type="subTitle" idx="1"/>
          </p:nvPr>
        </p:nvSpPr>
        <p:spPr>
          <a:xfrm>
            <a:off x="2260600" y="3429000"/>
            <a:ext cx="9144000" cy="1655762"/>
          </a:xfrm>
        </p:spPr>
        <p:txBody>
          <a:bodyPr/>
          <a:lstStyle/>
          <a:p>
            <a:r>
              <a:rPr lang="es-MX" dirty="0">
                <a:latin typeface="Arial" panose="020B0604020202020204" pitchFamily="34" charset="0"/>
                <a:cs typeface="Arial" panose="020B0604020202020204" pitchFamily="34" charset="0"/>
              </a:rPr>
              <a:t>Wilmer Hernán Ortega Erazo</a:t>
            </a:r>
            <a:endParaRPr lang="es-CO"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DEDFEFCA-5464-FE50-AF10-130E28C56120}"/>
              </a:ext>
            </a:extLst>
          </p:cNvPr>
          <p:cNvSpPr txBox="1"/>
          <p:nvPr/>
        </p:nvSpPr>
        <p:spPr>
          <a:xfrm>
            <a:off x="5020733" y="5447268"/>
            <a:ext cx="5223934" cy="369332"/>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Facultad de ingeniería</a:t>
            </a:r>
            <a:endParaRPr lang="es-C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3028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Dependencias Funcionales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51255"/>
          </a:xfrm>
          <a:prstGeom prst="rect">
            <a:avLst/>
          </a:prstGeom>
          <a:noFill/>
        </p:spPr>
        <p:txBody>
          <a:bodyPr wrap="square" rtlCol="0">
            <a:spAutoFit/>
          </a:bodyPr>
          <a:lstStyle/>
          <a:p>
            <a:pPr marL="0" indent="0" algn="just">
              <a:lnSpc>
                <a:spcPct val="93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dirty="0">
                <a:latin typeface="Arial" panose="020B0604020202020204" pitchFamily="34" charset="0"/>
                <a:cs typeface="Arial" panose="020B0604020202020204" pitchFamily="34" charset="0"/>
              </a:rPr>
              <a:t>Las dependencias funcionales son reglas independientes del tiempo que verifican los atributos en un contexto determinado </a:t>
            </a:r>
          </a:p>
          <a:p>
            <a:pPr marL="0" indent="0" algn="just">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endParaRPr lang="es-CO" sz="2400" i="1" dirty="0">
              <a:latin typeface="Arial" panose="020B0604020202020204" pitchFamily="34" charset="0"/>
              <a:cs typeface="Arial" panose="020B0604020202020204" pitchFamily="34" charset="0"/>
            </a:endParaRPr>
          </a:p>
          <a:p>
            <a:pPr marL="0" indent="0" algn="just">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b="1" i="1" dirty="0">
                <a:solidFill>
                  <a:srgbClr val="0230F2"/>
                </a:solidFill>
                <a:latin typeface="Arial" panose="020B0604020202020204" pitchFamily="34" charset="0"/>
                <a:cs typeface="Arial" panose="020B0604020202020204" pitchFamily="34" charset="0"/>
              </a:rPr>
              <a:t>DEFINICIÓN</a:t>
            </a:r>
            <a:r>
              <a:rPr lang="es-CO" sz="2400" i="1" dirty="0">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En un esquema R { A, DF} </a:t>
            </a:r>
            <a:r>
              <a:rPr lang="es-CO" sz="2400" dirty="0">
                <a:solidFill>
                  <a:srgbClr val="080808"/>
                </a:solidFill>
                <a:latin typeface="Arial" panose="020B0604020202020204" pitchFamily="34" charset="0"/>
                <a:cs typeface="Arial" panose="020B0604020202020204" pitchFamily="34" charset="0"/>
              </a:rPr>
              <a:t>Se dice que </a:t>
            </a:r>
            <a:r>
              <a:rPr lang="es-CO" sz="2400" i="1" dirty="0">
                <a:solidFill>
                  <a:srgbClr val="080808"/>
                </a:solidFill>
                <a:latin typeface="Arial" panose="020B0604020202020204" pitchFamily="34" charset="0"/>
                <a:cs typeface="Arial" panose="020B0604020202020204" pitchFamily="34" charset="0"/>
              </a:rPr>
              <a:t>Y</a:t>
            </a:r>
            <a:r>
              <a:rPr lang="es-CO" sz="2400" dirty="0">
                <a:solidFill>
                  <a:srgbClr val="080808"/>
                </a:solidFill>
                <a:latin typeface="Arial" panose="020B0604020202020204" pitchFamily="34" charset="0"/>
                <a:cs typeface="Arial" panose="020B0604020202020204" pitchFamily="34" charset="0"/>
              </a:rPr>
              <a:t> depende funcionalmente de </a:t>
            </a:r>
            <a:r>
              <a:rPr lang="es-CO" sz="2400" i="1" dirty="0">
                <a:solidFill>
                  <a:srgbClr val="080808"/>
                </a:solidFill>
                <a:latin typeface="Arial" panose="020B0604020202020204" pitchFamily="34" charset="0"/>
                <a:cs typeface="Arial" panose="020B0604020202020204" pitchFamily="34" charset="0"/>
              </a:rPr>
              <a:t>X</a:t>
            </a:r>
            <a:r>
              <a:rPr lang="es-CO" sz="2400" dirty="0">
                <a:solidFill>
                  <a:srgbClr val="080808"/>
                </a:solidFill>
                <a:latin typeface="Arial" panose="020B0604020202020204" pitchFamily="34" charset="0"/>
                <a:cs typeface="Arial" panose="020B0604020202020204" pitchFamily="34" charset="0"/>
              </a:rPr>
              <a:t>, que se representa por:    </a:t>
            </a:r>
            <a:r>
              <a:rPr lang="es-CO" sz="2400" b="1" i="1" dirty="0">
                <a:solidFill>
                  <a:srgbClr val="FF0000"/>
                </a:solidFill>
                <a:latin typeface="Arial" panose="020B0604020202020204" pitchFamily="34" charset="0"/>
                <a:cs typeface="Arial" panose="020B0604020202020204" pitchFamily="34" charset="0"/>
              </a:rPr>
              <a:t>X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FF0000"/>
                </a:solidFill>
                <a:latin typeface="Arial" panose="020B0604020202020204" pitchFamily="34" charset="0"/>
                <a:cs typeface="Arial" panose="020B0604020202020204" pitchFamily="34" charset="0"/>
              </a:rPr>
              <a:t>  Y</a:t>
            </a:r>
            <a:r>
              <a:rPr lang="es-CO" sz="2400" dirty="0">
                <a:solidFill>
                  <a:srgbClr val="080808"/>
                </a:solidFill>
                <a:latin typeface="Arial" panose="020B0604020202020204" pitchFamily="34" charset="0"/>
                <a:cs typeface="Arial" panose="020B0604020202020204" pitchFamily="34" charset="0"/>
              </a:rPr>
              <a:t>    si y solo si, </a:t>
            </a:r>
            <a:r>
              <a:rPr lang="es-CO" sz="2400" dirty="0">
                <a:solidFill>
                  <a:srgbClr val="FF0000"/>
                </a:solidFill>
                <a:latin typeface="Arial" panose="020B0604020202020204" pitchFamily="34" charset="0"/>
                <a:cs typeface="Arial" panose="020B0604020202020204" pitchFamily="34" charset="0"/>
              </a:rPr>
              <a:t>cada valor de </a:t>
            </a:r>
            <a:r>
              <a:rPr lang="es-CO" sz="2400" i="1" dirty="0">
                <a:solidFill>
                  <a:srgbClr val="FF0000"/>
                </a:solidFill>
                <a:latin typeface="Arial" panose="020B0604020202020204" pitchFamily="34" charset="0"/>
                <a:cs typeface="Arial" panose="020B0604020202020204" pitchFamily="34" charset="0"/>
              </a:rPr>
              <a:t>X</a:t>
            </a:r>
            <a:r>
              <a:rPr lang="es-CO" sz="2400" dirty="0">
                <a:solidFill>
                  <a:srgbClr val="FF0000"/>
                </a:solidFill>
                <a:latin typeface="Arial" panose="020B0604020202020204" pitchFamily="34" charset="0"/>
                <a:cs typeface="Arial" panose="020B0604020202020204" pitchFamily="34" charset="0"/>
              </a:rPr>
              <a:t>  tiene asociado en todo momento un único valor de </a:t>
            </a:r>
            <a:r>
              <a:rPr lang="es-CO" sz="2400" i="1" dirty="0">
                <a:solidFill>
                  <a:srgbClr val="FF0000"/>
                </a:solidFill>
                <a:latin typeface="Arial" panose="020B0604020202020204" pitchFamily="34" charset="0"/>
                <a:cs typeface="Arial" panose="020B0604020202020204" pitchFamily="34" charset="0"/>
              </a:rPr>
              <a:t>Y</a:t>
            </a:r>
            <a:r>
              <a:rPr lang="es-CO" sz="2400" dirty="0">
                <a:solidFill>
                  <a:srgbClr val="FF0000"/>
                </a:solidFill>
                <a:latin typeface="Arial" panose="020B0604020202020204" pitchFamily="34" charset="0"/>
                <a:cs typeface="Arial" panose="020B0604020202020204" pitchFamily="34" charset="0"/>
              </a:rPr>
              <a:t>.</a:t>
            </a: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endParaRPr lang="es-CO" sz="2400" dirty="0">
              <a:solidFill>
                <a:srgbClr val="FF0000"/>
              </a:solidFill>
              <a:latin typeface="Arial" panose="020B0604020202020204" pitchFamily="34" charset="0"/>
              <a:cs typeface="Arial" panose="020B0604020202020204" pitchFamily="34" charset="0"/>
            </a:endParaRP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b="1" i="1" dirty="0">
                <a:solidFill>
                  <a:srgbClr val="0230F2"/>
                </a:solidFill>
                <a:latin typeface="Arial" panose="020B0604020202020204" pitchFamily="34" charset="0"/>
                <a:cs typeface="Arial" panose="020B0604020202020204" pitchFamily="34" charset="0"/>
              </a:rPr>
              <a:t>Descriptores Equivalentes</a:t>
            </a: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dirty="0">
                <a:latin typeface="Arial" panose="020B0604020202020204" pitchFamily="34" charset="0"/>
                <a:cs typeface="Arial" panose="020B0604020202020204" pitchFamily="34" charset="0"/>
              </a:rPr>
              <a:t>Se dice que X e Y son equivalentes cuando:</a:t>
            </a: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i="1" dirty="0">
                <a:solidFill>
                  <a:srgbClr val="080808"/>
                </a:solidFill>
                <a:latin typeface="Arial" panose="020B0604020202020204" pitchFamily="34" charset="0"/>
                <a:cs typeface="Arial" panose="020B0604020202020204" pitchFamily="34" charset="0"/>
              </a:rPr>
              <a:t>			X </a:t>
            </a:r>
            <a:r>
              <a:rPr lang="es-CO" sz="2400" i="1" dirty="0">
                <a:solidFill>
                  <a:srgbClr val="080808"/>
                </a:solidFill>
                <a:latin typeface="Arial" panose="020B0604020202020204" pitchFamily="34" charset="0"/>
                <a:cs typeface="Arial" panose="020B0604020202020204" pitchFamily="34" charset="0"/>
                <a:sym typeface="Wingdings" panose="05000000000000000000" pitchFamily="2" charset="2"/>
              </a:rPr>
              <a:t></a:t>
            </a:r>
            <a:r>
              <a:rPr lang="es-CO" sz="2400" i="1" dirty="0">
                <a:solidFill>
                  <a:srgbClr val="080808"/>
                </a:solidFill>
                <a:latin typeface="Arial" panose="020B0604020202020204" pitchFamily="34" charset="0"/>
                <a:cs typeface="Arial" panose="020B0604020202020204" pitchFamily="34" charset="0"/>
              </a:rPr>
              <a:t>  Y 		</a:t>
            </a:r>
            <a:r>
              <a:rPr lang="el-GR" sz="2400" i="1" dirty="0">
                <a:solidFill>
                  <a:srgbClr val="080808"/>
                </a:solidFill>
                <a:latin typeface="Arial" panose="020B0604020202020204" pitchFamily="34" charset="0"/>
                <a:cs typeface="Arial" panose="020B0604020202020204" pitchFamily="34" charset="0"/>
              </a:rPr>
              <a:t>Λ</a:t>
            </a:r>
            <a:r>
              <a:rPr lang="es-CO" sz="2400" i="1" dirty="0">
                <a:solidFill>
                  <a:srgbClr val="080808"/>
                </a:solidFill>
                <a:latin typeface="Arial" panose="020B0604020202020204" pitchFamily="34" charset="0"/>
                <a:cs typeface="Arial" panose="020B0604020202020204" pitchFamily="34" charset="0"/>
              </a:rPr>
              <a:t>		Y </a:t>
            </a:r>
            <a:r>
              <a:rPr lang="es-CO" sz="2400" i="1" dirty="0">
                <a:solidFill>
                  <a:srgbClr val="080808"/>
                </a:solidFill>
                <a:latin typeface="Arial" panose="020B0604020202020204" pitchFamily="34" charset="0"/>
                <a:cs typeface="Arial" panose="020B0604020202020204" pitchFamily="34" charset="0"/>
                <a:sym typeface="Wingdings" panose="05000000000000000000" pitchFamily="2" charset="2"/>
              </a:rPr>
              <a:t></a:t>
            </a:r>
            <a:r>
              <a:rPr lang="es-CO" sz="2400" i="1" dirty="0">
                <a:solidFill>
                  <a:srgbClr val="080808"/>
                </a:solidFill>
                <a:latin typeface="Arial" panose="020B0604020202020204" pitchFamily="34" charset="0"/>
                <a:cs typeface="Arial" panose="020B0604020202020204" pitchFamily="34" charset="0"/>
              </a:rPr>
              <a:t>X</a:t>
            </a:r>
            <a:r>
              <a:rPr lang="es-CO" sz="2400" dirty="0">
                <a:solidFill>
                  <a:srgbClr val="080808"/>
                </a:solidFill>
                <a:latin typeface="Arial" panose="020B0604020202020204" pitchFamily="34" charset="0"/>
                <a:cs typeface="Arial" panose="020B0604020202020204" pitchFamily="34" charset="0"/>
              </a:rPr>
              <a:t> </a:t>
            </a: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dirty="0">
                <a:solidFill>
                  <a:srgbClr val="080808"/>
                </a:solidFill>
                <a:latin typeface="Arial" panose="020B0604020202020204" pitchFamily="34" charset="0"/>
                <a:cs typeface="Arial" panose="020B0604020202020204" pitchFamily="34" charset="0"/>
              </a:rPr>
              <a:t>Y se representa:      </a:t>
            </a:r>
            <a:r>
              <a:rPr lang="es-CO" sz="2400" b="1" i="1" dirty="0">
                <a:solidFill>
                  <a:srgbClr val="FF0000"/>
                </a:solidFill>
                <a:latin typeface="Arial" panose="020B0604020202020204" pitchFamily="34" charset="0"/>
                <a:cs typeface="Arial" panose="020B0604020202020204" pitchFamily="34" charset="0"/>
              </a:rPr>
              <a:t>X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s-CO" sz="2400" b="1" i="1" dirty="0">
                <a:solidFill>
                  <a:srgbClr val="FF0000"/>
                </a:solidFill>
                <a:latin typeface="Arial" panose="020B0604020202020204" pitchFamily="34" charset="0"/>
                <a:cs typeface="Arial" panose="020B0604020202020204" pitchFamily="34" charset="0"/>
              </a:rPr>
              <a:t>   Y</a:t>
            </a:r>
            <a:r>
              <a:rPr lang="es-CO" sz="2400" dirty="0">
                <a:solidFill>
                  <a:srgbClr val="080808"/>
                </a:solidFill>
                <a:latin typeface="Arial" panose="020B0604020202020204" pitchFamily="34" charset="0"/>
                <a:cs typeface="Arial" panose="020B0604020202020204" pitchFamily="34" charset="0"/>
              </a:rPr>
              <a:t> </a:t>
            </a:r>
          </a:p>
          <a:p>
            <a:pPr>
              <a:lnSpc>
                <a:spcPct val="90000"/>
              </a:lnSpc>
              <a:spcBef>
                <a:spcPts val="550"/>
              </a:spcBef>
              <a:buFont typeface="Times New Roman" panose="02020603050405020304" pitchFamily="18" charset="0"/>
              <a:buNone/>
              <a:tabLst>
                <a:tab pos="134938" algn="l"/>
                <a:tab pos="584200" algn="l"/>
                <a:tab pos="1033463" algn="l"/>
                <a:tab pos="1482725" algn="l"/>
                <a:tab pos="1931988" algn="l"/>
                <a:tab pos="2381250" algn="l"/>
                <a:tab pos="2830513" algn="l"/>
                <a:tab pos="3279775" algn="l"/>
                <a:tab pos="3729038" algn="l"/>
                <a:tab pos="4178300" algn="l"/>
                <a:tab pos="4627563" algn="l"/>
                <a:tab pos="5076825" algn="l"/>
                <a:tab pos="5526088" algn="l"/>
                <a:tab pos="5975350" algn="l"/>
                <a:tab pos="6424613" algn="l"/>
                <a:tab pos="6873875" algn="l"/>
                <a:tab pos="7323138" algn="l"/>
                <a:tab pos="7772400" algn="l"/>
                <a:tab pos="8221663" algn="l"/>
                <a:tab pos="8670925" algn="l"/>
                <a:tab pos="8686800" algn="l"/>
              </a:tabLst>
            </a:pPr>
            <a:r>
              <a:rPr lang="es-CO" sz="2400" dirty="0">
                <a:solidFill>
                  <a:srgbClr val="080808"/>
                </a:solidFill>
                <a:latin typeface="Arial" panose="020B0604020202020204" pitchFamily="34" charset="0"/>
                <a:cs typeface="Arial" panose="020B0604020202020204" pitchFamily="34" charset="0"/>
              </a:rPr>
              <a:t>Ejemplo:   </a:t>
            </a:r>
            <a:r>
              <a:rPr lang="es-CO" sz="2400" dirty="0" err="1">
                <a:solidFill>
                  <a:srgbClr val="FF0000"/>
                </a:solidFill>
                <a:latin typeface="Arial" panose="020B0604020202020204" pitchFamily="34" charset="0"/>
                <a:cs typeface="Arial" panose="020B0604020202020204" pitchFamily="34" charset="0"/>
              </a:rPr>
              <a:t>docIdentidad</a:t>
            </a:r>
            <a:r>
              <a:rPr lang="es-CO" sz="2400" dirty="0">
                <a:solidFill>
                  <a:srgbClr val="FF0000"/>
                </a:solidFill>
                <a:latin typeface="Arial" panose="020B0604020202020204" pitchFamily="34" charset="0"/>
                <a:cs typeface="Arial" panose="020B0604020202020204" pitchFamily="34" charset="0"/>
              </a:rPr>
              <a:t>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s-CO" sz="2400" dirty="0">
                <a:solidFill>
                  <a:srgbClr val="FF0000"/>
                </a:solidFill>
                <a:latin typeface="Arial" panose="020B0604020202020204" pitchFamily="34" charset="0"/>
                <a:cs typeface="Arial" panose="020B0604020202020204" pitchFamily="34" charset="0"/>
              </a:rPr>
              <a:t>  </a:t>
            </a:r>
            <a:r>
              <a:rPr lang="es-CO" sz="2400" dirty="0" err="1">
                <a:solidFill>
                  <a:srgbClr val="FF0000"/>
                </a:solidFill>
                <a:latin typeface="Arial" panose="020B0604020202020204" pitchFamily="34" charset="0"/>
                <a:cs typeface="Arial" panose="020B0604020202020204" pitchFamily="34" charset="0"/>
              </a:rPr>
              <a:t>codLaboral</a:t>
            </a:r>
            <a:endParaRPr lang="es-CO" sz="2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194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Dependencias Funcionales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557723"/>
          </a:xfrm>
          <a:prstGeom prst="rect">
            <a:avLst/>
          </a:prstGeom>
          <a:noFill/>
        </p:spPr>
        <p:txBody>
          <a:bodyPr wrap="square" rtlCol="0">
            <a:spAutoFit/>
          </a:bodyPr>
          <a:lstStyle/>
          <a:p>
            <a:pPr marL="0" indent="0"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b="1" i="1" dirty="0">
                <a:solidFill>
                  <a:srgbClr val="0230F2"/>
                </a:solidFill>
                <a:latin typeface="Arial" panose="020B0604020202020204" pitchFamily="34" charset="0"/>
                <a:cs typeface="Arial" panose="020B0604020202020204" pitchFamily="34" charset="0"/>
              </a:rPr>
              <a:t>Dependencias Transitivas</a:t>
            </a: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Sea la relación R (A, DF) y X, Y dos descriptores sobre A. Entre los descriptores X e Y se presenta una dependencia transitiva si se cumple:</a:t>
            </a: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b="1" i="1" dirty="0">
                <a:latin typeface="Arial" panose="020B0604020202020204" pitchFamily="34" charset="0"/>
                <a:cs typeface="Arial" panose="020B0604020202020204" pitchFamily="34" charset="0"/>
              </a:rPr>
              <a:t>a)  X ∩ Y = </a:t>
            </a:r>
            <a:r>
              <a:rPr lang="es-CO" sz="2400" b="0" i="0" dirty="0">
                <a:solidFill>
                  <a:srgbClr val="040C28"/>
                </a:solidFill>
                <a:effectLst/>
                <a:latin typeface="Google Sans"/>
              </a:rPr>
              <a:t>∅</a:t>
            </a:r>
            <a:endParaRPr lang="es-CO" sz="2400" b="1" i="1" dirty="0">
              <a:latin typeface="Arial" panose="020B0604020202020204" pitchFamily="34" charset="0"/>
              <a:cs typeface="Arial" panose="020B0604020202020204" pitchFamily="34" charset="0"/>
            </a:endParaRPr>
          </a:p>
          <a:p>
            <a:pPr marL="457200" indent="-457200" algn="just">
              <a:lnSpc>
                <a:spcPct val="93000"/>
              </a:lnSpc>
              <a:buClr>
                <a:schemeClr val="accent3"/>
              </a:buClr>
              <a:buAutoNum type="alphaLcParenR" startAt="2"/>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b="1" i="1" dirty="0">
                <a:latin typeface="Arial" panose="020B0604020202020204" pitchFamily="34" charset="0"/>
                <a:cs typeface="Arial" panose="020B0604020202020204" pitchFamily="34" charset="0"/>
              </a:rPr>
              <a:t>Existe un descriptor Z </a:t>
            </a:r>
            <a:r>
              <a:rPr lang="es-CO" sz="2400" b="0" i="0" dirty="0">
                <a:solidFill>
                  <a:srgbClr val="040C28"/>
                </a:solidFill>
                <a:effectLst/>
                <a:latin typeface="Google Sans"/>
              </a:rPr>
              <a:t>⊆</a:t>
            </a:r>
            <a:r>
              <a:rPr lang="es-CO" sz="2400" b="1" i="1" dirty="0">
                <a:latin typeface="Arial" panose="020B0604020202020204" pitchFamily="34" charset="0"/>
                <a:cs typeface="Arial" panose="020B0604020202020204" pitchFamily="34" charset="0"/>
              </a:rPr>
              <a:t> A tal que Z ∩ X = </a:t>
            </a:r>
            <a:r>
              <a:rPr lang="es-CO" sz="2400" b="0" i="0" dirty="0">
                <a:solidFill>
                  <a:srgbClr val="040C28"/>
                </a:solidFill>
                <a:effectLst/>
                <a:latin typeface="Google Sans"/>
              </a:rPr>
              <a:t>∅</a:t>
            </a:r>
            <a:r>
              <a:rPr lang="es-CO" sz="2400" b="1" i="1" dirty="0">
                <a:latin typeface="Arial" panose="020B0604020202020204" pitchFamily="34" charset="0"/>
                <a:cs typeface="Arial" panose="020B0604020202020204" pitchFamily="34" charset="0"/>
              </a:rPr>
              <a:t> y Z ∩ Y = </a:t>
            </a:r>
            <a:r>
              <a:rPr lang="es-CO" sz="2400" b="0" i="0" dirty="0">
                <a:solidFill>
                  <a:srgbClr val="040C28"/>
                </a:solidFill>
                <a:effectLst/>
                <a:latin typeface="Google Sans"/>
              </a:rPr>
              <a:t>∅ </a:t>
            </a:r>
            <a:endParaRPr lang="es-CO" sz="2400" b="1" i="1" dirty="0">
              <a:latin typeface="Arial" panose="020B0604020202020204" pitchFamily="34" charset="0"/>
              <a:cs typeface="Arial" panose="020B0604020202020204" pitchFamily="34" charset="0"/>
            </a:endParaRPr>
          </a:p>
          <a:p>
            <a:pPr marL="457200" indent="-457200" algn="just">
              <a:lnSpc>
                <a:spcPct val="93000"/>
              </a:lnSpc>
              <a:buClr>
                <a:schemeClr val="accent3"/>
              </a:buClr>
              <a:buAutoNum type="alphaLcParenR" startAt="2"/>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b="1" i="1" dirty="0">
                <a:latin typeface="Arial" panose="020B0604020202020204" pitchFamily="34" charset="0"/>
                <a:cs typeface="Arial" panose="020B0604020202020204" pitchFamily="34" charset="0"/>
              </a:rPr>
              <a:t>c)  </a:t>
            </a:r>
            <a:r>
              <a:rPr lang="es-CO" sz="2400" b="1" i="1" dirty="0">
                <a:solidFill>
                  <a:srgbClr val="FF0000"/>
                </a:solidFill>
                <a:latin typeface="Arial" panose="020B0604020202020204" pitchFamily="34" charset="0"/>
                <a:cs typeface="Arial" panose="020B0604020202020204" pitchFamily="34" charset="0"/>
              </a:rPr>
              <a:t>X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FF0000"/>
                </a:solidFill>
                <a:latin typeface="Arial" panose="020B0604020202020204" pitchFamily="34" charset="0"/>
                <a:cs typeface="Arial" panose="020B0604020202020204" pitchFamily="34" charset="0"/>
              </a:rPr>
              <a:t> Y,  Y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FF0000"/>
                </a:solidFill>
                <a:latin typeface="Arial" panose="020B0604020202020204" pitchFamily="34" charset="0"/>
                <a:cs typeface="Arial" panose="020B0604020202020204" pitchFamily="34" charset="0"/>
              </a:rPr>
              <a:t>  Z,   X </a:t>
            </a:r>
            <a:r>
              <a:rPr lang="es-CO" sz="2400" b="1" i="1"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FF0000"/>
                </a:solidFill>
                <a:latin typeface="Arial" panose="020B0604020202020204" pitchFamily="34" charset="0"/>
                <a:cs typeface="Arial" panose="020B0604020202020204" pitchFamily="34" charset="0"/>
              </a:rPr>
              <a:t> Z</a:t>
            </a: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s-CO" sz="2400" b="1" i="1" dirty="0">
              <a:solidFill>
                <a:srgbClr val="FF0000"/>
              </a:solidFill>
              <a:latin typeface="Arial" panose="020B0604020202020204" pitchFamily="34" charset="0"/>
              <a:cs typeface="Arial" panose="020B0604020202020204" pitchFamily="34" charset="0"/>
            </a:endParaRP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b="1" i="1" dirty="0">
                <a:solidFill>
                  <a:srgbClr val="0230F2"/>
                </a:solidFill>
                <a:latin typeface="Arial" panose="020B0604020202020204" pitchFamily="34" charset="0"/>
                <a:cs typeface="Arial" panose="020B0604020202020204" pitchFamily="34" charset="0"/>
              </a:rPr>
              <a:t>Dependencias Parciales</a:t>
            </a: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Se dice que  X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Y  es una dependencia parcial cuando existe un descriptor  X’ </a:t>
            </a:r>
            <a:r>
              <a:rPr lang="es-CO" sz="2400" b="0" i="0" dirty="0">
                <a:solidFill>
                  <a:srgbClr val="040C28"/>
                </a:solidFill>
                <a:effectLst/>
                <a:latin typeface="Google Sans"/>
              </a:rPr>
              <a:t>⊂</a:t>
            </a:r>
            <a:r>
              <a:rPr lang="es-CO" sz="2400" dirty="0">
                <a:latin typeface="Arial" panose="020B0604020202020204" pitchFamily="34" charset="0"/>
                <a:cs typeface="Arial" panose="020B0604020202020204" pitchFamily="34" charset="0"/>
              </a:rPr>
              <a:t> X   tal que  X’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Y. </a:t>
            </a:r>
          </a:p>
          <a:p>
            <a:pPr marL="0" indent="0" algn="just" fontAlgn="auto">
              <a:lnSpc>
                <a:spcPct val="93000"/>
              </a:lnSpc>
              <a:buClr>
                <a:schemeClr val="accent3"/>
              </a:buClr>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Si no existe tal descriptor  X’ </a:t>
            </a:r>
            <a:r>
              <a:rPr lang="es-CO" sz="2400" b="0" i="0" dirty="0">
                <a:solidFill>
                  <a:srgbClr val="040C28"/>
                </a:solidFill>
                <a:effectLst/>
                <a:latin typeface="Google Sans"/>
              </a:rPr>
              <a:t>⊂</a:t>
            </a:r>
            <a:r>
              <a:rPr lang="es-CO" sz="2400" dirty="0">
                <a:latin typeface="Arial" panose="020B0604020202020204" pitchFamily="34" charset="0"/>
                <a:cs typeface="Arial" panose="020B0604020202020204" pitchFamily="34" charset="0"/>
              </a:rPr>
              <a:t> X  tal que  X’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Y, se dice que la dependencia es total.</a:t>
            </a:r>
          </a:p>
        </p:txBody>
      </p:sp>
    </p:spTree>
    <p:extLst>
      <p:ext uri="{BB962C8B-B14F-4D97-AF65-F5344CB8AC3E}">
        <p14:creationId xmlns:p14="http://schemas.microsoft.com/office/powerpoint/2010/main" val="266250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Dependencias Funcionales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2576218"/>
          </a:xfrm>
          <a:prstGeom prst="rect">
            <a:avLst/>
          </a:prstGeom>
          <a:noFill/>
        </p:spPr>
        <p:txBody>
          <a:bodyPr wrap="square" rtlCol="0">
            <a:spAutoFit/>
          </a:bodyPr>
          <a:lstStyle/>
          <a:p>
            <a:pPr>
              <a:lnSpc>
                <a:spcPct val="80000"/>
              </a:lnSpc>
              <a:spcAft>
                <a:spcPts val="400"/>
              </a:spcAft>
              <a:buFont typeface="Times New Roman" panose="02020603050405020304"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s-CO" sz="2400" b="1">
                <a:solidFill>
                  <a:srgbClr val="0230F2"/>
                </a:solidFill>
                <a:latin typeface="Arial" panose="020B0604020202020204" pitchFamily="34" charset="0"/>
                <a:cs typeface="Arial" panose="020B0604020202020204" pitchFamily="34" charset="0"/>
              </a:rPr>
              <a:t>GRAFO DE DEPENDENCIAS FUNCIONALES</a:t>
            </a:r>
          </a:p>
          <a:p>
            <a:pPr marL="0" indent="0" algn="just">
              <a:lnSpc>
                <a:spcPct val="92000"/>
              </a:lnSpc>
              <a:buFont typeface="Times New Roman" panose="02020603050405020304"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s-CO" sz="2400" dirty="0">
                <a:latin typeface="Arial" panose="020B0604020202020204" pitchFamily="34" charset="0"/>
                <a:cs typeface="Arial" panose="020B0604020202020204" pitchFamily="34" charset="0"/>
              </a:rPr>
              <a:t>Es un diagrama (grafo) que representa el contexto semántico observado en determinado universo, donde los nodos son atributos y los arcos representan dependencias entre nodos o agrupaciones (burbujas) de nodos.</a:t>
            </a:r>
          </a:p>
          <a:p>
            <a:pPr marL="0" indent="0" algn="just">
              <a:lnSpc>
                <a:spcPct val="92000"/>
              </a:lnSpc>
              <a:buFont typeface="Times New Roman" panose="02020603050405020304"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s-CO" sz="2400" dirty="0">
                <a:latin typeface="Arial" panose="020B0604020202020204" pitchFamily="34" charset="0"/>
                <a:cs typeface="Arial" panose="020B0604020202020204" pitchFamily="34" charset="0"/>
              </a:rPr>
              <a:t>Sean los atributos</a:t>
            </a:r>
            <a:r>
              <a:rPr lang="es-CO" sz="2400" b="1" dirty="0">
                <a:latin typeface="Arial" panose="020B0604020202020204" pitchFamily="34" charset="0"/>
                <a:cs typeface="Arial" panose="020B0604020202020204" pitchFamily="34" charset="0"/>
              </a:rPr>
              <a:t> </a:t>
            </a:r>
            <a:r>
              <a:rPr lang="es-CO" sz="2400" dirty="0">
                <a:solidFill>
                  <a:srgbClr val="0230F2"/>
                </a:solidFill>
                <a:latin typeface="Arial" panose="020B0604020202020204" pitchFamily="34" charset="0"/>
                <a:cs typeface="Arial" panose="020B0604020202020204" pitchFamily="34" charset="0"/>
              </a:rPr>
              <a:t>{</a:t>
            </a:r>
            <a:r>
              <a:rPr lang="es-CO" sz="2400" dirty="0" err="1">
                <a:solidFill>
                  <a:srgbClr val="0230F2"/>
                </a:solidFill>
                <a:latin typeface="Arial" panose="020B0604020202020204" pitchFamily="34" charset="0"/>
                <a:cs typeface="Arial" panose="020B0604020202020204" pitchFamily="34" charset="0"/>
              </a:rPr>
              <a:t>ccNro</a:t>
            </a:r>
            <a:r>
              <a:rPr lang="es-CO" sz="2400" dirty="0">
                <a:solidFill>
                  <a:srgbClr val="0230F2"/>
                </a:solidFill>
                <a:latin typeface="Arial" panose="020B0604020202020204" pitchFamily="34" charset="0"/>
                <a:cs typeface="Arial" panose="020B0604020202020204" pitchFamily="34" charset="0"/>
              </a:rPr>
              <a:t>, nombre, </a:t>
            </a:r>
            <a:r>
              <a:rPr lang="es-CO" sz="2400" dirty="0" err="1">
                <a:solidFill>
                  <a:srgbClr val="0230F2"/>
                </a:solidFill>
                <a:latin typeface="Arial" panose="020B0604020202020204" pitchFamily="34" charset="0"/>
                <a:cs typeface="Arial" panose="020B0604020202020204" pitchFamily="34" charset="0"/>
              </a:rPr>
              <a:t>pais</a:t>
            </a:r>
            <a:r>
              <a:rPr lang="es-CO" sz="2400" dirty="0">
                <a:solidFill>
                  <a:srgbClr val="0230F2"/>
                </a:solidFill>
                <a:latin typeface="Arial" panose="020B0604020202020204" pitchFamily="34" charset="0"/>
                <a:cs typeface="Arial" panose="020B0604020202020204" pitchFamily="34" charset="0"/>
              </a:rPr>
              <a:t>, ciudad, </a:t>
            </a:r>
            <a:r>
              <a:rPr lang="es-CO" sz="2400" dirty="0" err="1">
                <a:solidFill>
                  <a:srgbClr val="0230F2"/>
                </a:solidFill>
                <a:latin typeface="Arial" panose="020B0604020202020204" pitchFamily="34" charset="0"/>
                <a:cs typeface="Arial" panose="020B0604020202020204" pitchFamily="34" charset="0"/>
              </a:rPr>
              <a:t>codProducto</a:t>
            </a:r>
            <a:r>
              <a:rPr lang="es-CO" sz="2400" dirty="0">
                <a:solidFill>
                  <a:srgbClr val="0230F2"/>
                </a:solidFill>
                <a:latin typeface="Arial" panose="020B0604020202020204" pitchFamily="34" charset="0"/>
                <a:cs typeface="Arial" panose="020B0604020202020204" pitchFamily="34" charset="0"/>
              </a:rPr>
              <a:t>, </a:t>
            </a:r>
            <a:r>
              <a:rPr lang="es-CO" sz="2400" dirty="0" err="1">
                <a:solidFill>
                  <a:srgbClr val="0230F2"/>
                </a:solidFill>
                <a:latin typeface="Arial" panose="020B0604020202020204" pitchFamily="34" charset="0"/>
                <a:cs typeface="Arial" panose="020B0604020202020204" pitchFamily="34" charset="0"/>
              </a:rPr>
              <a:t>descripProd</a:t>
            </a:r>
            <a:r>
              <a:rPr lang="es-CO" sz="2400" dirty="0">
                <a:solidFill>
                  <a:srgbClr val="0230F2"/>
                </a:solidFill>
                <a:latin typeface="Arial" panose="020B0604020202020204" pitchFamily="34" charset="0"/>
                <a:cs typeface="Arial" panose="020B0604020202020204" pitchFamily="34" charset="0"/>
              </a:rPr>
              <a:t>, color, peso, </a:t>
            </a:r>
            <a:r>
              <a:rPr lang="es-CO" sz="2400" dirty="0" err="1">
                <a:solidFill>
                  <a:srgbClr val="0230F2"/>
                </a:solidFill>
                <a:latin typeface="Arial" panose="020B0604020202020204" pitchFamily="34" charset="0"/>
                <a:cs typeface="Arial" panose="020B0604020202020204" pitchFamily="34" charset="0"/>
              </a:rPr>
              <a:t>canti</a:t>
            </a:r>
            <a:r>
              <a:rPr lang="es-CO" sz="2400" dirty="0">
                <a:solidFill>
                  <a:srgbClr val="0230F2"/>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y las dependencias funcionales:</a:t>
            </a:r>
          </a:p>
        </p:txBody>
      </p:sp>
      <p:sp>
        <p:nvSpPr>
          <p:cNvPr id="17" name="Text Box 3">
            <a:extLst>
              <a:ext uri="{FF2B5EF4-FFF2-40B4-BE49-F238E27FC236}">
                <a16:creationId xmlns:a16="http://schemas.microsoft.com/office/drawing/2014/main" id="{56061E7B-8E39-8C1B-7D85-030E2CA03CB2}"/>
              </a:ext>
            </a:extLst>
          </p:cNvPr>
          <p:cNvSpPr txBox="1">
            <a:spLocks noChangeArrowheads="1"/>
          </p:cNvSpPr>
          <p:nvPr/>
        </p:nvSpPr>
        <p:spPr bwMode="auto">
          <a:xfrm>
            <a:off x="2396706" y="3997056"/>
            <a:ext cx="35052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r>
              <a:rPr lang="en-GB" sz="1900">
                <a:solidFill>
                  <a:srgbClr val="0230F2"/>
                </a:solidFill>
                <a:latin typeface="Arial" panose="020B0604020202020204" pitchFamily="34" charset="0"/>
              </a:rPr>
              <a:t>ccNro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nombre</a:t>
            </a:r>
          </a:p>
          <a:p>
            <a:pPr>
              <a:lnSpc>
                <a:spcPct val="95000"/>
              </a:lnSpc>
            </a:pPr>
            <a:r>
              <a:rPr lang="en-GB" sz="1900">
                <a:solidFill>
                  <a:srgbClr val="0230F2"/>
                </a:solidFill>
                <a:latin typeface="Arial" panose="020B0604020202020204" pitchFamily="34" charset="0"/>
              </a:rPr>
              <a:t>ccNro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pais</a:t>
            </a:r>
          </a:p>
          <a:p>
            <a:pPr>
              <a:lnSpc>
                <a:spcPct val="95000"/>
              </a:lnSpc>
            </a:pPr>
            <a:r>
              <a:rPr lang="en-GB" sz="1900">
                <a:solidFill>
                  <a:srgbClr val="0230F2"/>
                </a:solidFill>
                <a:latin typeface="Arial" panose="020B0604020202020204" pitchFamily="34" charset="0"/>
              </a:rPr>
              <a:t>ccNro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ciudad</a:t>
            </a:r>
          </a:p>
          <a:p>
            <a:pPr>
              <a:lnSpc>
                <a:spcPct val="95000"/>
              </a:lnSpc>
            </a:pPr>
            <a:r>
              <a:rPr lang="en-GB" sz="1900">
                <a:solidFill>
                  <a:srgbClr val="0230F2"/>
                </a:solidFill>
                <a:latin typeface="Arial" panose="020B0604020202020204" pitchFamily="34" charset="0"/>
              </a:rPr>
              <a:t>codProducto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descripProd</a:t>
            </a:r>
          </a:p>
          <a:p>
            <a:pPr>
              <a:lnSpc>
                <a:spcPct val="95000"/>
              </a:lnSpc>
            </a:pPr>
            <a:r>
              <a:rPr lang="en-GB" sz="1900">
                <a:solidFill>
                  <a:srgbClr val="0230F2"/>
                </a:solidFill>
                <a:latin typeface="Arial" panose="020B0604020202020204" pitchFamily="34" charset="0"/>
              </a:rPr>
              <a:t>codProducto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color</a:t>
            </a:r>
          </a:p>
          <a:p>
            <a:pPr>
              <a:lnSpc>
                <a:spcPct val="95000"/>
              </a:lnSpc>
            </a:pPr>
            <a:r>
              <a:rPr lang="en-GB" sz="1900">
                <a:solidFill>
                  <a:srgbClr val="0230F2"/>
                </a:solidFill>
                <a:latin typeface="Arial" panose="020B0604020202020204" pitchFamily="34" charset="0"/>
              </a:rPr>
              <a:t>codProducto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peso</a:t>
            </a:r>
          </a:p>
          <a:p>
            <a:pPr>
              <a:lnSpc>
                <a:spcPct val="95000"/>
              </a:lnSpc>
            </a:pPr>
            <a:r>
              <a:rPr lang="en-GB" sz="1900">
                <a:solidFill>
                  <a:srgbClr val="0230F2"/>
                </a:solidFill>
                <a:latin typeface="Arial" panose="020B0604020202020204" pitchFamily="34" charset="0"/>
              </a:rPr>
              <a:t>(ccNro , codProducto </a:t>
            </a:r>
            <a:r>
              <a:rPr lang="en-GB" sz="1900">
                <a:solidFill>
                  <a:srgbClr val="0230F2"/>
                </a:solidFill>
                <a:latin typeface="Symbol" panose="05050102010706020507" pitchFamily="18" charset="2"/>
              </a:rPr>
              <a:t></a:t>
            </a:r>
            <a:r>
              <a:rPr lang="en-GB" sz="1900">
                <a:solidFill>
                  <a:srgbClr val="0230F2"/>
                </a:solidFill>
                <a:latin typeface="Arial" panose="020B0604020202020204" pitchFamily="34" charset="0"/>
              </a:rPr>
              <a:t> canti</a:t>
            </a:r>
          </a:p>
        </p:txBody>
      </p:sp>
      <p:sp>
        <p:nvSpPr>
          <p:cNvPr id="18" name="Text Box 4">
            <a:extLst>
              <a:ext uri="{FF2B5EF4-FFF2-40B4-BE49-F238E27FC236}">
                <a16:creationId xmlns:a16="http://schemas.microsoft.com/office/drawing/2014/main" id="{0E9F6FEB-6453-0E76-7AA1-FFFF6D2C9F8E}"/>
              </a:ext>
            </a:extLst>
          </p:cNvPr>
          <p:cNvSpPr txBox="1">
            <a:spLocks noChangeArrowheads="1"/>
          </p:cNvSpPr>
          <p:nvPr/>
        </p:nvSpPr>
        <p:spPr bwMode="auto">
          <a:xfrm>
            <a:off x="6130506" y="4835256"/>
            <a:ext cx="8382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pPr algn="ctr">
              <a:spcBef>
                <a:spcPts val="1125"/>
              </a:spcBef>
            </a:pPr>
            <a:r>
              <a:rPr lang="en-GB" sz="1800">
                <a:solidFill>
                  <a:srgbClr val="0230F2"/>
                </a:solidFill>
                <a:latin typeface="Arial" panose="020B0604020202020204" pitchFamily="34" charset="0"/>
              </a:rPr>
              <a:t>canti</a:t>
            </a:r>
          </a:p>
        </p:txBody>
      </p:sp>
      <p:sp>
        <p:nvSpPr>
          <p:cNvPr id="19" name="Oval 5">
            <a:extLst>
              <a:ext uri="{FF2B5EF4-FFF2-40B4-BE49-F238E27FC236}">
                <a16:creationId xmlns:a16="http://schemas.microsoft.com/office/drawing/2014/main" id="{94228E65-866D-B94F-60D8-FD3BE96587E2}"/>
              </a:ext>
            </a:extLst>
          </p:cNvPr>
          <p:cNvSpPr>
            <a:spLocks noChangeArrowheads="1"/>
          </p:cNvSpPr>
          <p:nvPr/>
        </p:nvSpPr>
        <p:spPr bwMode="auto">
          <a:xfrm>
            <a:off x="7578306" y="3920856"/>
            <a:ext cx="1600200" cy="2362200"/>
          </a:xfrm>
          <a:prstGeom prst="ellipse">
            <a:avLst/>
          </a:prstGeom>
          <a:noFill/>
          <a:ln w="2844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s-CO"/>
          </a:p>
        </p:txBody>
      </p:sp>
      <p:sp>
        <p:nvSpPr>
          <p:cNvPr id="20" name="Text Box 6">
            <a:extLst>
              <a:ext uri="{FF2B5EF4-FFF2-40B4-BE49-F238E27FC236}">
                <a16:creationId xmlns:a16="http://schemas.microsoft.com/office/drawing/2014/main" id="{C3E53BA6-7585-EE08-3C4F-792E1615E61F}"/>
              </a:ext>
            </a:extLst>
          </p:cNvPr>
          <p:cNvSpPr txBox="1">
            <a:spLocks noChangeArrowheads="1"/>
          </p:cNvSpPr>
          <p:nvPr/>
        </p:nvSpPr>
        <p:spPr bwMode="auto">
          <a:xfrm>
            <a:off x="7959306" y="4378056"/>
            <a:ext cx="9906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pPr>
              <a:spcBef>
                <a:spcPts val="1125"/>
              </a:spcBef>
            </a:pPr>
            <a:r>
              <a:rPr lang="en-GB" sz="1800">
                <a:solidFill>
                  <a:srgbClr val="0230F2"/>
                </a:solidFill>
                <a:latin typeface="Arial" panose="020B0604020202020204" pitchFamily="34" charset="0"/>
              </a:rPr>
              <a:t>ccNro</a:t>
            </a:r>
          </a:p>
        </p:txBody>
      </p:sp>
      <p:sp>
        <p:nvSpPr>
          <p:cNvPr id="21" name="Text Box 7">
            <a:extLst>
              <a:ext uri="{FF2B5EF4-FFF2-40B4-BE49-F238E27FC236}">
                <a16:creationId xmlns:a16="http://schemas.microsoft.com/office/drawing/2014/main" id="{357048D1-E495-A9AF-906E-10E704202A80}"/>
              </a:ext>
            </a:extLst>
          </p:cNvPr>
          <p:cNvSpPr txBox="1">
            <a:spLocks noChangeArrowheads="1"/>
          </p:cNvSpPr>
          <p:nvPr/>
        </p:nvSpPr>
        <p:spPr bwMode="auto">
          <a:xfrm>
            <a:off x="7578306" y="5216256"/>
            <a:ext cx="14478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pPr algn="ctr">
              <a:spcBef>
                <a:spcPts val="1063"/>
              </a:spcBef>
            </a:pPr>
            <a:r>
              <a:rPr lang="en-GB" sz="1700">
                <a:solidFill>
                  <a:srgbClr val="0230F2"/>
                </a:solidFill>
                <a:latin typeface="Arial" panose="020B0604020202020204" pitchFamily="34" charset="0"/>
              </a:rPr>
              <a:t>codProducto</a:t>
            </a:r>
          </a:p>
        </p:txBody>
      </p:sp>
      <p:sp>
        <p:nvSpPr>
          <p:cNvPr id="22" name="Line 8">
            <a:extLst>
              <a:ext uri="{FF2B5EF4-FFF2-40B4-BE49-F238E27FC236}">
                <a16:creationId xmlns:a16="http://schemas.microsoft.com/office/drawing/2014/main" id="{47261C69-5A93-D397-5D77-923E00DDB4E7}"/>
              </a:ext>
            </a:extLst>
          </p:cNvPr>
          <p:cNvSpPr>
            <a:spLocks noChangeShapeType="1"/>
          </p:cNvSpPr>
          <p:nvPr/>
        </p:nvSpPr>
        <p:spPr bwMode="auto">
          <a:xfrm flipH="1">
            <a:off x="6806781" y="4987656"/>
            <a:ext cx="781050" cy="1587"/>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23" name="Text Box 9">
            <a:extLst>
              <a:ext uri="{FF2B5EF4-FFF2-40B4-BE49-F238E27FC236}">
                <a16:creationId xmlns:a16="http://schemas.microsoft.com/office/drawing/2014/main" id="{3D1FA037-A114-9F42-13B5-78C1F0B24C75}"/>
              </a:ext>
            </a:extLst>
          </p:cNvPr>
          <p:cNvSpPr txBox="1">
            <a:spLocks noChangeArrowheads="1"/>
          </p:cNvSpPr>
          <p:nvPr/>
        </p:nvSpPr>
        <p:spPr bwMode="auto">
          <a:xfrm>
            <a:off x="9635706" y="3997056"/>
            <a:ext cx="1066800"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pPr>
              <a:spcBef>
                <a:spcPts val="225"/>
              </a:spcBef>
            </a:pPr>
            <a:r>
              <a:rPr lang="en-GB" sz="1800">
                <a:solidFill>
                  <a:srgbClr val="0230F2"/>
                </a:solidFill>
                <a:latin typeface="Arial" panose="020B0604020202020204" pitchFamily="34" charset="0"/>
              </a:rPr>
              <a:t>Nombre</a:t>
            </a:r>
          </a:p>
          <a:p>
            <a:pPr>
              <a:lnSpc>
                <a:spcPct val="95000"/>
              </a:lnSpc>
              <a:spcBef>
                <a:spcPts val="225"/>
              </a:spcBef>
            </a:pPr>
            <a:r>
              <a:rPr lang="en-GB" sz="1800">
                <a:solidFill>
                  <a:srgbClr val="0230F2"/>
                </a:solidFill>
                <a:latin typeface="Arial" panose="020B0604020202020204" pitchFamily="34" charset="0"/>
              </a:rPr>
              <a:t>Pais</a:t>
            </a:r>
          </a:p>
          <a:p>
            <a:pPr>
              <a:lnSpc>
                <a:spcPct val="95000"/>
              </a:lnSpc>
              <a:spcBef>
                <a:spcPts val="225"/>
              </a:spcBef>
            </a:pPr>
            <a:r>
              <a:rPr lang="en-GB" sz="1800">
                <a:solidFill>
                  <a:srgbClr val="0230F2"/>
                </a:solidFill>
                <a:latin typeface="Arial" panose="020B0604020202020204" pitchFamily="34" charset="0"/>
              </a:rPr>
              <a:t>ciudad</a:t>
            </a:r>
          </a:p>
        </p:txBody>
      </p:sp>
      <p:sp>
        <p:nvSpPr>
          <p:cNvPr id="24" name="Text Box 10">
            <a:extLst>
              <a:ext uri="{FF2B5EF4-FFF2-40B4-BE49-F238E27FC236}">
                <a16:creationId xmlns:a16="http://schemas.microsoft.com/office/drawing/2014/main" id="{561001A2-E064-A091-A09A-FA232D14EB0B}"/>
              </a:ext>
            </a:extLst>
          </p:cNvPr>
          <p:cNvSpPr txBox="1">
            <a:spLocks noChangeArrowheads="1"/>
          </p:cNvSpPr>
          <p:nvPr/>
        </p:nvSpPr>
        <p:spPr bwMode="auto">
          <a:xfrm>
            <a:off x="9711906" y="5063856"/>
            <a:ext cx="1524000"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cs typeface="DejaVu Sans" panose="020B0603030804020204" pitchFamily="34" charset="0"/>
              </a:defRPr>
            </a:lvl9pPr>
          </a:lstStyle>
          <a:p>
            <a:pPr>
              <a:spcBef>
                <a:spcPts val="225"/>
              </a:spcBef>
            </a:pPr>
            <a:r>
              <a:rPr lang="en-GB" sz="1800">
                <a:solidFill>
                  <a:srgbClr val="0230F2"/>
                </a:solidFill>
                <a:latin typeface="Arial" panose="020B0604020202020204" pitchFamily="34" charset="0"/>
              </a:rPr>
              <a:t>descripProd</a:t>
            </a:r>
          </a:p>
          <a:p>
            <a:pPr>
              <a:lnSpc>
                <a:spcPct val="95000"/>
              </a:lnSpc>
              <a:spcBef>
                <a:spcPts val="225"/>
              </a:spcBef>
            </a:pPr>
            <a:r>
              <a:rPr lang="en-GB" sz="1800">
                <a:solidFill>
                  <a:srgbClr val="0230F2"/>
                </a:solidFill>
                <a:latin typeface="Arial" panose="020B0604020202020204" pitchFamily="34" charset="0"/>
              </a:rPr>
              <a:t>Color</a:t>
            </a:r>
          </a:p>
          <a:p>
            <a:pPr>
              <a:lnSpc>
                <a:spcPct val="95000"/>
              </a:lnSpc>
              <a:spcBef>
                <a:spcPts val="225"/>
              </a:spcBef>
            </a:pPr>
            <a:r>
              <a:rPr lang="en-GB" sz="1800">
                <a:solidFill>
                  <a:srgbClr val="0230F2"/>
                </a:solidFill>
                <a:latin typeface="Arial" panose="020B0604020202020204" pitchFamily="34" charset="0"/>
              </a:rPr>
              <a:t>peso</a:t>
            </a:r>
          </a:p>
        </p:txBody>
      </p:sp>
      <p:sp>
        <p:nvSpPr>
          <p:cNvPr id="25" name="Line 11">
            <a:extLst>
              <a:ext uri="{FF2B5EF4-FFF2-40B4-BE49-F238E27FC236}">
                <a16:creationId xmlns:a16="http://schemas.microsoft.com/office/drawing/2014/main" id="{464F4099-77F3-3137-C709-9E7D1A19B1D7}"/>
              </a:ext>
            </a:extLst>
          </p:cNvPr>
          <p:cNvSpPr>
            <a:spLocks noChangeShapeType="1"/>
          </p:cNvSpPr>
          <p:nvPr/>
        </p:nvSpPr>
        <p:spPr bwMode="auto">
          <a:xfrm flipV="1">
            <a:off x="8721306" y="4139931"/>
            <a:ext cx="990600" cy="32385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26" name="Line 12">
            <a:extLst>
              <a:ext uri="{FF2B5EF4-FFF2-40B4-BE49-F238E27FC236}">
                <a16:creationId xmlns:a16="http://schemas.microsoft.com/office/drawing/2014/main" id="{ECF5121F-7E91-4606-981D-0E420F148AB4}"/>
              </a:ext>
            </a:extLst>
          </p:cNvPr>
          <p:cNvSpPr>
            <a:spLocks noChangeShapeType="1"/>
          </p:cNvSpPr>
          <p:nvPr/>
        </p:nvSpPr>
        <p:spPr bwMode="auto">
          <a:xfrm flipV="1">
            <a:off x="8721306" y="4444731"/>
            <a:ext cx="990600" cy="9525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27" name="Line 13">
            <a:extLst>
              <a:ext uri="{FF2B5EF4-FFF2-40B4-BE49-F238E27FC236}">
                <a16:creationId xmlns:a16="http://schemas.microsoft.com/office/drawing/2014/main" id="{6FE8793F-02BD-8362-1DE3-2EDEA563E5F4}"/>
              </a:ext>
            </a:extLst>
          </p:cNvPr>
          <p:cNvSpPr>
            <a:spLocks noChangeShapeType="1"/>
          </p:cNvSpPr>
          <p:nvPr/>
        </p:nvSpPr>
        <p:spPr bwMode="auto">
          <a:xfrm>
            <a:off x="8721306" y="4606656"/>
            <a:ext cx="990600" cy="15240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28" name="Line 14">
            <a:extLst>
              <a:ext uri="{FF2B5EF4-FFF2-40B4-BE49-F238E27FC236}">
                <a16:creationId xmlns:a16="http://schemas.microsoft.com/office/drawing/2014/main" id="{D791FF26-FAC8-8F5A-9278-EDC4D9DA1D43}"/>
              </a:ext>
            </a:extLst>
          </p:cNvPr>
          <p:cNvSpPr>
            <a:spLocks noChangeShapeType="1"/>
          </p:cNvSpPr>
          <p:nvPr/>
        </p:nvSpPr>
        <p:spPr bwMode="auto">
          <a:xfrm flipV="1">
            <a:off x="8949906" y="5206731"/>
            <a:ext cx="838200" cy="17145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29" name="Line 15">
            <a:extLst>
              <a:ext uri="{FF2B5EF4-FFF2-40B4-BE49-F238E27FC236}">
                <a16:creationId xmlns:a16="http://schemas.microsoft.com/office/drawing/2014/main" id="{E0ABD887-F65C-B9A3-F9FE-0A1AD8FAA955}"/>
              </a:ext>
            </a:extLst>
          </p:cNvPr>
          <p:cNvSpPr>
            <a:spLocks noChangeShapeType="1"/>
          </p:cNvSpPr>
          <p:nvPr/>
        </p:nvSpPr>
        <p:spPr bwMode="auto">
          <a:xfrm>
            <a:off x="8949906" y="5444856"/>
            <a:ext cx="838200" cy="7620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
        <p:nvSpPr>
          <p:cNvPr id="30" name="Line 16">
            <a:extLst>
              <a:ext uri="{FF2B5EF4-FFF2-40B4-BE49-F238E27FC236}">
                <a16:creationId xmlns:a16="http://schemas.microsoft.com/office/drawing/2014/main" id="{10F1A9C2-C820-AC91-1585-632C62488C21}"/>
              </a:ext>
            </a:extLst>
          </p:cNvPr>
          <p:cNvSpPr>
            <a:spLocks noChangeShapeType="1"/>
          </p:cNvSpPr>
          <p:nvPr/>
        </p:nvSpPr>
        <p:spPr bwMode="auto">
          <a:xfrm>
            <a:off x="8873706" y="5521056"/>
            <a:ext cx="914400" cy="304800"/>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s-CO"/>
          </a:p>
        </p:txBody>
      </p:sp>
    </p:spTree>
    <p:extLst>
      <p:ext uri="{BB962C8B-B14F-4D97-AF65-F5344CB8AC3E}">
        <p14:creationId xmlns:p14="http://schemas.microsoft.com/office/powerpoint/2010/main" val="653029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Axiomas de Armstrong</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79797"/>
          </a:xfrm>
          <a:prstGeom prst="rect">
            <a:avLst/>
          </a:prstGeom>
          <a:noFill/>
        </p:spPr>
        <p:txBody>
          <a:bodyPr wrap="square" rtlCol="0">
            <a:spAutoFit/>
          </a:bodyPr>
          <a:lstStyle/>
          <a:p>
            <a:pPr marL="0" indent="0" algn="just" fontAlgn="auto">
              <a:lnSpc>
                <a:spcPct val="105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De un esquema </a:t>
            </a:r>
            <a:r>
              <a:rPr lang="es-CO" sz="2400" b="1" dirty="0">
                <a:solidFill>
                  <a:srgbClr val="0230F2"/>
                </a:solidFill>
                <a:latin typeface="Arial" panose="020B0604020202020204" pitchFamily="34" charset="0"/>
                <a:cs typeface="Arial" panose="020B0604020202020204" pitchFamily="34" charset="0"/>
              </a:rPr>
              <a:t>R(A, DF)</a:t>
            </a:r>
            <a:r>
              <a:rPr lang="es-CO" sz="2400" b="1" dirty="0">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es posible deducir (o inferir) nuevas dependencias funcionales. Las nuevas dependencias </a:t>
            </a:r>
            <a:r>
              <a:rPr lang="es-CO" sz="2400" b="1" dirty="0">
                <a:solidFill>
                  <a:srgbClr val="0230F2"/>
                </a:solidFill>
                <a:latin typeface="Arial" panose="020B0604020202020204" pitchFamily="34" charset="0"/>
                <a:cs typeface="Arial" panose="020B0604020202020204" pitchFamily="34" charset="0"/>
              </a:rPr>
              <a:t>f</a:t>
            </a:r>
            <a:r>
              <a:rPr lang="es-CO" sz="2400" dirty="0">
                <a:latin typeface="Arial" panose="020B0604020202020204" pitchFamily="34" charset="0"/>
                <a:cs typeface="Arial" panose="020B0604020202020204" pitchFamily="34" charset="0"/>
              </a:rPr>
              <a:t> que se cumplen para cualquier extensión </a:t>
            </a:r>
            <a:r>
              <a:rPr lang="es-CO" sz="2400" b="1" dirty="0">
                <a:solidFill>
                  <a:srgbClr val="0230F2"/>
                </a:solidFill>
                <a:latin typeface="Arial" panose="020B0604020202020204" pitchFamily="34" charset="0"/>
                <a:cs typeface="Arial" panose="020B0604020202020204" pitchFamily="34" charset="0"/>
              </a:rPr>
              <a:t>r</a:t>
            </a:r>
            <a:r>
              <a:rPr lang="es-CO" sz="2400" dirty="0">
                <a:latin typeface="Arial" panose="020B0604020202020204" pitchFamily="34" charset="0"/>
                <a:cs typeface="Arial" panose="020B0604020202020204" pitchFamily="34" charset="0"/>
              </a:rPr>
              <a:t> de </a:t>
            </a:r>
            <a:r>
              <a:rPr lang="es-CO" sz="2400" b="1" dirty="0">
                <a:solidFill>
                  <a:srgbClr val="0230F2"/>
                </a:solidFill>
                <a:latin typeface="Arial" panose="020B0604020202020204" pitchFamily="34" charset="0"/>
                <a:cs typeface="Arial" panose="020B0604020202020204" pitchFamily="34" charset="0"/>
              </a:rPr>
              <a:t>R</a:t>
            </a:r>
            <a:r>
              <a:rPr lang="es-CO" sz="2400" dirty="0">
                <a:latin typeface="Arial" panose="020B0604020202020204" pitchFamily="34" charset="0"/>
                <a:cs typeface="Arial" panose="020B0604020202020204" pitchFamily="34" charset="0"/>
              </a:rPr>
              <a:t>, son consecuencia lógica de </a:t>
            </a:r>
            <a:r>
              <a:rPr lang="es-CO" sz="2400" b="1" dirty="0">
                <a:solidFill>
                  <a:srgbClr val="0230F2"/>
                </a:solidFill>
                <a:latin typeface="Arial" panose="020B0604020202020204" pitchFamily="34" charset="0"/>
                <a:cs typeface="Arial" panose="020B0604020202020204" pitchFamily="34" charset="0"/>
              </a:rPr>
              <a:t>DF</a:t>
            </a:r>
            <a:r>
              <a:rPr lang="es-CO" sz="2400" dirty="0">
                <a:latin typeface="Arial" panose="020B0604020202020204" pitchFamily="34" charset="0"/>
                <a:cs typeface="Arial" panose="020B0604020202020204" pitchFamily="34" charset="0"/>
              </a:rPr>
              <a:t>.</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s-CO" sz="2400" dirty="0">
              <a:latin typeface="Arial" panose="020B0604020202020204" pitchFamily="34" charset="0"/>
              <a:cs typeface="Arial" panose="020B0604020202020204" pitchFamily="34" charset="0"/>
            </a:endParaRP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1. </a:t>
            </a:r>
            <a:r>
              <a:rPr lang="es-CO" sz="2400" dirty="0">
                <a:solidFill>
                  <a:srgbClr val="FF0000"/>
                </a:solidFill>
                <a:latin typeface="Arial" panose="020B0604020202020204" pitchFamily="34" charset="0"/>
                <a:cs typeface="Arial" panose="020B0604020202020204" pitchFamily="34" charset="0"/>
              </a:rPr>
              <a:t>REFLEXIVIDAD</a:t>
            </a:r>
            <a:r>
              <a:rPr lang="es-CO" sz="2400" dirty="0">
                <a:latin typeface="Arial" panose="020B0604020202020204" pitchFamily="34" charset="0"/>
                <a:cs typeface="Arial" panose="020B0604020202020204" pitchFamily="34" charset="0"/>
              </a:rPr>
              <a:t>: Si  X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Y, entonces  </a:t>
            </a:r>
            <a:r>
              <a:rPr lang="es-CO" sz="2400" b="1" i="1" dirty="0">
                <a:solidFill>
                  <a:srgbClr val="0230F2"/>
                </a:solidFill>
                <a:latin typeface="Arial" panose="020B0604020202020204" pitchFamily="34" charset="0"/>
                <a:cs typeface="Arial" panose="020B0604020202020204" pitchFamily="34" charset="0"/>
              </a:rPr>
              <a:t>X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Y</a:t>
            </a:r>
            <a:r>
              <a:rPr lang="es-CO" sz="2400" dirty="0">
                <a:latin typeface="Arial" panose="020B0604020202020204" pitchFamily="34" charset="0"/>
                <a:cs typeface="Arial" panose="020B0604020202020204" pitchFamily="34" charset="0"/>
              </a:rPr>
              <a:t> </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2. </a:t>
            </a:r>
            <a:r>
              <a:rPr lang="es-CO" sz="2400" dirty="0">
                <a:solidFill>
                  <a:srgbClr val="FF0000"/>
                </a:solidFill>
                <a:latin typeface="Arial" panose="020B0604020202020204" pitchFamily="34" charset="0"/>
                <a:cs typeface="Arial" panose="020B0604020202020204" pitchFamily="34" charset="0"/>
              </a:rPr>
              <a:t>AUMENTATIVIDAD</a:t>
            </a:r>
            <a:r>
              <a:rPr lang="es-CO" sz="2400" dirty="0">
                <a:latin typeface="Arial" panose="020B0604020202020204" pitchFamily="34" charset="0"/>
                <a:cs typeface="Arial" panose="020B0604020202020204" pitchFamily="34" charset="0"/>
              </a:rPr>
              <a:t>: Si  </a:t>
            </a:r>
            <a:r>
              <a:rPr lang="es-CO" sz="2400" i="1" dirty="0">
                <a:latin typeface="Arial" panose="020B0604020202020204" pitchFamily="34" charset="0"/>
                <a:cs typeface="Arial" panose="020B0604020202020204" pitchFamily="34" charset="0"/>
              </a:rPr>
              <a:t>X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Y</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W </a:t>
            </a:r>
            <a:r>
              <a:rPr lang="es-CO" sz="2400"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Z, </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								  entonces  </a:t>
            </a:r>
            <a:r>
              <a:rPr lang="es-CO" sz="2400" b="1" i="1" dirty="0">
                <a:solidFill>
                  <a:srgbClr val="0230F2"/>
                </a:solidFill>
                <a:latin typeface="Arial" panose="020B0604020202020204" pitchFamily="34" charset="0"/>
                <a:cs typeface="Arial" panose="020B0604020202020204" pitchFamily="34" charset="0"/>
              </a:rPr>
              <a:t>XW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YZ</a:t>
            </a:r>
            <a:r>
              <a:rPr lang="es-CO" sz="2400" dirty="0">
                <a:latin typeface="Arial" panose="020B0604020202020204" pitchFamily="34" charset="0"/>
                <a:cs typeface="Arial" panose="020B0604020202020204" pitchFamily="34" charset="0"/>
              </a:rPr>
              <a:t> </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3. </a:t>
            </a:r>
            <a:r>
              <a:rPr lang="es-CO" sz="2400" dirty="0">
                <a:solidFill>
                  <a:srgbClr val="FF0000"/>
                </a:solidFill>
                <a:latin typeface="Arial" panose="020B0604020202020204" pitchFamily="34" charset="0"/>
                <a:cs typeface="Arial" panose="020B0604020202020204" pitchFamily="34" charset="0"/>
              </a:rPr>
              <a:t>TRANSITIVIDAD</a:t>
            </a:r>
            <a:r>
              <a:rPr lang="es-CO" sz="2400" dirty="0">
                <a:latin typeface="Arial" panose="020B0604020202020204" pitchFamily="34" charset="0"/>
                <a:cs typeface="Arial" panose="020B0604020202020204" pitchFamily="34" charset="0"/>
              </a:rPr>
              <a:t>: Si   </a:t>
            </a:r>
            <a:r>
              <a:rPr lang="es-CO" sz="2400" i="1" dirty="0">
                <a:latin typeface="Arial" panose="020B0604020202020204" pitchFamily="34" charset="0"/>
                <a:cs typeface="Arial" panose="020B0604020202020204" pitchFamily="34" charset="0"/>
              </a:rPr>
              <a:t>X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Y</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a:t>
            </a:r>
            <a:r>
              <a:rPr lang="es-CO" sz="2400" i="1" dirty="0" err="1">
                <a:latin typeface="Arial" panose="020B0604020202020204" pitchFamily="34" charset="0"/>
                <a:cs typeface="Arial" panose="020B0604020202020204" pitchFamily="34" charset="0"/>
              </a:rPr>
              <a:t>Y</a:t>
            </a:r>
            <a:r>
              <a:rPr lang="es-CO" sz="2400" i="1" dirty="0">
                <a:latin typeface="Arial" panose="020B0604020202020204" pitchFamily="34" charset="0"/>
                <a:cs typeface="Arial" panose="020B0604020202020204" pitchFamily="34" charset="0"/>
              </a:rPr>
              <a:t>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Z</a:t>
            </a:r>
            <a:r>
              <a:rPr lang="es-CO" sz="2400" dirty="0">
                <a:latin typeface="Arial" panose="020B0604020202020204" pitchFamily="34" charset="0"/>
                <a:cs typeface="Arial" panose="020B0604020202020204" pitchFamily="34" charset="0"/>
              </a:rPr>
              <a:t>   entonces  </a:t>
            </a:r>
            <a:r>
              <a:rPr lang="es-CO" sz="2400" b="1" i="1" dirty="0">
                <a:solidFill>
                  <a:srgbClr val="0230F2"/>
                </a:solidFill>
                <a:latin typeface="Arial" panose="020B0604020202020204" pitchFamily="34" charset="0"/>
                <a:cs typeface="Arial" panose="020B0604020202020204" pitchFamily="34" charset="0"/>
              </a:rPr>
              <a:t>X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Z</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4. </a:t>
            </a:r>
            <a:r>
              <a:rPr lang="es-CO" sz="2400" dirty="0">
                <a:solidFill>
                  <a:srgbClr val="FF0000"/>
                </a:solidFill>
                <a:latin typeface="Arial" panose="020B0604020202020204" pitchFamily="34" charset="0"/>
                <a:cs typeface="Arial" panose="020B0604020202020204" pitchFamily="34" charset="0"/>
              </a:rPr>
              <a:t>PSEUDOTRANSITIVIDAD</a:t>
            </a:r>
            <a:r>
              <a:rPr lang="es-CO" sz="2400" dirty="0">
                <a:latin typeface="Arial" panose="020B0604020202020204" pitchFamily="34" charset="0"/>
                <a:cs typeface="Arial" panose="020B0604020202020204" pitchFamily="34" charset="0"/>
              </a:rPr>
              <a:t>: Si </a:t>
            </a:r>
            <a:r>
              <a:rPr lang="es-CO" sz="2400" i="1" dirty="0">
                <a:latin typeface="Arial" panose="020B0604020202020204" pitchFamily="34" charset="0"/>
                <a:cs typeface="Arial" panose="020B0604020202020204" pitchFamily="34" charset="0"/>
              </a:rPr>
              <a:t>X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dirty="0">
                <a:latin typeface="Arial" panose="020B0604020202020204" pitchFamily="34" charset="0"/>
                <a:cs typeface="Arial" panose="020B0604020202020204" pitchFamily="34" charset="0"/>
              </a:rPr>
              <a:t> </a:t>
            </a:r>
            <a:r>
              <a:rPr lang="es-CO" sz="2400" i="1" dirty="0">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a:t>
            </a:r>
            <a:r>
              <a:rPr lang="es-CO" sz="2400" i="1" dirty="0">
                <a:latin typeface="Arial" panose="020B0604020202020204" pitchFamily="34" charset="0"/>
                <a:cs typeface="Arial" panose="020B0604020202020204" pitchFamily="34" charset="0"/>
              </a:rPr>
              <a:t>W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Z</a:t>
            </a:r>
            <a:r>
              <a:rPr lang="es-CO" sz="2400" dirty="0">
                <a:latin typeface="Arial" panose="020B0604020202020204" pitchFamily="34" charset="0"/>
                <a:cs typeface="Arial" panose="020B0604020202020204" pitchFamily="34" charset="0"/>
              </a:rPr>
              <a:t>, </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										  entonces </a:t>
            </a:r>
            <a:r>
              <a:rPr lang="es-CO" sz="2400" b="1" i="1" dirty="0">
                <a:solidFill>
                  <a:srgbClr val="0230F2"/>
                </a:solidFill>
                <a:latin typeface="Arial" panose="020B0604020202020204" pitchFamily="34" charset="0"/>
                <a:cs typeface="Arial" panose="020B0604020202020204" pitchFamily="34" charset="0"/>
              </a:rPr>
              <a:t>XW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Z</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5. </a:t>
            </a:r>
            <a:r>
              <a:rPr lang="es-CO" sz="2400" dirty="0">
                <a:solidFill>
                  <a:srgbClr val="FF0000"/>
                </a:solidFill>
                <a:latin typeface="Arial" panose="020B0604020202020204" pitchFamily="34" charset="0"/>
                <a:cs typeface="Arial" panose="020B0604020202020204" pitchFamily="34" charset="0"/>
              </a:rPr>
              <a:t>UNION</a:t>
            </a:r>
            <a:r>
              <a:rPr lang="es-CO" sz="2400" dirty="0">
                <a:latin typeface="Arial" panose="020B0604020202020204" pitchFamily="34" charset="0"/>
                <a:cs typeface="Arial" panose="020B0604020202020204" pitchFamily="34" charset="0"/>
              </a:rPr>
              <a:t>: Si  </a:t>
            </a:r>
            <a:r>
              <a:rPr lang="es-CO" sz="2400" i="1" dirty="0">
                <a:latin typeface="Arial" panose="020B0604020202020204" pitchFamily="34" charset="0"/>
                <a:cs typeface="Arial" panose="020B0604020202020204" pitchFamily="34" charset="0"/>
              </a:rPr>
              <a:t>X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Y</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a:t>
            </a:r>
            <a:r>
              <a:rPr lang="es-CO" sz="2400" i="1" dirty="0">
                <a:latin typeface="Arial" panose="020B0604020202020204" pitchFamily="34" charset="0"/>
                <a:cs typeface="Arial" panose="020B0604020202020204" pitchFamily="34" charset="0"/>
              </a:rPr>
              <a:t>X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Z</a:t>
            </a:r>
            <a:r>
              <a:rPr lang="es-CO" sz="2400" dirty="0">
                <a:latin typeface="Arial" panose="020B0604020202020204" pitchFamily="34" charset="0"/>
                <a:cs typeface="Arial" panose="020B0604020202020204" pitchFamily="34" charset="0"/>
              </a:rPr>
              <a:t>  entonces  </a:t>
            </a:r>
            <a:r>
              <a:rPr lang="es-CO" sz="2400" b="1" i="1" dirty="0">
                <a:solidFill>
                  <a:srgbClr val="0230F2"/>
                </a:solidFill>
                <a:latin typeface="Arial" panose="020B0604020202020204" pitchFamily="34" charset="0"/>
                <a:cs typeface="Arial" panose="020B0604020202020204" pitchFamily="34" charset="0"/>
              </a:rPr>
              <a:t>X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YZ</a:t>
            </a:r>
            <a:r>
              <a:rPr lang="es-CO" sz="2400" dirty="0">
                <a:latin typeface="Arial" panose="020B0604020202020204" pitchFamily="34" charset="0"/>
                <a:cs typeface="Arial" panose="020B0604020202020204" pitchFamily="34" charset="0"/>
              </a:rPr>
              <a:t> </a:t>
            </a:r>
          </a:p>
          <a:p>
            <a:pPr marL="274320" indent="-274320" fontAlgn="auto">
              <a:lnSpc>
                <a:spcPct val="80000"/>
              </a:lnSpc>
              <a:spcBef>
                <a:spcPts val="500"/>
              </a:spcBef>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dirty="0">
                <a:latin typeface="Arial" panose="020B0604020202020204" pitchFamily="34" charset="0"/>
                <a:cs typeface="Arial" panose="020B0604020202020204" pitchFamily="34" charset="0"/>
              </a:rPr>
              <a:t>6. </a:t>
            </a:r>
            <a:r>
              <a:rPr lang="es-CO" sz="2400" dirty="0">
                <a:solidFill>
                  <a:srgbClr val="FF0000"/>
                </a:solidFill>
                <a:latin typeface="Arial" panose="020B0604020202020204" pitchFamily="34" charset="0"/>
                <a:cs typeface="Arial" panose="020B0604020202020204" pitchFamily="34" charset="0"/>
              </a:rPr>
              <a:t>DESCOMPOSICION</a:t>
            </a:r>
            <a:r>
              <a:rPr lang="es-CO" sz="2400" dirty="0">
                <a:latin typeface="Arial" panose="020B0604020202020204" pitchFamily="34" charset="0"/>
                <a:cs typeface="Arial" panose="020B0604020202020204" pitchFamily="34" charset="0"/>
              </a:rPr>
              <a:t>: Si </a:t>
            </a:r>
            <a:r>
              <a:rPr lang="es-CO" sz="2400" i="1" dirty="0">
                <a:latin typeface="Arial" panose="020B0604020202020204" pitchFamily="34" charset="0"/>
                <a:cs typeface="Arial" panose="020B0604020202020204" pitchFamily="34" charset="0"/>
              </a:rPr>
              <a:t>X </a:t>
            </a:r>
            <a:r>
              <a:rPr lang="es-CO" sz="2400" i="1" dirty="0">
                <a:latin typeface="Arial" panose="020B0604020202020204" pitchFamily="34" charset="0"/>
                <a:cs typeface="Arial" panose="020B0604020202020204" pitchFamily="34" charset="0"/>
                <a:sym typeface="Wingdings" panose="05000000000000000000" pitchFamily="2" charset="2"/>
              </a:rPr>
              <a:t></a:t>
            </a:r>
            <a:r>
              <a:rPr lang="es-CO" sz="2400" i="1" dirty="0">
                <a:latin typeface="Arial" panose="020B0604020202020204" pitchFamily="34" charset="0"/>
                <a:cs typeface="Arial" panose="020B0604020202020204" pitchFamily="34" charset="0"/>
              </a:rPr>
              <a:t> YZ</a:t>
            </a:r>
            <a:r>
              <a:rPr lang="es-CO" sz="2400" dirty="0">
                <a:latin typeface="Arial" panose="020B0604020202020204" pitchFamily="34" charset="0"/>
                <a:cs typeface="Arial" panose="020B0604020202020204" pitchFamily="34" charset="0"/>
              </a:rPr>
              <a:t>,  entonces </a:t>
            </a:r>
            <a:r>
              <a:rPr lang="es-CO" sz="2400" b="1" i="1" dirty="0">
                <a:solidFill>
                  <a:srgbClr val="0230F2"/>
                </a:solidFill>
                <a:latin typeface="Arial" panose="020B0604020202020204" pitchFamily="34" charset="0"/>
                <a:cs typeface="Arial" panose="020B0604020202020204" pitchFamily="34" charset="0"/>
              </a:rPr>
              <a:t>X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Y</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y</a:t>
            </a:r>
            <a:r>
              <a:rPr lang="es-CO" sz="2400" dirty="0">
                <a:latin typeface="Arial" panose="020B0604020202020204" pitchFamily="34" charset="0"/>
                <a:cs typeface="Arial" panose="020B0604020202020204" pitchFamily="34" charset="0"/>
              </a:rPr>
              <a:t>  </a:t>
            </a:r>
            <a:r>
              <a:rPr lang="es-CO" sz="2400" b="1" i="1" dirty="0">
                <a:solidFill>
                  <a:srgbClr val="0230F2"/>
                </a:solidFill>
                <a:latin typeface="Arial" panose="020B0604020202020204" pitchFamily="34" charset="0"/>
                <a:cs typeface="Arial" panose="020B0604020202020204" pitchFamily="34" charset="0"/>
              </a:rPr>
              <a:t>X </a:t>
            </a:r>
            <a:r>
              <a:rPr lang="es-CO" sz="2400" b="1" i="1" dirty="0">
                <a:solidFill>
                  <a:srgbClr val="0230F2"/>
                </a:solidFill>
                <a:latin typeface="Arial" panose="020B0604020202020204" pitchFamily="34" charset="0"/>
                <a:cs typeface="Arial" panose="020B0604020202020204" pitchFamily="34" charset="0"/>
                <a:sym typeface="Wingdings" panose="05000000000000000000" pitchFamily="2" charset="2"/>
              </a:rPr>
              <a:t></a:t>
            </a:r>
            <a:r>
              <a:rPr lang="es-CO" sz="2400" b="1" i="1" dirty="0">
                <a:solidFill>
                  <a:srgbClr val="0230F2"/>
                </a:solidFill>
                <a:latin typeface="Arial" panose="020B0604020202020204" pitchFamily="34" charset="0"/>
                <a:cs typeface="Arial" panose="020B0604020202020204" pitchFamily="34" charset="0"/>
              </a:rPr>
              <a:t> Z</a:t>
            </a:r>
            <a:r>
              <a:rPr lang="es-CO" sz="2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7068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Axiomas de Armstrong</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3724096"/>
          </a:xfrm>
          <a:prstGeom prst="rect">
            <a:avLst/>
          </a:prstGeom>
          <a:noFill/>
        </p:spPr>
        <p:txBody>
          <a:bodyPr wrap="square" rtlCol="0">
            <a:spAutoFit/>
          </a:bodyPr>
          <a:lstStyle/>
          <a:p>
            <a:pPr marL="355600" indent="-355600" fontAlgn="auto">
              <a:spcBef>
                <a:spcPts val="1200"/>
              </a:spcBef>
              <a:buClr>
                <a:srgbClr val="000099"/>
              </a:buClr>
              <a:buFont typeface="Wingdings" panose="05000000000000000000" pitchFamily="2" charset="2"/>
              <a:buChar char="v"/>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400">
                <a:latin typeface="Arial" panose="020B0604020202020204" pitchFamily="34" charset="0"/>
                <a:cs typeface="Arial" panose="020B0604020202020204" pitchFamily="34" charset="0"/>
              </a:rPr>
              <a:t>Estas reglas son seguras porque no generan Dependencias Funcionales incorrectas. </a:t>
            </a:r>
            <a:r>
              <a:rPr lang="es-CO" sz="2400" dirty="0">
                <a:latin typeface="Arial" panose="020B0604020202020204" pitchFamily="34" charset="0"/>
                <a:cs typeface="Arial" panose="020B0604020202020204" pitchFamily="34" charset="0"/>
              </a:rPr>
              <a:t>(Correctas: cualquier D.F. inferida se cumple en R)</a:t>
            </a:r>
          </a:p>
          <a:p>
            <a:pPr marL="355600" indent="-355600" algn="l">
              <a:spcBef>
                <a:spcPts val="1200"/>
              </a:spcBef>
              <a:buClr>
                <a:srgbClr val="000099"/>
              </a:buClr>
              <a:buFont typeface="Wingdings" panose="05000000000000000000" pitchFamily="2" charset="2"/>
              <a:buChar char="v"/>
            </a:pPr>
            <a:r>
              <a:rPr lang="es-CO" sz="2400" dirty="0">
                <a:latin typeface="Arial" panose="020B0604020202020204" pitchFamily="34" charset="0"/>
                <a:cs typeface="Arial" panose="020B0604020202020204" pitchFamily="34" charset="0"/>
              </a:rPr>
              <a:t>Las reglas son completas porque para un conjunto dado F de DF , nos permiten generar F+ completo. M</a:t>
            </a:r>
            <a:r>
              <a:rPr lang="es-CO" sz="2400" b="0" i="0" dirty="0">
                <a:effectLst/>
                <a:latin typeface="Arial" panose="020B0604020202020204" pitchFamily="34" charset="0"/>
                <a:cs typeface="Arial" panose="020B0604020202020204" pitchFamily="34" charset="0"/>
              </a:rPr>
              <a:t>e llevan a la derivación del cierre del conjunto DF, </a:t>
            </a:r>
            <a:r>
              <a:rPr lang="es-CO" sz="2400" dirty="0">
                <a:latin typeface="Arial" panose="020B0604020202020204" pitchFamily="34" charset="0"/>
                <a:cs typeface="Arial" panose="020B0604020202020204" pitchFamily="34" charset="0"/>
              </a:rPr>
              <a:t>obteniendo todas las D.F. posibles. </a:t>
            </a:r>
          </a:p>
          <a:p>
            <a:pPr marL="355600" indent="-355600">
              <a:spcBef>
                <a:spcPts val="1200"/>
              </a:spcBef>
              <a:buClr>
                <a:srgbClr val="000099"/>
              </a:buClr>
              <a:buFont typeface="Wingdings" panose="05000000000000000000" pitchFamily="2" charset="2"/>
              <a:buChar char="v"/>
            </a:pPr>
            <a:r>
              <a:rPr lang="es-CO" sz="2400" dirty="0">
                <a:latin typeface="Arial" panose="020B0604020202020204" pitchFamily="34" charset="0"/>
                <a:cs typeface="Arial" panose="020B0604020202020204" pitchFamily="34" charset="0"/>
              </a:rPr>
              <a:t>P</a:t>
            </a:r>
            <a:r>
              <a:rPr lang="es-CO" sz="2400" b="0" i="0" dirty="0">
                <a:effectLst/>
                <a:latin typeface="Arial" panose="020B0604020202020204" pitchFamily="34" charset="0"/>
                <a:cs typeface="Arial" panose="020B0604020202020204" pitchFamily="34" charset="0"/>
              </a:rPr>
              <a:t>ara realizar el cálculo de DF</a:t>
            </a:r>
            <a:r>
              <a:rPr lang="es-CO" sz="2400" b="0" i="0" baseline="30000" dirty="0">
                <a:effectLst/>
                <a:latin typeface="Arial" panose="020B0604020202020204" pitchFamily="34" charset="0"/>
                <a:cs typeface="Arial" panose="020B0604020202020204" pitchFamily="34" charset="0"/>
              </a:rPr>
              <a:t>+ </a:t>
            </a:r>
            <a:r>
              <a:rPr lang="es-CO" sz="2400" b="0" i="0" dirty="0">
                <a:effectLst/>
                <a:latin typeface="Arial" panose="020B0604020202020204" pitchFamily="34" charset="0"/>
                <a:cs typeface="Arial" panose="020B0604020202020204" pitchFamily="34" charset="0"/>
              </a:rPr>
              <a:t>(cierre de las dependencias  funcionales), necesito usar tres axiomas adicionales: PSEUDOTRANSITIVIDAD, UNION y DESCOMPOSICION.</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197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Enfoque de Descomposición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326779"/>
          </a:xfrm>
          <a:prstGeom prst="rect">
            <a:avLst/>
          </a:prstGeom>
          <a:noFill/>
        </p:spPr>
        <p:txBody>
          <a:bodyPr wrap="square" rtlCol="0">
            <a:spAutoFit/>
          </a:bodyPr>
          <a:lstStyle/>
          <a:p>
            <a:pPr marL="0" indent="0" algn="just" fontAlgn="auto">
              <a:lnSpc>
                <a:spcPct val="112000"/>
              </a:lnSpc>
              <a:spcBef>
                <a:spcPts val="600"/>
              </a:spcBef>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latin typeface="Arial" panose="020B0604020202020204" pitchFamily="34" charset="0"/>
                <a:cs typeface="Arial" panose="020B0604020202020204" pitchFamily="34" charset="0"/>
              </a:rPr>
              <a:t>El enfoque de descomposición de relaciones parte de asumir la existencia de la instancia Universal</a:t>
            </a:r>
          </a:p>
          <a:p>
            <a:pPr marL="0" indent="0" algn="just" fontAlgn="auto">
              <a:lnSpc>
                <a:spcPct val="112000"/>
              </a:lnSpc>
              <a:spcBef>
                <a:spcPts val="600"/>
              </a:spcBef>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latin typeface="Arial" panose="020B0604020202020204" pitchFamily="34" charset="0"/>
                <a:cs typeface="Arial" panose="020B0604020202020204" pitchFamily="34" charset="0"/>
              </a:rPr>
              <a:t>Dado un conjunto de atributos A={</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1, </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2</a:t>
            </a:r>
            <a:r>
              <a:rPr lang="es-CO" sz="2000" i="1" dirty="0">
                <a:solidFill>
                  <a:srgbClr val="FF0000"/>
                </a:solidFill>
                <a:latin typeface="Arial" panose="020B0604020202020204" pitchFamily="34" charset="0"/>
                <a:cs typeface="Arial" panose="020B0604020202020204" pitchFamily="34" charset="0"/>
              </a:rPr>
              <a:t>,…, </a:t>
            </a:r>
            <a:r>
              <a:rPr lang="es-CO" sz="2000" i="1" dirty="0" err="1">
                <a:solidFill>
                  <a:srgbClr val="FF0000"/>
                </a:solidFill>
                <a:latin typeface="Arial" panose="020B0604020202020204" pitchFamily="34" charset="0"/>
                <a:cs typeface="Arial" panose="020B0604020202020204" pitchFamily="34" charset="0"/>
              </a:rPr>
              <a:t>A</a:t>
            </a:r>
            <a:r>
              <a:rPr lang="es-CO" sz="2000" i="1" baseline="-33000" dirty="0" err="1">
                <a:solidFill>
                  <a:srgbClr val="FF0000"/>
                </a:solidFill>
                <a:latin typeface="Arial" panose="020B0604020202020204" pitchFamily="34" charset="0"/>
                <a:cs typeface="Arial" panose="020B0604020202020204" pitchFamily="34" charset="0"/>
              </a:rPr>
              <a:t>n</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y el conjunto de dependencias representado por DF sobre los atributos de A, la relación Universal U={</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1, </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2</a:t>
            </a:r>
            <a:r>
              <a:rPr lang="es-CO" sz="2000" i="1" dirty="0">
                <a:solidFill>
                  <a:srgbClr val="FF0000"/>
                </a:solidFill>
                <a:latin typeface="Arial" panose="020B0604020202020204" pitchFamily="34" charset="0"/>
                <a:cs typeface="Arial" panose="020B0604020202020204" pitchFamily="34" charset="0"/>
              </a:rPr>
              <a:t>,…, </a:t>
            </a:r>
            <a:r>
              <a:rPr lang="es-CO" sz="2000" i="1" dirty="0" err="1">
                <a:solidFill>
                  <a:srgbClr val="FF0000"/>
                </a:solidFill>
                <a:latin typeface="Arial" panose="020B0604020202020204" pitchFamily="34" charset="0"/>
                <a:cs typeface="Arial" panose="020B0604020202020204" pitchFamily="34" charset="0"/>
              </a:rPr>
              <a:t>A</a:t>
            </a:r>
            <a:r>
              <a:rPr lang="es-CO" sz="2000" i="1" baseline="-33000" dirty="0" err="1">
                <a:solidFill>
                  <a:srgbClr val="FF0000"/>
                </a:solidFill>
                <a:latin typeface="Arial" panose="020B0604020202020204" pitchFamily="34" charset="0"/>
                <a:cs typeface="Arial" panose="020B0604020202020204" pitchFamily="34" charset="0"/>
              </a:rPr>
              <a:t>n</a:t>
            </a:r>
            <a:r>
              <a:rPr lang="es-CO" sz="2000" b="1" dirty="0">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se denomina </a:t>
            </a:r>
            <a:r>
              <a:rPr lang="es-CO" sz="2000" dirty="0">
                <a:solidFill>
                  <a:srgbClr val="0230F2"/>
                </a:solidFill>
                <a:latin typeface="Arial" panose="020B0604020202020204" pitchFamily="34" charset="0"/>
                <a:cs typeface="Arial" panose="020B0604020202020204" pitchFamily="34" charset="0"/>
              </a:rPr>
              <a:t>relación universal</a:t>
            </a:r>
            <a:r>
              <a:rPr lang="es-CO" sz="2000" dirty="0">
                <a:latin typeface="Arial" panose="020B0604020202020204" pitchFamily="34" charset="0"/>
                <a:cs typeface="Arial" panose="020B0604020202020204" pitchFamily="34" charset="0"/>
              </a:rPr>
              <a:t> y su extensión, </a:t>
            </a:r>
            <a:r>
              <a:rPr lang="es-CO" sz="2000" dirty="0">
                <a:solidFill>
                  <a:srgbClr val="0230F2"/>
                </a:solidFill>
                <a:latin typeface="Arial" panose="020B0604020202020204" pitchFamily="34" charset="0"/>
                <a:cs typeface="Arial" panose="020B0604020202020204" pitchFamily="34" charset="0"/>
              </a:rPr>
              <a:t>la instancia universal</a:t>
            </a:r>
            <a:r>
              <a:rPr lang="es-CO" sz="2000" dirty="0">
                <a:latin typeface="Arial" panose="020B0604020202020204" pitchFamily="34" charset="0"/>
                <a:cs typeface="Arial" panose="020B0604020202020204" pitchFamily="34" charset="0"/>
              </a:rPr>
              <a:t> </a:t>
            </a:r>
            <a:r>
              <a:rPr lang="es-CO" sz="2000" i="1" dirty="0">
                <a:latin typeface="Arial" panose="020B0604020202020204" pitchFamily="34" charset="0"/>
                <a:cs typeface="Arial" panose="020B0604020202020204" pitchFamily="34" charset="0"/>
              </a:rPr>
              <a:t>p</a:t>
            </a:r>
            <a:r>
              <a:rPr lang="es-CO" sz="2000" dirty="0">
                <a:latin typeface="Arial" panose="020B0604020202020204" pitchFamily="34" charset="0"/>
                <a:cs typeface="Arial" panose="020B0604020202020204" pitchFamily="34" charset="0"/>
              </a:rPr>
              <a:t>{</a:t>
            </a:r>
            <a:r>
              <a:rPr lang="es-CO" sz="2000" i="1" dirty="0">
                <a:solidFill>
                  <a:srgbClr val="FF0000"/>
                </a:solidFill>
                <a:latin typeface="Arial" panose="020B0604020202020204" pitchFamily="34" charset="0"/>
                <a:cs typeface="Arial" panose="020B0604020202020204" pitchFamily="34" charset="0"/>
              </a:rPr>
              <a:t>R</a:t>
            </a:r>
            <a:r>
              <a:rPr lang="es-CO" sz="2000" i="1" baseline="-33000" dirty="0">
                <a:solidFill>
                  <a:srgbClr val="FF0000"/>
                </a:solidFill>
                <a:latin typeface="Arial" panose="020B0604020202020204" pitchFamily="34" charset="0"/>
                <a:cs typeface="Arial" panose="020B0604020202020204" pitchFamily="34" charset="0"/>
              </a:rPr>
              <a:t>1, </a:t>
            </a:r>
            <a:r>
              <a:rPr lang="es-CO" sz="2000" i="1" dirty="0">
                <a:solidFill>
                  <a:srgbClr val="FF0000"/>
                </a:solidFill>
                <a:latin typeface="Arial" panose="020B0604020202020204" pitchFamily="34" charset="0"/>
                <a:cs typeface="Arial" panose="020B0604020202020204" pitchFamily="34" charset="0"/>
              </a:rPr>
              <a:t>R</a:t>
            </a:r>
            <a:r>
              <a:rPr lang="es-CO" sz="2000" i="1" baseline="-33000" dirty="0">
                <a:solidFill>
                  <a:srgbClr val="FF0000"/>
                </a:solidFill>
                <a:latin typeface="Arial" panose="020B0604020202020204" pitchFamily="34" charset="0"/>
                <a:cs typeface="Arial" panose="020B0604020202020204" pitchFamily="34" charset="0"/>
              </a:rPr>
              <a:t>2</a:t>
            </a:r>
            <a:r>
              <a:rPr lang="es-CO" sz="2000" i="1" dirty="0">
                <a:solidFill>
                  <a:srgbClr val="FF0000"/>
                </a:solidFill>
                <a:latin typeface="Arial" panose="020B0604020202020204" pitchFamily="34" charset="0"/>
                <a:cs typeface="Arial" panose="020B0604020202020204" pitchFamily="34" charset="0"/>
              </a:rPr>
              <a:t>,…, R</a:t>
            </a:r>
            <a:r>
              <a:rPr lang="es-CO" sz="2000" i="1" baseline="-33000" dirty="0">
                <a:solidFill>
                  <a:srgbClr val="FF0000"/>
                </a:solidFill>
                <a:latin typeface="Arial" panose="020B0604020202020204" pitchFamily="34" charset="0"/>
                <a:cs typeface="Arial" panose="020B0604020202020204" pitchFamily="34" charset="0"/>
              </a:rPr>
              <a:t>n</a:t>
            </a:r>
            <a:r>
              <a:rPr lang="es-CO" sz="2000" b="1" dirty="0">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tendrá relaciones tales que cualquier tupla de una relación puede obtenerse mediante una proyección de la instancia universal.</a:t>
            </a:r>
          </a:p>
          <a:p>
            <a:pPr marL="0" indent="0" algn="just" fontAlgn="auto">
              <a:lnSpc>
                <a:spcPct val="112000"/>
              </a:lnSpc>
              <a:spcBef>
                <a:spcPts val="600"/>
              </a:spcBef>
              <a:spcAft>
                <a:spcPts val="10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latin typeface="Arial" panose="020B0604020202020204" pitchFamily="34" charset="0"/>
                <a:cs typeface="Arial" panose="020B0604020202020204" pitchFamily="34" charset="0"/>
              </a:rPr>
              <a:t>Se parte de la R.U. y aplica las reglas de descomposición para cada Forma Normal. El mayor inconveniente el cálculo de las claves.</a:t>
            </a:r>
          </a:p>
          <a:p>
            <a:pPr marL="0" indent="0" fontAlgn="auto">
              <a:lnSpc>
                <a:spcPct val="105000"/>
              </a:lnSpc>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solidFill>
                  <a:srgbClr val="0230F2"/>
                </a:solidFill>
                <a:latin typeface="Arial" panose="020B0604020202020204" pitchFamily="34" charset="0"/>
                <a:cs typeface="Arial" panose="020B0604020202020204" pitchFamily="34" charset="0"/>
              </a:rPr>
              <a:t>Paso 0:</a:t>
            </a:r>
            <a:r>
              <a:rPr lang="es-CO" sz="2000" dirty="0">
                <a:latin typeface="Arial" panose="020B0604020202020204" pitchFamily="34" charset="0"/>
                <a:cs typeface="Arial" panose="020B0604020202020204" pitchFamily="34" charset="0"/>
              </a:rPr>
              <a:t> Asumiendo la existencia de U={</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1, </a:t>
            </a:r>
            <a:r>
              <a:rPr lang="es-CO" sz="2000" i="1" dirty="0">
                <a:solidFill>
                  <a:srgbClr val="FF0000"/>
                </a:solidFill>
                <a:latin typeface="Arial" panose="020B0604020202020204" pitchFamily="34" charset="0"/>
                <a:cs typeface="Arial" panose="020B0604020202020204" pitchFamily="34" charset="0"/>
              </a:rPr>
              <a:t>A</a:t>
            </a:r>
            <a:r>
              <a:rPr lang="es-CO" sz="2000" i="1" baseline="-33000" dirty="0">
                <a:solidFill>
                  <a:srgbClr val="FF0000"/>
                </a:solidFill>
                <a:latin typeface="Arial" panose="020B0604020202020204" pitchFamily="34" charset="0"/>
                <a:cs typeface="Arial" panose="020B0604020202020204" pitchFamily="34" charset="0"/>
              </a:rPr>
              <a:t>2</a:t>
            </a:r>
            <a:r>
              <a:rPr lang="es-CO" sz="2000" i="1" dirty="0">
                <a:solidFill>
                  <a:srgbClr val="FF0000"/>
                </a:solidFill>
                <a:latin typeface="Arial" panose="020B0604020202020204" pitchFamily="34" charset="0"/>
                <a:cs typeface="Arial" panose="020B0604020202020204" pitchFamily="34" charset="0"/>
              </a:rPr>
              <a:t>,…, </a:t>
            </a:r>
            <a:r>
              <a:rPr lang="es-CO" sz="2000" i="1" dirty="0" err="1">
                <a:solidFill>
                  <a:srgbClr val="FF0000"/>
                </a:solidFill>
                <a:latin typeface="Arial" panose="020B0604020202020204" pitchFamily="34" charset="0"/>
                <a:cs typeface="Arial" panose="020B0604020202020204" pitchFamily="34" charset="0"/>
              </a:rPr>
              <a:t>A</a:t>
            </a:r>
            <a:r>
              <a:rPr lang="es-CO" sz="2000" i="1" baseline="-33000" dirty="0" err="1">
                <a:solidFill>
                  <a:srgbClr val="FF0000"/>
                </a:solidFill>
                <a:latin typeface="Arial" panose="020B0604020202020204" pitchFamily="34" charset="0"/>
                <a:cs typeface="Arial" panose="020B0604020202020204" pitchFamily="34" charset="0"/>
              </a:rPr>
              <a:t>n</a:t>
            </a:r>
            <a:r>
              <a:rPr lang="es-CO" sz="2000" b="1" dirty="0">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calcular las claves {</a:t>
            </a:r>
            <a:r>
              <a:rPr lang="es-CO" sz="2000" i="1" dirty="0" err="1">
                <a:solidFill>
                  <a:srgbClr val="FF0000"/>
                </a:solidFill>
                <a:latin typeface="Arial" panose="020B0604020202020204" pitchFamily="34" charset="0"/>
                <a:cs typeface="Arial" panose="020B0604020202020204" pitchFamily="34" charset="0"/>
              </a:rPr>
              <a:t>K</a:t>
            </a:r>
            <a:r>
              <a:rPr lang="es-CO" sz="2000" i="1" baseline="-33000" dirty="0" err="1">
                <a:solidFill>
                  <a:srgbClr val="FF0000"/>
                </a:solidFill>
                <a:latin typeface="Arial" panose="020B0604020202020204" pitchFamily="34" charset="0"/>
                <a:cs typeface="Arial" panose="020B0604020202020204" pitchFamily="34" charset="0"/>
              </a:rPr>
              <a:t>u</a:t>
            </a:r>
            <a:r>
              <a:rPr lang="es-CO" sz="2000" b="1" dirty="0">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de U.</a:t>
            </a:r>
          </a:p>
          <a:p>
            <a:pPr marL="0" indent="0" fontAlgn="auto">
              <a:lnSpc>
                <a:spcPct val="105000"/>
              </a:lnSpc>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solidFill>
                  <a:srgbClr val="0230F2"/>
                </a:solidFill>
                <a:latin typeface="Arial" panose="020B0604020202020204" pitchFamily="34" charset="0"/>
                <a:cs typeface="Arial" panose="020B0604020202020204" pitchFamily="34" charset="0"/>
              </a:rPr>
              <a:t>Paso 1:</a:t>
            </a:r>
            <a:r>
              <a:rPr lang="es-CO" sz="2000" dirty="0">
                <a:latin typeface="Arial" panose="020B0604020202020204" pitchFamily="34" charset="0"/>
                <a:cs typeface="Arial" panose="020B0604020202020204" pitchFamily="34" charset="0"/>
              </a:rPr>
              <a:t> Descomponer relaciones que no estén en 1FN</a:t>
            </a:r>
          </a:p>
          <a:p>
            <a:pPr marL="809625" indent="-809625" fontAlgn="auto">
              <a:lnSpc>
                <a:spcPct val="105000"/>
              </a:lnSpc>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solidFill>
                  <a:srgbClr val="0230F2"/>
                </a:solidFill>
                <a:latin typeface="Arial" panose="020B0604020202020204" pitchFamily="34" charset="0"/>
                <a:cs typeface="Arial" panose="020B0604020202020204" pitchFamily="34" charset="0"/>
              </a:rPr>
              <a:t>Paso 2:</a:t>
            </a:r>
            <a:r>
              <a:rPr lang="es-CO" sz="2000" dirty="0">
                <a:latin typeface="Arial" panose="020B0604020202020204" pitchFamily="34" charset="0"/>
                <a:cs typeface="Arial" panose="020B0604020202020204" pitchFamily="34" charset="0"/>
              </a:rPr>
              <a:t> Descomponer  relaciones que tengan dependencias incompletas (2FN), recalculando claves para las nuevas relaciones.</a:t>
            </a:r>
          </a:p>
          <a:p>
            <a:pPr marL="0" indent="0" fontAlgn="auto">
              <a:lnSpc>
                <a:spcPct val="105000"/>
              </a:lnSpc>
              <a:spcAft>
                <a:spcPts val="400"/>
              </a:spcAft>
              <a:buClr>
                <a:schemeClr val="accent3"/>
              </a:buClr>
              <a:buFont typeface="Times New Roman" pitchFamily="18" charset="0"/>
              <a:buNone/>
              <a:tabLst>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CO" sz="2000" dirty="0">
                <a:solidFill>
                  <a:srgbClr val="0230F2"/>
                </a:solidFill>
                <a:latin typeface="Arial" panose="020B0604020202020204" pitchFamily="34" charset="0"/>
                <a:cs typeface="Arial" panose="020B0604020202020204" pitchFamily="34" charset="0"/>
              </a:rPr>
              <a:t>Paso 3:</a:t>
            </a:r>
            <a:r>
              <a:rPr lang="es-CO" sz="2000" dirty="0">
                <a:latin typeface="Arial" panose="020B0604020202020204" pitchFamily="34" charset="0"/>
                <a:cs typeface="Arial" panose="020B0604020202020204" pitchFamily="34" charset="0"/>
              </a:rPr>
              <a:t> Descomponer relaciones con dependencias transitivas (3FN</a:t>
            </a:r>
            <a:r>
              <a:rPr lang="en-GB"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7475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538871"/>
          </a:xfrm>
          <a:prstGeom prst="rect">
            <a:avLst/>
          </a:prstGeom>
          <a:noFill/>
        </p:spPr>
        <p:txBody>
          <a:bodyPr wrap="square" rtlCol="0">
            <a:spAutoFit/>
          </a:bodyPr>
          <a:lstStyle/>
          <a:p>
            <a:pPr marL="9883" indent="0" fontAlgn="auto">
              <a:lnSpc>
                <a:spcPct val="93000"/>
              </a:lnSpc>
              <a:spcAft>
                <a:spcPts val="511"/>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n-GB" altLang="es-CO" sz="2200" b="1" dirty="0">
                <a:solidFill>
                  <a:srgbClr val="0230F2"/>
                </a:solidFill>
                <a:latin typeface="Arial" panose="020B0604020202020204" pitchFamily="34" charset="0"/>
              </a:rPr>
              <a:t>Primera Forma Normal (1FN)</a:t>
            </a: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200" dirty="0">
              <a:solidFill>
                <a:schemeClr val="tx1">
                  <a:lumMod val="75000"/>
                  <a:lumOff val="25000"/>
                </a:schemeClr>
              </a:solidFill>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200" dirty="0">
              <a:solidFill>
                <a:schemeClr val="tx1">
                  <a:lumMod val="75000"/>
                  <a:lumOff val="25000"/>
                </a:schemeClr>
              </a:solidFill>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200" dirty="0">
              <a:solidFill>
                <a:schemeClr val="tx1">
                  <a:lumMod val="75000"/>
                  <a:lumOff val="25000"/>
                </a:schemeClr>
              </a:solidFill>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altLang="es-CO" sz="2200" dirty="0">
                <a:solidFill>
                  <a:schemeClr val="tx1">
                    <a:lumMod val="75000"/>
                    <a:lumOff val="25000"/>
                  </a:schemeClr>
                </a:solidFill>
                <a:latin typeface="Arial" panose="020B0604020202020204" pitchFamily="34" charset="0"/>
              </a:rPr>
              <a:t>Es decir, cuando todas sus entradas son simples (no existen grupos repetitivos).</a:t>
            </a: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200" dirty="0">
              <a:solidFill>
                <a:schemeClr val="tx1">
                  <a:lumMod val="75000"/>
                  <a:lumOff val="25000"/>
                </a:schemeClr>
              </a:solidFill>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altLang="es-CO" sz="2200" dirty="0">
                <a:latin typeface="Arial" panose="020B0604020202020204" pitchFamily="34" charset="0"/>
              </a:rPr>
              <a:t>Ejemplo: Personal ( nombre,  teléfonos,  hijos,  email)</a:t>
            </a: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CO" altLang="es-CO" sz="2200" dirty="0">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CO" altLang="es-CO" sz="2200" dirty="0">
              <a:latin typeface="Arial" panose="020B0604020202020204" pitchFamily="34" charset="0"/>
            </a:endParaRPr>
          </a:p>
          <a:p>
            <a:pPr marL="9883" indent="0" algn="just" fontAlgn="auto">
              <a:lnSpc>
                <a:spcPct val="110000"/>
              </a:lnSpc>
              <a:spcBef>
                <a:spcPts val="0"/>
              </a:spcBef>
              <a:spcAft>
                <a:spcPts val="0"/>
              </a:spcAft>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altLang="es-CO" sz="2200" dirty="0">
                <a:solidFill>
                  <a:srgbClr val="0000CC"/>
                </a:solidFill>
                <a:latin typeface="Arial" panose="020B0604020202020204" pitchFamily="34" charset="0"/>
              </a:rPr>
              <a:t>Personal1FN ( apellido, nombre,  </a:t>
            </a:r>
            <a:r>
              <a:rPr lang="es-CO" altLang="es-CO" sz="2200" dirty="0" err="1">
                <a:solidFill>
                  <a:srgbClr val="0000CC"/>
                </a:solidFill>
                <a:latin typeface="Arial" panose="020B0604020202020204" pitchFamily="34" charset="0"/>
              </a:rPr>
              <a:t>teleFijo</a:t>
            </a:r>
            <a:r>
              <a:rPr lang="es-CO" altLang="es-CO" sz="2200" dirty="0">
                <a:solidFill>
                  <a:srgbClr val="0000CC"/>
                </a:solidFill>
                <a:latin typeface="Arial" panose="020B0604020202020204" pitchFamily="34" charset="0"/>
              </a:rPr>
              <a:t>, </a:t>
            </a:r>
            <a:r>
              <a:rPr lang="es-CO" altLang="es-CO" sz="2200" dirty="0" err="1">
                <a:solidFill>
                  <a:srgbClr val="0000CC"/>
                </a:solidFill>
                <a:latin typeface="Arial" panose="020B0604020202020204" pitchFamily="34" charset="0"/>
              </a:rPr>
              <a:t>teleCelu</a:t>
            </a:r>
            <a:r>
              <a:rPr lang="es-CO" altLang="es-CO" sz="2200" dirty="0">
                <a:solidFill>
                  <a:srgbClr val="0000CC"/>
                </a:solidFill>
                <a:latin typeface="Arial" panose="020B0604020202020204" pitchFamily="34" charset="0"/>
              </a:rPr>
              <a:t>,  hijo1, hijo2, hijo3, email)</a:t>
            </a:r>
          </a:p>
        </p:txBody>
      </p:sp>
      <p:sp>
        <p:nvSpPr>
          <p:cNvPr id="3" name="CuadroTexto 2">
            <a:extLst>
              <a:ext uri="{FF2B5EF4-FFF2-40B4-BE49-F238E27FC236}">
                <a16:creationId xmlns:a16="http://schemas.microsoft.com/office/drawing/2014/main" id="{975ADE28-8D0B-C1E2-4824-863F306809D8}"/>
              </a:ext>
            </a:extLst>
          </p:cNvPr>
          <p:cNvSpPr txBox="1"/>
          <p:nvPr/>
        </p:nvSpPr>
        <p:spPr>
          <a:xfrm>
            <a:off x="2186111" y="1782665"/>
            <a:ext cx="8784976" cy="718530"/>
          </a:xfrm>
          <a:prstGeom prst="rect">
            <a:avLst/>
          </a:prstGeom>
          <a:solidFill>
            <a:srgbClr val="C7ECFD">
              <a:alpha val="25000"/>
            </a:srgbClr>
          </a:solidFill>
          <a:ln>
            <a:solidFill>
              <a:srgbClr val="002060"/>
            </a:solidFill>
          </a:ln>
        </p:spPr>
        <p:txBody>
          <a:bodyPr wrap="square" rtlCol="0">
            <a:spAutoFit/>
          </a:bodyPr>
          <a:lstStyle/>
          <a:p>
            <a:pPr algn="just"/>
            <a:r>
              <a:rPr lang="es-CO" sz="2000" b="1" i="1" dirty="0">
                <a:solidFill>
                  <a:srgbClr val="0000CC"/>
                </a:solidFill>
                <a:latin typeface="Arial" panose="020B0604020202020204" pitchFamily="34" charset="0"/>
                <a:cs typeface="Arial" panose="020B0604020202020204" pitchFamily="34" charset="0"/>
              </a:rPr>
              <a:t>Definición</a:t>
            </a:r>
            <a:r>
              <a:rPr lang="es-CO" sz="2000" b="1" dirty="0">
                <a:solidFill>
                  <a:schemeClr val="accent5">
                    <a:lumMod val="50000"/>
                  </a:schemeClr>
                </a:solidFill>
                <a:latin typeface="Arial" panose="020B0604020202020204" pitchFamily="34" charset="0"/>
                <a:cs typeface="Arial" panose="020B0604020202020204" pitchFamily="34" charset="0"/>
              </a:rPr>
              <a:t>:</a:t>
            </a:r>
            <a:r>
              <a:rPr lang="es-CO" sz="2000" dirty="0">
                <a:solidFill>
                  <a:schemeClr val="accent5">
                    <a:lumMod val="50000"/>
                  </a:schemeClr>
                </a:solidFill>
                <a:latin typeface="Arial" panose="020B0604020202020204" pitchFamily="34" charset="0"/>
                <a:cs typeface="Arial" panose="020B0604020202020204" pitchFamily="34" charset="0"/>
              </a:rPr>
              <a:t> </a:t>
            </a:r>
            <a:r>
              <a:rPr lang="es-CO" sz="2000" b="1" i="1" dirty="0">
                <a:solidFill>
                  <a:srgbClr val="008000"/>
                </a:solidFill>
                <a:latin typeface="Arial" panose="020B0604020202020204" pitchFamily="34" charset="0"/>
                <a:cs typeface="Arial" panose="020B0604020202020204" pitchFamily="34" charset="0"/>
              </a:rPr>
              <a:t>Para que una base de datos esté en 1FN, es decir, que cumpla la primera forma normal, cada columna debe ser atómica.</a:t>
            </a:r>
          </a:p>
        </p:txBody>
      </p:sp>
      <p:sp>
        <p:nvSpPr>
          <p:cNvPr id="5" name="Elipse 4">
            <a:extLst>
              <a:ext uri="{FF2B5EF4-FFF2-40B4-BE49-F238E27FC236}">
                <a16:creationId xmlns:a16="http://schemas.microsoft.com/office/drawing/2014/main" id="{A33C250D-E9C7-FB11-850A-EFF1B52F40DE}"/>
              </a:ext>
            </a:extLst>
          </p:cNvPr>
          <p:cNvSpPr/>
          <p:nvPr/>
        </p:nvSpPr>
        <p:spPr>
          <a:xfrm>
            <a:off x="4279750" y="3738489"/>
            <a:ext cx="1178098" cy="597242"/>
          </a:xfrm>
          <a:prstGeom prst="ellipse">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sp>
        <p:nvSpPr>
          <p:cNvPr id="6" name="Elipse 5">
            <a:extLst>
              <a:ext uri="{FF2B5EF4-FFF2-40B4-BE49-F238E27FC236}">
                <a16:creationId xmlns:a16="http://schemas.microsoft.com/office/drawing/2014/main" id="{28DA8E21-F450-BF1C-45B2-458222B2A36C}"/>
              </a:ext>
            </a:extLst>
          </p:cNvPr>
          <p:cNvSpPr/>
          <p:nvPr/>
        </p:nvSpPr>
        <p:spPr>
          <a:xfrm>
            <a:off x="3812875" y="4855382"/>
            <a:ext cx="2379057" cy="564302"/>
          </a:xfrm>
          <a:prstGeom prst="ellipse">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sp>
        <p:nvSpPr>
          <p:cNvPr id="7" name="Elipse 6">
            <a:extLst>
              <a:ext uri="{FF2B5EF4-FFF2-40B4-BE49-F238E27FC236}">
                <a16:creationId xmlns:a16="http://schemas.microsoft.com/office/drawing/2014/main" id="{26807638-1171-8506-7087-E385C34D77DC}"/>
              </a:ext>
            </a:extLst>
          </p:cNvPr>
          <p:cNvSpPr/>
          <p:nvPr/>
        </p:nvSpPr>
        <p:spPr>
          <a:xfrm>
            <a:off x="5534489" y="3732773"/>
            <a:ext cx="1314885" cy="56276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sp>
        <p:nvSpPr>
          <p:cNvPr id="8" name="Elipse 7">
            <a:extLst>
              <a:ext uri="{FF2B5EF4-FFF2-40B4-BE49-F238E27FC236}">
                <a16:creationId xmlns:a16="http://schemas.microsoft.com/office/drawing/2014/main" id="{0C8C9EE8-EDC6-6E1B-DCD6-47D79C666209}"/>
              </a:ext>
            </a:extLst>
          </p:cNvPr>
          <p:cNvSpPr/>
          <p:nvPr/>
        </p:nvSpPr>
        <p:spPr>
          <a:xfrm>
            <a:off x="6275954" y="4827550"/>
            <a:ext cx="2461258" cy="58315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sp>
        <p:nvSpPr>
          <p:cNvPr id="9" name="Elipse 8">
            <a:extLst>
              <a:ext uri="{FF2B5EF4-FFF2-40B4-BE49-F238E27FC236}">
                <a16:creationId xmlns:a16="http://schemas.microsoft.com/office/drawing/2014/main" id="{00D6EA82-8C25-4978-88B4-069522189608}"/>
              </a:ext>
            </a:extLst>
          </p:cNvPr>
          <p:cNvSpPr/>
          <p:nvPr/>
        </p:nvSpPr>
        <p:spPr>
          <a:xfrm>
            <a:off x="6926015" y="3732773"/>
            <a:ext cx="809593" cy="562769"/>
          </a:xfrm>
          <a:prstGeom prst="ellipse">
            <a:avLst/>
          </a:prstGeom>
          <a:noFill/>
          <a:ln w="38100">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sp>
        <p:nvSpPr>
          <p:cNvPr id="10" name="Elipse 9">
            <a:extLst>
              <a:ext uri="{FF2B5EF4-FFF2-40B4-BE49-F238E27FC236}">
                <a16:creationId xmlns:a16="http://schemas.microsoft.com/office/drawing/2014/main" id="{BC97EBC1-2A7B-E1C9-5783-D9BCC3BCDCDF}"/>
              </a:ext>
            </a:extLst>
          </p:cNvPr>
          <p:cNvSpPr/>
          <p:nvPr/>
        </p:nvSpPr>
        <p:spPr>
          <a:xfrm>
            <a:off x="8820361" y="4827550"/>
            <a:ext cx="2600527" cy="577937"/>
          </a:xfrm>
          <a:prstGeom prst="ellipse">
            <a:avLst/>
          </a:prstGeom>
          <a:noFill/>
          <a:ln w="38100">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2269"/>
          </a:p>
        </p:txBody>
      </p:sp>
      <p:cxnSp>
        <p:nvCxnSpPr>
          <p:cNvPr id="11" name="Conector recto de flecha 10">
            <a:extLst>
              <a:ext uri="{FF2B5EF4-FFF2-40B4-BE49-F238E27FC236}">
                <a16:creationId xmlns:a16="http://schemas.microsoft.com/office/drawing/2014/main" id="{524CD408-2533-3502-8E8C-2FC17477F205}"/>
              </a:ext>
            </a:extLst>
          </p:cNvPr>
          <p:cNvCxnSpPr>
            <a:cxnSpLocks/>
            <a:stCxn id="5" idx="4"/>
            <a:endCxn id="6" idx="0"/>
          </p:cNvCxnSpPr>
          <p:nvPr/>
        </p:nvCxnSpPr>
        <p:spPr>
          <a:xfrm>
            <a:off x="4868799" y="4335731"/>
            <a:ext cx="133605" cy="519651"/>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F0DFA06B-4D54-3B71-3C83-A977356720F6}"/>
              </a:ext>
            </a:extLst>
          </p:cNvPr>
          <p:cNvCxnSpPr>
            <a:cxnSpLocks/>
            <a:stCxn id="7" idx="4"/>
            <a:endCxn id="8" idx="0"/>
          </p:cNvCxnSpPr>
          <p:nvPr/>
        </p:nvCxnSpPr>
        <p:spPr>
          <a:xfrm>
            <a:off x="6191932" y="4295542"/>
            <a:ext cx="1314651" cy="5320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6F793EA2-065A-E7C3-2B37-BBE90694490B}"/>
              </a:ext>
            </a:extLst>
          </p:cNvPr>
          <p:cNvCxnSpPr>
            <a:cxnSpLocks/>
            <a:stCxn id="9" idx="4"/>
            <a:endCxn id="10" idx="0"/>
          </p:cNvCxnSpPr>
          <p:nvPr/>
        </p:nvCxnSpPr>
        <p:spPr>
          <a:xfrm>
            <a:off x="7330812" y="4295542"/>
            <a:ext cx="2789813" cy="532008"/>
          </a:xfrm>
          <a:prstGeom prst="straightConnector1">
            <a:avLst/>
          </a:prstGeom>
          <a:ln w="38100">
            <a:solidFill>
              <a:srgbClr val="9933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384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84176"/>
          </a:xfrm>
          <a:prstGeom prst="rect">
            <a:avLst/>
          </a:prstGeom>
          <a:noFill/>
        </p:spPr>
        <p:txBody>
          <a:bodyPr wrap="square" rtlCol="0">
            <a:spAutoFit/>
          </a:bodyPr>
          <a:lstStyle/>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n-GB" altLang="es-CO" sz="2000" b="1" dirty="0">
                <a:solidFill>
                  <a:srgbClr val="0230F2"/>
                </a:solidFill>
                <a:latin typeface="Arial" panose="020B0604020202020204" pitchFamily="34" charset="0"/>
              </a:rPr>
              <a:t>Segunda Forma Normal (2FN)</a:t>
            </a: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b="1" dirty="0">
              <a:solidFill>
                <a:srgbClr val="0230F2"/>
              </a:solidFill>
              <a:latin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b="1" dirty="0">
              <a:solidFill>
                <a:srgbClr val="0230F2"/>
              </a:solidFill>
              <a:latin typeface="Arial" panose="020B0604020202020204" pitchFamily="34" charset="0"/>
            </a:endParaRPr>
          </a:p>
          <a:p>
            <a:pPr marL="9883" indent="0" algn="just" defTabSz="914400" eaLnBrk="1" fontAlgn="auto" hangingPunct="1">
              <a:lnSpc>
                <a:spcPct val="110000"/>
              </a:lnSpc>
              <a:spcBef>
                <a:spcPts val="567"/>
              </a:spcBef>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dirty="0">
              <a:solidFill>
                <a:schemeClr val="tx1">
                  <a:lumMod val="75000"/>
                  <a:lumOff val="25000"/>
                </a:schemeClr>
              </a:solidFill>
              <a:latin typeface="Arial" panose="020B0604020202020204" pitchFamily="34" charset="0"/>
            </a:endParaRPr>
          </a:p>
          <a:p>
            <a:pPr marL="9883" indent="0" algn="just" defTabSz="914400" eaLnBrk="1" fontAlgn="auto" hangingPunct="1">
              <a:lnSpc>
                <a:spcPct val="115000"/>
              </a:lnSpc>
              <a:spcBef>
                <a:spcPts val="0"/>
              </a:spcBef>
              <a:spcAft>
                <a:spcPts val="600"/>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sz="2000" dirty="0">
                <a:latin typeface="Arial" panose="020B0604020202020204" pitchFamily="34" charset="0"/>
                <a:cs typeface="Arial" panose="020B0604020202020204" pitchFamily="34" charset="0"/>
              </a:rPr>
              <a:t>Esta regla significa que en una relación sólo se debe almacenar información sobre un tipo de entidad, y se traduce en que los atributos que no aporten información directa sobre la clave principal deben almacenarse en una relación separada. Es decir, </a:t>
            </a:r>
            <a:r>
              <a:rPr lang="en-GB" altLang="es-CO" sz="2000" b="1" dirty="0">
                <a:solidFill>
                  <a:srgbClr val="0000CC"/>
                </a:solidFill>
                <a:latin typeface="Arial" panose="020B0604020202020204" pitchFamily="34" charset="0"/>
                <a:cs typeface="Arial" panose="020B0604020202020204" pitchFamily="34" charset="0"/>
              </a:rPr>
              <a:t>no </a:t>
            </a:r>
            <a:r>
              <a:rPr lang="es-CO" altLang="es-CO" sz="2000" b="1" dirty="0">
                <a:solidFill>
                  <a:srgbClr val="0000CC"/>
                </a:solidFill>
                <a:latin typeface="Arial" panose="020B0604020202020204" pitchFamily="34" charset="0"/>
                <a:cs typeface="Arial" panose="020B0604020202020204" pitchFamily="34" charset="0"/>
              </a:rPr>
              <a:t>existen dependencias parciales</a:t>
            </a:r>
            <a:r>
              <a:rPr lang="es-CO" altLang="es-CO" sz="2000" dirty="0">
                <a:solidFill>
                  <a:schemeClr val="tx1">
                    <a:lumMod val="75000"/>
                    <a:lumOff val="25000"/>
                  </a:schemeClr>
                </a:solidFill>
                <a:latin typeface="Arial" panose="020B0604020202020204" pitchFamily="34" charset="0"/>
                <a:cs typeface="Arial" panose="020B0604020202020204" pitchFamily="34" charset="0"/>
              </a:rPr>
              <a:t>. Ejemplo</a:t>
            </a:r>
            <a:r>
              <a:rPr lang="en-GB" altLang="es-CO" sz="2000" dirty="0">
                <a:solidFill>
                  <a:schemeClr val="tx1">
                    <a:lumMod val="75000"/>
                    <a:lumOff val="25000"/>
                  </a:schemeClr>
                </a:solidFill>
                <a:latin typeface="Arial" panose="020B0604020202020204" pitchFamily="34" charset="0"/>
                <a:cs typeface="Arial" panose="020B0604020202020204" pitchFamily="34" charset="0"/>
              </a:rPr>
              <a:t>:</a:t>
            </a:r>
          </a:p>
          <a:p>
            <a:pPr marL="1364248" indent="-1355243" algn="just" defTabSz="914400" eaLnBrk="1" fontAlgn="auto" hangingPunct="1">
              <a:lnSpc>
                <a:spcPct val="115000"/>
              </a:lnSpc>
              <a:spcBef>
                <a:spcPts val="400"/>
              </a:spcBef>
              <a:spcAft>
                <a:spcPts val="60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latin typeface="Arial" panose="020B0604020202020204" pitchFamily="34" charset="0"/>
                <a:cs typeface="Times New Roman" panose="02020603050405020304" pitchFamily="18" charset="0"/>
              </a:rPr>
              <a:t>Ocupación (</a:t>
            </a:r>
            <a:r>
              <a:rPr lang="es-CO" altLang="es-CO" sz="2000" dirty="0" err="1">
                <a:latin typeface="Arial" panose="020B0604020202020204" pitchFamily="34" charset="0"/>
                <a:cs typeface="Times New Roman" panose="02020603050405020304" pitchFamily="18" charset="0"/>
              </a:rPr>
              <a:t>noCliente</a:t>
            </a:r>
            <a:r>
              <a:rPr lang="es-CO" altLang="es-CO" sz="2000" dirty="0">
                <a:latin typeface="Arial" panose="020B0604020202020204" pitchFamily="34" charset="0"/>
                <a:cs typeface="Times New Roman" panose="02020603050405020304" pitchFamily="18" charset="0"/>
              </a:rPr>
              <a:t>, </a:t>
            </a:r>
            <a:r>
              <a:rPr lang="es-CO" altLang="es-CO" sz="2000" dirty="0" err="1">
                <a:latin typeface="Arial" panose="020B0604020202020204" pitchFamily="34" charset="0"/>
                <a:cs typeface="Times New Roman" panose="02020603050405020304" pitchFamily="18" charset="0"/>
              </a:rPr>
              <a:t>nombreCli</a:t>
            </a:r>
            <a:r>
              <a:rPr lang="es-CO" altLang="es-CO" sz="2000" dirty="0">
                <a:latin typeface="Arial" panose="020B0604020202020204" pitchFamily="34" charset="0"/>
                <a:cs typeface="Times New Roman" panose="02020603050405020304" pitchFamily="18" charset="0"/>
              </a:rPr>
              <a:t>, </a:t>
            </a:r>
            <a:r>
              <a:rPr lang="es-CO" altLang="es-CO" sz="2000" u="sng" dirty="0" err="1">
                <a:latin typeface="Arial" panose="020B0604020202020204" pitchFamily="34" charset="0"/>
                <a:cs typeface="Times New Roman" panose="02020603050405020304" pitchFamily="18" charset="0"/>
              </a:rPr>
              <a:t>noHabitac</a:t>
            </a:r>
            <a:r>
              <a:rPr lang="es-CO" altLang="es-CO" sz="2000" dirty="0">
                <a:latin typeface="Arial" panose="020B0604020202020204" pitchFamily="34" charset="0"/>
                <a:cs typeface="Times New Roman" panose="02020603050405020304" pitchFamily="18" charset="0"/>
              </a:rPr>
              <a:t>, </a:t>
            </a:r>
            <a:r>
              <a:rPr lang="es-CO" altLang="es-CO" sz="2000" dirty="0" err="1">
                <a:latin typeface="Arial" panose="020B0604020202020204" pitchFamily="34" charset="0"/>
                <a:cs typeface="Times New Roman" panose="02020603050405020304" pitchFamily="18" charset="0"/>
              </a:rPr>
              <a:t>precioNoche</a:t>
            </a:r>
            <a:r>
              <a:rPr lang="es-CO" altLang="es-CO" sz="2000" dirty="0">
                <a:latin typeface="Arial" panose="020B0604020202020204" pitchFamily="34" charset="0"/>
                <a:cs typeface="Times New Roman" panose="02020603050405020304" pitchFamily="18" charset="0"/>
              </a:rPr>
              <a:t>, </a:t>
            </a:r>
            <a:r>
              <a:rPr lang="es-CO" altLang="es-CO" sz="2000" dirty="0" err="1">
                <a:latin typeface="Arial" panose="020B0604020202020204" pitchFamily="34" charset="0"/>
                <a:cs typeface="Times New Roman" panose="02020603050405020304" pitchFamily="18" charset="0"/>
              </a:rPr>
              <a:t>tipoHabitac</a:t>
            </a:r>
            <a:r>
              <a:rPr lang="es-CO" altLang="es-CO" sz="2000" dirty="0">
                <a:latin typeface="Arial" panose="020B0604020202020204" pitchFamily="34" charset="0"/>
                <a:cs typeface="Times New Roman" panose="02020603050405020304" pitchFamily="18" charset="0"/>
              </a:rPr>
              <a:t>, </a:t>
            </a:r>
            <a:r>
              <a:rPr lang="es-CO" altLang="es-CO" sz="2000" u="sng" dirty="0" err="1">
                <a:latin typeface="Arial" panose="020B0604020202020204" pitchFamily="34" charset="0"/>
                <a:cs typeface="Times New Roman" panose="02020603050405020304" pitchFamily="18" charset="0"/>
              </a:rPr>
              <a:t>fechaEntrada</a:t>
            </a:r>
            <a:r>
              <a:rPr lang="es-CO" altLang="es-CO" sz="2000" dirty="0">
                <a:latin typeface="Arial" panose="020B0604020202020204" pitchFamily="34" charset="0"/>
                <a:cs typeface="Times New Roman" panose="02020603050405020304" pitchFamily="18" charset="0"/>
              </a:rPr>
              <a:t>)</a:t>
            </a:r>
          </a:p>
          <a:p>
            <a:pPr marL="1364248" indent="-1355243" algn="just" defTabSz="914400" eaLnBrk="1" fontAlgn="auto" hangingPunct="1">
              <a:lnSpc>
                <a:spcPct val="115000"/>
              </a:lnSpc>
              <a:spcBef>
                <a:spcPts val="1200"/>
              </a:spcBef>
              <a:spcAft>
                <a:spcPts val="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solidFill>
                  <a:srgbClr val="FF0000"/>
                </a:solidFill>
                <a:latin typeface="Arial" panose="020B0604020202020204" pitchFamily="34" charset="0"/>
                <a:cs typeface="Times New Roman" panose="02020603050405020304" pitchFamily="18" charset="0"/>
              </a:rPr>
              <a:t>Ocupación2FN(</a:t>
            </a:r>
            <a:r>
              <a:rPr lang="es-CO" altLang="es-CO" sz="2000" dirty="0" err="1">
                <a:solidFill>
                  <a:srgbClr val="FF0000"/>
                </a:solidFill>
                <a:latin typeface="Arial" panose="020B0604020202020204" pitchFamily="34" charset="0"/>
                <a:cs typeface="Times New Roman" panose="02020603050405020304" pitchFamily="18" charset="0"/>
              </a:rPr>
              <a:t>noCliente</a:t>
            </a:r>
            <a:r>
              <a:rPr lang="es-CO" altLang="es-CO" sz="2000" dirty="0">
                <a:solidFill>
                  <a:srgbClr val="FF0000"/>
                </a:solidFill>
                <a:latin typeface="Arial" panose="020B0604020202020204" pitchFamily="34" charset="0"/>
                <a:cs typeface="Times New Roman" panose="02020603050405020304" pitchFamily="18" charset="0"/>
              </a:rPr>
              <a:t>, </a:t>
            </a:r>
            <a:r>
              <a:rPr lang="es-CO" altLang="es-CO" sz="2000" dirty="0" err="1">
                <a:solidFill>
                  <a:srgbClr val="FF0000"/>
                </a:solidFill>
                <a:latin typeface="Arial" panose="020B0604020202020204" pitchFamily="34" charset="0"/>
                <a:cs typeface="Times New Roman" panose="02020603050405020304" pitchFamily="18" charset="0"/>
              </a:rPr>
              <a:t>nombreCli</a:t>
            </a:r>
            <a:r>
              <a:rPr lang="es-CO" altLang="es-CO" sz="2000" dirty="0">
                <a:solidFill>
                  <a:srgbClr val="FF0000"/>
                </a:solidFill>
                <a:latin typeface="Arial" panose="020B0604020202020204" pitchFamily="34" charset="0"/>
                <a:cs typeface="Times New Roman" panose="02020603050405020304" pitchFamily="18" charset="0"/>
              </a:rPr>
              <a:t>, </a:t>
            </a:r>
            <a:r>
              <a:rPr lang="es-CO" altLang="es-CO" sz="2000" u="sng" dirty="0" err="1">
                <a:solidFill>
                  <a:srgbClr val="FF0000"/>
                </a:solidFill>
                <a:latin typeface="Arial" panose="020B0604020202020204" pitchFamily="34" charset="0"/>
                <a:cs typeface="Times New Roman" panose="02020603050405020304" pitchFamily="18" charset="0"/>
              </a:rPr>
              <a:t>noHabitac</a:t>
            </a:r>
            <a:r>
              <a:rPr lang="es-CO" altLang="es-CO" sz="2000" u="sng" dirty="0">
                <a:solidFill>
                  <a:srgbClr val="FF0000"/>
                </a:solidFill>
                <a:latin typeface="Arial" panose="020B0604020202020204" pitchFamily="34" charset="0"/>
                <a:cs typeface="Times New Roman" panose="02020603050405020304" pitchFamily="18" charset="0"/>
              </a:rPr>
              <a:t>, </a:t>
            </a:r>
            <a:r>
              <a:rPr lang="es-CO" altLang="es-CO" sz="2000" u="sng" dirty="0" err="1">
                <a:solidFill>
                  <a:srgbClr val="FF0000"/>
                </a:solidFill>
                <a:latin typeface="Arial" panose="020B0604020202020204" pitchFamily="34" charset="0"/>
                <a:cs typeface="Times New Roman" panose="02020603050405020304" pitchFamily="18" charset="0"/>
              </a:rPr>
              <a:t>fechaEntrada</a:t>
            </a:r>
            <a:r>
              <a:rPr lang="es-CO" altLang="es-CO" sz="2000" dirty="0">
                <a:solidFill>
                  <a:srgbClr val="FF0000"/>
                </a:solidFill>
                <a:latin typeface="Arial" panose="020B0604020202020204" pitchFamily="34" charset="0"/>
                <a:cs typeface="Times New Roman" panose="02020603050405020304" pitchFamily="18" charset="0"/>
              </a:rPr>
              <a:t>)</a:t>
            </a:r>
          </a:p>
          <a:p>
            <a:pPr marL="1364248" indent="-1355243" algn="just" defTabSz="914400" eaLnBrk="1" fontAlgn="auto" hangingPunct="1">
              <a:lnSpc>
                <a:spcPct val="115000"/>
              </a:lnSpc>
              <a:spcBef>
                <a:spcPts val="1200"/>
              </a:spcBef>
              <a:spcAft>
                <a:spcPts val="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solidFill>
                  <a:srgbClr val="FF0000"/>
                </a:solidFill>
                <a:latin typeface="Arial" panose="020B0604020202020204" pitchFamily="34" charset="0"/>
                <a:cs typeface="Times New Roman" panose="02020603050405020304" pitchFamily="18" charset="0"/>
              </a:rPr>
              <a:t>Habitación2FN(</a:t>
            </a:r>
            <a:r>
              <a:rPr lang="es-CO" altLang="es-CO" sz="2000" u="sng" dirty="0" err="1">
                <a:solidFill>
                  <a:srgbClr val="FF0000"/>
                </a:solidFill>
                <a:latin typeface="Arial" panose="020B0604020202020204" pitchFamily="34" charset="0"/>
                <a:cs typeface="Times New Roman" panose="02020603050405020304" pitchFamily="18" charset="0"/>
              </a:rPr>
              <a:t>noHabitac</a:t>
            </a:r>
            <a:r>
              <a:rPr lang="es-CO" altLang="es-CO" sz="2000" dirty="0">
                <a:solidFill>
                  <a:srgbClr val="FF0000"/>
                </a:solidFill>
                <a:latin typeface="Arial" panose="020B0604020202020204" pitchFamily="34" charset="0"/>
                <a:cs typeface="Times New Roman" panose="02020603050405020304" pitchFamily="18" charset="0"/>
              </a:rPr>
              <a:t>, </a:t>
            </a:r>
            <a:r>
              <a:rPr lang="es-CO" altLang="es-CO" sz="2000" dirty="0" err="1">
                <a:solidFill>
                  <a:srgbClr val="FF0000"/>
                </a:solidFill>
                <a:latin typeface="Arial" panose="020B0604020202020204" pitchFamily="34" charset="0"/>
                <a:cs typeface="Times New Roman" panose="02020603050405020304" pitchFamily="18" charset="0"/>
              </a:rPr>
              <a:t>precioNoche</a:t>
            </a:r>
            <a:r>
              <a:rPr lang="es-CO" altLang="es-CO" sz="2000" dirty="0">
                <a:solidFill>
                  <a:srgbClr val="FF0000"/>
                </a:solidFill>
                <a:latin typeface="Arial" panose="020B0604020202020204" pitchFamily="34" charset="0"/>
                <a:cs typeface="Times New Roman" panose="02020603050405020304" pitchFamily="18" charset="0"/>
              </a:rPr>
              <a:t>, </a:t>
            </a:r>
            <a:r>
              <a:rPr lang="es-CO" altLang="es-CO" sz="2000" dirty="0" err="1">
                <a:solidFill>
                  <a:srgbClr val="FF0000"/>
                </a:solidFill>
                <a:latin typeface="Arial" panose="020B0604020202020204" pitchFamily="34" charset="0"/>
                <a:cs typeface="Times New Roman" panose="02020603050405020304" pitchFamily="18" charset="0"/>
              </a:rPr>
              <a:t>tipoHabitac</a:t>
            </a:r>
            <a:r>
              <a:rPr lang="es-CO" altLang="es-CO" sz="2000" dirty="0">
                <a:solidFill>
                  <a:srgbClr val="FF0000"/>
                </a:solidFill>
                <a:latin typeface="Arial" panose="020B0604020202020204" pitchFamily="34" charset="0"/>
                <a:cs typeface="Times New Roman" panose="02020603050405020304" pitchFamily="18" charset="0"/>
              </a:rPr>
              <a:t>)</a:t>
            </a:r>
            <a:endParaRPr lang="en-GB" altLang="es-CO" sz="2000" dirty="0">
              <a:solidFill>
                <a:srgbClr val="FF0000"/>
              </a:solidFill>
              <a:latin typeface="Arial" panose="020B0604020202020204" pitchFamily="34" charset="0"/>
              <a:cs typeface="Times New Roman" panose="02020603050405020304" pitchFamily="18" charset="0"/>
            </a:endParaRPr>
          </a:p>
        </p:txBody>
      </p:sp>
      <p:sp>
        <p:nvSpPr>
          <p:cNvPr id="14" name="CuadroTexto 13">
            <a:extLst>
              <a:ext uri="{FF2B5EF4-FFF2-40B4-BE49-F238E27FC236}">
                <a16:creationId xmlns:a16="http://schemas.microsoft.com/office/drawing/2014/main" id="{1DBEEE0F-3413-30BD-CC6B-249B310FC45A}"/>
              </a:ext>
            </a:extLst>
          </p:cNvPr>
          <p:cNvSpPr txBox="1"/>
          <p:nvPr/>
        </p:nvSpPr>
        <p:spPr>
          <a:xfrm>
            <a:off x="2006091" y="1688993"/>
            <a:ext cx="9145016" cy="1015663"/>
          </a:xfrm>
          <a:prstGeom prst="rect">
            <a:avLst/>
          </a:prstGeom>
          <a:solidFill>
            <a:schemeClr val="accent3">
              <a:lumMod val="20000"/>
              <a:lumOff val="80000"/>
              <a:alpha val="15000"/>
            </a:schemeClr>
          </a:solidFill>
          <a:ln>
            <a:solidFill>
              <a:srgbClr val="002060"/>
            </a:solidFill>
          </a:ln>
        </p:spPr>
        <p:txBody>
          <a:bodyPr wrap="square" rtlCol="0">
            <a:spAutoFit/>
          </a:bodyPr>
          <a:lstStyle/>
          <a:p>
            <a:pPr algn="just"/>
            <a:r>
              <a:rPr lang="es-CO" sz="2000" b="1" i="1" dirty="0">
                <a:solidFill>
                  <a:srgbClr val="0000CC"/>
                </a:solidFill>
                <a:latin typeface="Arial" panose="020B0604020202020204" pitchFamily="34" charset="0"/>
                <a:cs typeface="Arial" panose="020B0604020202020204" pitchFamily="34" charset="0"/>
              </a:rPr>
              <a:t>Definición:</a:t>
            </a:r>
            <a:r>
              <a:rPr lang="es-CO" sz="2000" i="1" dirty="0">
                <a:solidFill>
                  <a:srgbClr val="0000CC"/>
                </a:solidFill>
                <a:latin typeface="Arial" panose="020B0604020202020204" pitchFamily="34" charset="0"/>
                <a:cs typeface="Arial" panose="020B0604020202020204" pitchFamily="34" charset="0"/>
              </a:rPr>
              <a:t> </a:t>
            </a:r>
            <a:r>
              <a:rPr lang="es-CO" sz="2000" b="1" i="1" dirty="0">
                <a:solidFill>
                  <a:srgbClr val="008000"/>
                </a:solidFill>
                <a:latin typeface="Arial" panose="020B0604020202020204" pitchFamily="34" charset="0"/>
                <a:cs typeface="Arial" panose="020B0604020202020204" pitchFamily="34" charset="0"/>
              </a:rPr>
              <a:t>Para que una base de datos este en 2FN primero debe estar en 1FN, y además todas las columnas que formen parte de una clave candidata deben aportar información sobre la clave completa.</a:t>
            </a:r>
          </a:p>
        </p:txBody>
      </p:sp>
      <p:cxnSp>
        <p:nvCxnSpPr>
          <p:cNvPr id="15" name="Conector recto 14">
            <a:extLst>
              <a:ext uri="{FF2B5EF4-FFF2-40B4-BE49-F238E27FC236}">
                <a16:creationId xmlns:a16="http://schemas.microsoft.com/office/drawing/2014/main" id="{0EC45256-92D8-EAB4-9EFA-BEB23D645AE5}"/>
              </a:ext>
            </a:extLst>
          </p:cNvPr>
          <p:cNvCxnSpPr/>
          <p:nvPr/>
        </p:nvCxnSpPr>
        <p:spPr>
          <a:xfrm>
            <a:off x="7144691" y="5214039"/>
            <a:ext cx="3226977" cy="0"/>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DA46691-B23D-E957-5391-4CA3D870D220}"/>
              </a:ext>
            </a:extLst>
          </p:cNvPr>
          <p:cNvCxnSpPr/>
          <p:nvPr/>
        </p:nvCxnSpPr>
        <p:spPr>
          <a:xfrm flipV="1">
            <a:off x="7144691" y="4860724"/>
            <a:ext cx="0" cy="353315"/>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87D30A43-8E7C-C501-CC5A-C5330E10D2A8}"/>
              </a:ext>
            </a:extLst>
          </p:cNvPr>
          <p:cNvCxnSpPr/>
          <p:nvPr/>
        </p:nvCxnSpPr>
        <p:spPr>
          <a:xfrm flipV="1">
            <a:off x="10371668" y="4860723"/>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891F59D4-755E-18DA-8F46-867D5074195B}"/>
              </a:ext>
            </a:extLst>
          </p:cNvPr>
          <p:cNvCxnSpPr/>
          <p:nvPr/>
        </p:nvCxnSpPr>
        <p:spPr>
          <a:xfrm flipV="1">
            <a:off x="8750555" y="4860723"/>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247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06343"/>
          </a:xfrm>
          <a:prstGeom prst="rect">
            <a:avLst/>
          </a:prstGeom>
          <a:noFill/>
        </p:spPr>
        <p:txBody>
          <a:bodyPr wrap="square" rtlCol="0">
            <a:spAutoFit/>
          </a:bodyPr>
          <a:lstStyle/>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n-GB" altLang="es-CO" sz="2400" b="1" dirty="0">
                <a:solidFill>
                  <a:srgbClr val="0230F2"/>
                </a:solidFill>
                <a:latin typeface="Arial" panose="020B0604020202020204" pitchFamily="34" charset="0"/>
                <a:cs typeface="Arial" panose="020B0604020202020204" pitchFamily="34" charset="0"/>
              </a:rPr>
              <a:t>Forma Normal Boyce Codd (FNBC)</a:t>
            </a: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400" b="1" dirty="0">
              <a:solidFill>
                <a:srgbClr val="0230F2"/>
              </a:solidFill>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400" b="1" dirty="0">
              <a:solidFill>
                <a:srgbClr val="0230F2"/>
              </a:solidFill>
              <a:latin typeface="Arial" panose="020B0604020202020204" pitchFamily="34" charset="0"/>
              <a:cs typeface="Arial" panose="020B0604020202020204" pitchFamily="34" charset="0"/>
            </a:endParaRPr>
          </a:p>
          <a:p>
            <a:pPr marL="9883" indent="0" algn="just" defTabSz="914400" eaLnBrk="1" fontAlgn="auto" hangingPunct="1">
              <a:lnSpc>
                <a:spcPct val="115000"/>
              </a:lnSpc>
              <a:spcBef>
                <a:spcPts val="400"/>
              </a:spcBef>
              <a:spcAft>
                <a:spcPts val="0"/>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sz="2400" dirty="0">
                <a:latin typeface="Arial" panose="020B0604020202020204" pitchFamily="34" charset="0"/>
                <a:cs typeface="Arial" panose="020B0604020202020204" pitchFamily="34" charset="0"/>
              </a:rPr>
              <a:t>Esto significa que no deben existir interrelaciones entre atributos fuera de las claves candidatas.</a:t>
            </a:r>
            <a:r>
              <a:rPr lang="es-CO" altLang="es-CO" sz="2400" dirty="0">
                <a:solidFill>
                  <a:schemeClr val="tx1">
                    <a:lumMod val="75000"/>
                    <a:lumOff val="25000"/>
                  </a:schemeClr>
                </a:solidFill>
                <a:latin typeface="Arial" panose="020B0604020202020204" pitchFamily="34" charset="0"/>
                <a:cs typeface="Arial" panose="020B0604020202020204" pitchFamily="34" charset="0"/>
              </a:rPr>
              <a:t> Ejemplo</a:t>
            </a:r>
            <a:r>
              <a:rPr lang="en-GB" altLang="es-CO" sz="2400" dirty="0">
                <a:solidFill>
                  <a:schemeClr val="tx1">
                    <a:lumMod val="75000"/>
                    <a:lumOff val="25000"/>
                  </a:schemeClr>
                </a:solidFill>
                <a:latin typeface="Arial" panose="020B0604020202020204" pitchFamily="34" charset="0"/>
                <a:cs typeface="Arial" panose="020B0604020202020204" pitchFamily="34" charset="0"/>
              </a:rPr>
              <a:t>:</a:t>
            </a:r>
          </a:p>
          <a:p>
            <a:pPr marL="1364248" indent="-1355243" algn="just" defTabSz="914400" eaLnBrk="1" fontAlgn="auto" hangingPunct="1">
              <a:lnSpc>
                <a:spcPct val="105000"/>
              </a:lnSpc>
              <a:spcBef>
                <a:spcPts val="0"/>
              </a:spcBef>
              <a:spcAft>
                <a:spcPts val="400"/>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400" dirty="0">
                <a:solidFill>
                  <a:srgbClr val="0000CC"/>
                </a:solidFill>
                <a:latin typeface="Arial" panose="020B0604020202020204" pitchFamily="34" charset="0"/>
                <a:cs typeface="Arial" panose="020B0604020202020204" pitchFamily="34" charset="0"/>
              </a:rPr>
              <a:t>Ocupación2FN (</a:t>
            </a:r>
            <a:r>
              <a:rPr lang="es-CO" altLang="es-CO" sz="2400" dirty="0" err="1">
                <a:solidFill>
                  <a:srgbClr val="0000CC"/>
                </a:solidFill>
                <a:latin typeface="Arial" panose="020B0604020202020204" pitchFamily="34" charset="0"/>
                <a:cs typeface="Arial" panose="020B0604020202020204" pitchFamily="34" charset="0"/>
              </a:rPr>
              <a:t>noCliente</a:t>
            </a:r>
            <a:r>
              <a:rPr lang="es-CO" altLang="es-CO" sz="2400" dirty="0">
                <a:solidFill>
                  <a:srgbClr val="0000CC"/>
                </a:solidFill>
                <a:latin typeface="Arial" panose="020B0604020202020204" pitchFamily="34" charset="0"/>
                <a:cs typeface="Arial" panose="020B0604020202020204" pitchFamily="34" charset="0"/>
              </a:rPr>
              <a:t>, </a:t>
            </a:r>
            <a:r>
              <a:rPr lang="es-CO" altLang="es-CO" sz="2400" dirty="0" err="1">
                <a:solidFill>
                  <a:srgbClr val="0000CC"/>
                </a:solidFill>
                <a:latin typeface="Arial" panose="020B0604020202020204" pitchFamily="34" charset="0"/>
                <a:cs typeface="Arial" panose="020B0604020202020204" pitchFamily="34" charset="0"/>
              </a:rPr>
              <a:t>nombreCli</a:t>
            </a:r>
            <a:r>
              <a:rPr lang="es-CO" altLang="es-CO" sz="2400" dirty="0">
                <a:solidFill>
                  <a:srgbClr val="0000CC"/>
                </a:solidFill>
                <a:latin typeface="Arial" panose="020B0604020202020204" pitchFamily="34" charset="0"/>
                <a:cs typeface="Arial" panose="020B0604020202020204" pitchFamily="34" charset="0"/>
              </a:rPr>
              <a:t>, </a:t>
            </a:r>
            <a:r>
              <a:rPr lang="es-CO" altLang="es-CO" sz="2400" u="sng" dirty="0" err="1">
                <a:solidFill>
                  <a:srgbClr val="0000CC"/>
                </a:solidFill>
                <a:latin typeface="Arial" panose="020B0604020202020204" pitchFamily="34" charset="0"/>
                <a:cs typeface="Arial" panose="020B0604020202020204" pitchFamily="34" charset="0"/>
              </a:rPr>
              <a:t>noHabitac</a:t>
            </a:r>
            <a:r>
              <a:rPr lang="es-CO" altLang="es-CO" sz="2400" u="sng" dirty="0">
                <a:solidFill>
                  <a:srgbClr val="0000CC"/>
                </a:solidFill>
                <a:latin typeface="Arial" panose="020B0604020202020204" pitchFamily="34" charset="0"/>
                <a:cs typeface="Arial" panose="020B0604020202020204" pitchFamily="34" charset="0"/>
              </a:rPr>
              <a:t>, </a:t>
            </a:r>
            <a:r>
              <a:rPr lang="es-CO" altLang="es-CO" sz="2400" u="sng" dirty="0" err="1">
                <a:solidFill>
                  <a:srgbClr val="0000CC"/>
                </a:solidFill>
                <a:latin typeface="Arial" panose="020B0604020202020204" pitchFamily="34" charset="0"/>
                <a:cs typeface="Arial" panose="020B0604020202020204" pitchFamily="34" charset="0"/>
              </a:rPr>
              <a:t>fechaEntrada</a:t>
            </a:r>
            <a:r>
              <a:rPr lang="es-CO" altLang="es-CO" sz="2400" dirty="0">
                <a:solidFill>
                  <a:srgbClr val="0000CC"/>
                </a:solidFill>
                <a:latin typeface="Arial" panose="020B0604020202020204" pitchFamily="34" charset="0"/>
                <a:cs typeface="Arial" panose="020B0604020202020204" pitchFamily="34" charset="0"/>
              </a:rPr>
              <a:t>)</a:t>
            </a:r>
          </a:p>
          <a:p>
            <a:pPr marL="1364248" indent="-1355243" algn="just" defTabSz="914400" eaLnBrk="1" fontAlgn="auto" hangingPunct="1">
              <a:lnSpc>
                <a:spcPct val="105000"/>
              </a:lnSpc>
              <a:spcBef>
                <a:spcPts val="567"/>
              </a:spcBef>
              <a:spcAft>
                <a:spcPts val="567"/>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400" dirty="0">
                <a:latin typeface="Arial" panose="020B0604020202020204" pitchFamily="34" charset="0"/>
                <a:cs typeface="Arial" panose="020B0604020202020204" pitchFamily="34" charset="0"/>
              </a:rPr>
              <a:t>DF</a:t>
            </a:r>
            <a:r>
              <a:rPr lang="es-CO" altLang="es-CO" sz="2400" baseline="-25000" dirty="0">
                <a:latin typeface="Arial" panose="020B0604020202020204" pitchFamily="34" charset="0"/>
                <a:cs typeface="Arial" panose="020B0604020202020204" pitchFamily="34" charset="0"/>
              </a:rPr>
              <a:t>1</a:t>
            </a:r>
            <a:r>
              <a:rPr lang="es-CO" altLang="es-CO" sz="2400" dirty="0">
                <a:latin typeface="Arial" panose="020B0604020202020204" pitchFamily="34" charset="0"/>
                <a:cs typeface="Arial" panose="020B0604020202020204" pitchFamily="34" charset="0"/>
              </a:rPr>
              <a:t>={</a:t>
            </a:r>
            <a:r>
              <a:rPr lang="es-CO" altLang="es-CO" sz="2400" dirty="0" err="1">
                <a:latin typeface="Arial" panose="020B0604020202020204" pitchFamily="34" charset="0"/>
                <a:cs typeface="Arial" panose="020B0604020202020204" pitchFamily="34" charset="0"/>
              </a:rPr>
              <a:t>noCliente</a:t>
            </a:r>
            <a:r>
              <a:rPr lang="es-CO" altLang="es-CO" sz="24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sym typeface="Wingdings" panose="05000000000000000000" pitchFamily="2" charset="2"/>
              </a:rPr>
              <a:t></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nombreCli</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noHabitac</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fechaEntrada</a:t>
            </a:r>
            <a:r>
              <a:rPr lang="es-CO" altLang="es-CO" sz="24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sym typeface="Wingdings" panose="05000000000000000000" pitchFamily="2" charset="2"/>
              </a:rPr>
              <a:t></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noCliente</a:t>
            </a:r>
            <a:r>
              <a:rPr lang="es-CO" altLang="es-CO" sz="2400" dirty="0">
                <a:latin typeface="Arial" panose="020B0604020202020204" pitchFamily="34" charset="0"/>
                <a:cs typeface="Arial" panose="020B0604020202020204" pitchFamily="34" charset="0"/>
              </a:rPr>
              <a:t>}</a:t>
            </a:r>
          </a:p>
          <a:p>
            <a:pPr marL="1364248" indent="-1355243" algn="just" defTabSz="914400" eaLnBrk="1" fontAlgn="auto" hangingPunct="1">
              <a:lnSpc>
                <a:spcPct val="105000"/>
              </a:lnSpc>
              <a:spcBef>
                <a:spcPts val="567"/>
              </a:spcBef>
              <a:spcAft>
                <a:spcPts val="567"/>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400" dirty="0">
                <a:solidFill>
                  <a:srgbClr val="0000CC"/>
                </a:solidFill>
                <a:latin typeface="Arial" panose="020B0604020202020204" pitchFamily="34" charset="0"/>
                <a:cs typeface="Arial" panose="020B0604020202020204" pitchFamily="34" charset="0"/>
              </a:rPr>
              <a:t>Habitación2FN (</a:t>
            </a:r>
            <a:r>
              <a:rPr lang="es-CO" altLang="es-CO" sz="2400" u="sng" dirty="0" err="1">
                <a:solidFill>
                  <a:srgbClr val="0000CC"/>
                </a:solidFill>
                <a:latin typeface="Arial" panose="020B0604020202020204" pitchFamily="34" charset="0"/>
                <a:cs typeface="Arial" panose="020B0604020202020204" pitchFamily="34" charset="0"/>
              </a:rPr>
              <a:t>noHabitac</a:t>
            </a:r>
            <a:r>
              <a:rPr lang="es-CO" altLang="es-CO" sz="2400" dirty="0">
                <a:solidFill>
                  <a:srgbClr val="0000CC"/>
                </a:solidFill>
                <a:latin typeface="Arial" panose="020B0604020202020204" pitchFamily="34" charset="0"/>
                <a:cs typeface="Arial" panose="020B0604020202020204" pitchFamily="34" charset="0"/>
              </a:rPr>
              <a:t>, </a:t>
            </a:r>
            <a:r>
              <a:rPr lang="es-CO" altLang="es-CO" sz="2400" dirty="0" err="1">
                <a:solidFill>
                  <a:srgbClr val="0000CC"/>
                </a:solidFill>
                <a:latin typeface="Arial" panose="020B0604020202020204" pitchFamily="34" charset="0"/>
                <a:cs typeface="Arial" panose="020B0604020202020204" pitchFamily="34" charset="0"/>
              </a:rPr>
              <a:t>precioNoche</a:t>
            </a:r>
            <a:r>
              <a:rPr lang="es-CO" altLang="es-CO" sz="2400" dirty="0">
                <a:solidFill>
                  <a:srgbClr val="0000CC"/>
                </a:solidFill>
                <a:latin typeface="Arial" panose="020B0604020202020204" pitchFamily="34" charset="0"/>
                <a:cs typeface="Arial" panose="020B0604020202020204" pitchFamily="34" charset="0"/>
              </a:rPr>
              <a:t>, </a:t>
            </a:r>
            <a:r>
              <a:rPr lang="es-CO" altLang="es-CO" sz="2400" dirty="0" err="1">
                <a:solidFill>
                  <a:srgbClr val="0000CC"/>
                </a:solidFill>
                <a:latin typeface="Arial" panose="020B0604020202020204" pitchFamily="34" charset="0"/>
                <a:cs typeface="Arial" panose="020B0604020202020204" pitchFamily="34" charset="0"/>
              </a:rPr>
              <a:t>tipoHabitac</a:t>
            </a:r>
            <a:r>
              <a:rPr lang="es-CO" altLang="es-CO" sz="2400" dirty="0">
                <a:solidFill>
                  <a:srgbClr val="0000CC"/>
                </a:solidFill>
                <a:latin typeface="Arial" panose="020B0604020202020204" pitchFamily="34" charset="0"/>
                <a:cs typeface="Arial" panose="020B0604020202020204" pitchFamily="34" charset="0"/>
              </a:rPr>
              <a:t>)</a:t>
            </a:r>
          </a:p>
          <a:p>
            <a:pPr marL="1364248" indent="-1355243" algn="just" defTabSz="914400" eaLnBrk="1" fontAlgn="auto" hangingPunct="1">
              <a:lnSpc>
                <a:spcPct val="105000"/>
              </a:lnSpc>
              <a:spcBef>
                <a:spcPts val="567"/>
              </a:spcBef>
              <a:spcAft>
                <a:spcPts val="567"/>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400" dirty="0">
                <a:latin typeface="Arial" panose="020B0604020202020204" pitchFamily="34" charset="0"/>
                <a:cs typeface="Arial" panose="020B0604020202020204" pitchFamily="34" charset="0"/>
              </a:rPr>
              <a:t>DF</a:t>
            </a:r>
            <a:r>
              <a:rPr lang="es-CO" altLang="es-CO" sz="2400" baseline="-25000" dirty="0">
                <a:latin typeface="Arial" panose="020B0604020202020204" pitchFamily="34" charset="0"/>
                <a:cs typeface="Arial" panose="020B0604020202020204" pitchFamily="34" charset="0"/>
              </a:rPr>
              <a:t>2</a:t>
            </a:r>
            <a:r>
              <a:rPr lang="es-CO" altLang="es-CO" sz="2400" dirty="0">
                <a:latin typeface="Arial" panose="020B0604020202020204" pitchFamily="34" charset="0"/>
                <a:cs typeface="Arial" panose="020B0604020202020204" pitchFamily="34" charset="0"/>
              </a:rPr>
              <a:t>={</a:t>
            </a:r>
            <a:r>
              <a:rPr lang="es-CO" altLang="es-CO" sz="2400" dirty="0" err="1">
                <a:latin typeface="Arial" panose="020B0604020202020204" pitchFamily="34" charset="0"/>
                <a:cs typeface="Arial" panose="020B0604020202020204" pitchFamily="34" charset="0"/>
              </a:rPr>
              <a:t>noHabitac</a:t>
            </a:r>
            <a:r>
              <a:rPr lang="es-CO" altLang="es-CO" sz="24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sym typeface="Wingdings" panose="05000000000000000000" pitchFamily="2" charset="2"/>
              </a:rPr>
              <a:t></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precioNoche</a:t>
            </a:r>
            <a:r>
              <a:rPr lang="es-CO" altLang="es-CO" sz="2400" dirty="0">
                <a:latin typeface="Arial" panose="020B0604020202020204" pitchFamily="34" charset="0"/>
                <a:cs typeface="Arial" panose="020B0604020202020204" pitchFamily="34" charset="0"/>
              </a:rPr>
              <a:t>, </a:t>
            </a:r>
            <a:r>
              <a:rPr lang="es-CO" altLang="es-CO" sz="2400" dirty="0" err="1">
                <a:latin typeface="Arial" panose="020B0604020202020204" pitchFamily="34" charset="0"/>
                <a:cs typeface="Arial" panose="020B0604020202020204" pitchFamily="34" charset="0"/>
              </a:rPr>
              <a:t>tipoHabitac</a:t>
            </a:r>
            <a:r>
              <a:rPr lang="es-CO" altLang="es-CO" sz="2400" dirty="0">
                <a:latin typeface="Arial" panose="020B0604020202020204" pitchFamily="34" charset="0"/>
                <a:cs typeface="Arial" panose="020B0604020202020204" pitchFamily="34" charset="0"/>
              </a:rPr>
              <a:t>}</a:t>
            </a:r>
          </a:p>
        </p:txBody>
      </p:sp>
      <p:sp>
        <p:nvSpPr>
          <p:cNvPr id="3" name="CuadroTexto 2">
            <a:extLst>
              <a:ext uri="{FF2B5EF4-FFF2-40B4-BE49-F238E27FC236}">
                <a16:creationId xmlns:a16="http://schemas.microsoft.com/office/drawing/2014/main" id="{8016216F-A414-971D-99B8-19F3797A1482}"/>
              </a:ext>
            </a:extLst>
          </p:cNvPr>
          <p:cNvSpPr txBox="1"/>
          <p:nvPr/>
        </p:nvSpPr>
        <p:spPr>
          <a:xfrm>
            <a:off x="2114103" y="1654139"/>
            <a:ext cx="8928992" cy="1015663"/>
          </a:xfrm>
          <a:prstGeom prst="rect">
            <a:avLst/>
          </a:prstGeom>
          <a:solidFill>
            <a:schemeClr val="accent3">
              <a:lumMod val="20000"/>
              <a:lumOff val="80000"/>
              <a:alpha val="20000"/>
            </a:schemeClr>
          </a:solidFill>
          <a:ln>
            <a:solidFill>
              <a:srgbClr val="002060"/>
            </a:solidFill>
          </a:ln>
        </p:spPr>
        <p:txBody>
          <a:bodyPr wrap="square" rtlCol="0">
            <a:spAutoFit/>
          </a:bodyPr>
          <a:lstStyle/>
          <a:p>
            <a:pPr algn="just"/>
            <a:r>
              <a:rPr lang="es-CO" sz="2000" b="1" i="1" dirty="0">
                <a:solidFill>
                  <a:srgbClr val="0000CC"/>
                </a:solidFill>
                <a:latin typeface="Arial" panose="020B0604020202020204" pitchFamily="34" charset="0"/>
                <a:cs typeface="Arial" panose="020B0604020202020204" pitchFamily="34" charset="0"/>
              </a:rPr>
              <a:t>Definición:</a:t>
            </a:r>
            <a:r>
              <a:rPr lang="es-CO" sz="2000" i="1" dirty="0">
                <a:solidFill>
                  <a:srgbClr val="0000CC"/>
                </a:solidFill>
                <a:latin typeface="Arial" panose="020B0604020202020204" pitchFamily="34" charset="0"/>
                <a:cs typeface="Arial" panose="020B0604020202020204" pitchFamily="34" charset="0"/>
              </a:rPr>
              <a:t> </a:t>
            </a:r>
            <a:r>
              <a:rPr lang="es-CO" sz="2000" b="1" i="1" dirty="0">
                <a:solidFill>
                  <a:srgbClr val="008000"/>
                </a:solidFill>
                <a:latin typeface="Arial" panose="020B0604020202020204" pitchFamily="34" charset="0"/>
                <a:cs typeface="Arial" panose="020B0604020202020204" pitchFamily="34" charset="0"/>
              </a:rPr>
              <a:t>Una relación está en FNBC si cualquier atributo sólo facilita información sobre claves candidatas, y no sobre atributos que no formen parte de ninguna clave candidata.</a:t>
            </a:r>
          </a:p>
        </p:txBody>
      </p:sp>
    </p:spTree>
    <p:extLst>
      <p:ext uri="{BB962C8B-B14F-4D97-AF65-F5344CB8AC3E}">
        <p14:creationId xmlns:p14="http://schemas.microsoft.com/office/powerpoint/2010/main" val="4266827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65407"/>
          </a:xfrm>
          <a:prstGeom prst="rect">
            <a:avLst/>
          </a:prstGeom>
          <a:noFill/>
        </p:spPr>
        <p:txBody>
          <a:bodyPr wrap="square" rtlCol="0">
            <a:spAutoFit/>
          </a:bodyPr>
          <a:lstStyle/>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n-GB" altLang="es-CO" sz="2000" b="1" dirty="0" err="1">
                <a:solidFill>
                  <a:srgbClr val="0230F2"/>
                </a:solidFill>
                <a:latin typeface="Arial" panose="020B0604020202020204" pitchFamily="34" charset="0"/>
                <a:cs typeface="Arial" panose="020B0604020202020204" pitchFamily="34" charset="0"/>
              </a:rPr>
              <a:t>Tercera</a:t>
            </a:r>
            <a:r>
              <a:rPr lang="en-GB" altLang="es-CO" sz="2000" b="1" dirty="0">
                <a:solidFill>
                  <a:srgbClr val="0230F2"/>
                </a:solidFill>
                <a:latin typeface="Arial" panose="020B0604020202020204" pitchFamily="34" charset="0"/>
                <a:cs typeface="Arial" panose="020B0604020202020204" pitchFamily="34" charset="0"/>
              </a:rPr>
              <a:t> Forma Normal (3FN)</a:t>
            </a:r>
          </a:p>
          <a:p>
            <a:pPr marL="9883" indent="0" defTabSz="914400" eaLnBrk="1" fontAlgn="auto" hangingPunct="1">
              <a:lnSpc>
                <a:spcPct val="10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b="1" dirty="0">
              <a:solidFill>
                <a:srgbClr val="0230F2"/>
              </a:solidFill>
              <a:latin typeface="Arial" panose="020B0604020202020204" pitchFamily="34" charset="0"/>
              <a:cs typeface="Arial" panose="020B0604020202020204" pitchFamily="34" charset="0"/>
            </a:endParaRPr>
          </a:p>
          <a:p>
            <a:pPr marL="9883" indent="0" algn="just" defTabSz="914400" eaLnBrk="1" fontAlgn="auto" hangingPunct="1">
              <a:lnSpc>
                <a:spcPct val="100000"/>
              </a:lnSpc>
              <a:spcBef>
                <a:spcPts val="567"/>
              </a:spcBef>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dirty="0">
              <a:solidFill>
                <a:schemeClr val="tx1">
                  <a:lumMod val="75000"/>
                  <a:lumOff val="25000"/>
                </a:schemeClr>
              </a:solidFill>
              <a:latin typeface="Arial" panose="020B0604020202020204" pitchFamily="34" charset="0"/>
              <a:cs typeface="Arial" panose="020B0604020202020204" pitchFamily="34" charset="0"/>
            </a:endParaRPr>
          </a:p>
          <a:p>
            <a:pPr marL="9883" indent="0" algn="just" defTabSz="914400" eaLnBrk="1" fontAlgn="auto" hangingPunct="1">
              <a:lnSpc>
                <a:spcPct val="100000"/>
              </a:lnSpc>
              <a:spcBef>
                <a:spcPts val="567"/>
              </a:spcBef>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n-GB" altLang="es-CO" sz="2000" dirty="0">
              <a:solidFill>
                <a:schemeClr val="tx1">
                  <a:lumMod val="75000"/>
                  <a:lumOff val="25000"/>
                </a:schemeClr>
              </a:solidFill>
              <a:latin typeface="Arial" panose="020B0604020202020204" pitchFamily="34" charset="0"/>
              <a:cs typeface="Arial" panose="020B0604020202020204" pitchFamily="34" charset="0"/>
            </a:endParaRPr>
          </a:p>
          <a:p>
            <a:pPr marL="9883" indent="0" algn="just" defTabSz="914400" eaLnBrk="1" fontAlgn="auto" hangingPunct="1">
              <a:lnSpc>
                <a:spcPct val="100000"/>
              </a:lnSpc>
              <a:spcBef>
                <a:spcPts val="0"/>
              </a:spcBef>
              <a:spcAft>
                <a:spcPts val="800"/>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CO" sz="2000" dirty="0">
                <a:latin typeface="Arial" panose="020B0604020202020204" pitchFamily="34" charset="0"/>
                <a:cs typeface="Arial" panose="020B0604020202020204" pitchFamily="34" charset="0"/>
              </a:rPr>
              <a:t>La tercera forma normal consiste en eliminar las dependencias transitivas.</a:t>
            </a:r>
            <a:r>
              <a:rPr lang="es-CO" altLang="es-CO" sz="2000" dirty="0">
                <a:solidFill>
                  <a:schemeClr val="tx1">
                    <a:lumMod val="75000"/>
                    <a:lumOff val="25000"/>
                  </a:schemeClr>
                </a:solidFill>
                <a:latin typeface="Arial" panose="020B0604020202020204" pitchFamily="34" charset="0"/>
                <a:cs typeface="Arial" panose="020B0604020202020204" pitchFamily="34" charset="0"/>
              </a:rPr>
              <a:t> Ejemplo</a:t>
            </a:r>
            <a:r>
              <a:rPr lang="en-GB" altLang="es-CO" sz="2000" dirty="0">
                <a:solidFill>
                  <a:schemeClr val="tx1">
                    <a:lumMod val="75000"/>
                    <a:lumOff val="25000"/>
                  </a:schemeClr>
                </a:solidFill>
                <a:latin typeface="Arial" panose="020B0604020202020204" pitchFamily="34" charset="0"/>
                <a:cs typeface="Arial" panose="020B0604020202020204" pitchFamily="34" charset="0"/>
              </a:rPr>
              <a:t>:</a:t>
            </a:r>
          </a:p>
          <a:p>
            <a:pPr marL="1190153" indent="-1181148" algn="just" defTabSz="914400" eaLnBrk="1" fontAlgn="auto" hangingPunct="1">
              <a:lnSpc>
                <a:spcPct val="100000"/>
              </a:lnSpc>
              <a:spcBef>
                <a:spcPts val="400"/>
              </a:spcBef>
              <a:spcAft>
                <a:spcPts val="40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latin typeface="Arial" panose="020B0604020202020204" pitchFamily="34" charset="0"/>
                <a:cs typeface="Arial" panose="020B0604020202020204" pitchFamily="34" charset="0"/>
              </a:rPr>
              <a:t>Ciudades (</a:t>
            </a:r>
            <a:r>
              <a:rPr lang="es-CO" altLang="es-CO" sz="2000" u="sng" dirty="0" err="1">
                <a:latin typeface="Arial" panose="020B0604020202020204" pitchFamily="34" charset="0"/>
                <a:cs typeface="Arial" panose="020B0604020202020204" pitchFamily="34" charset="0"/>
              </a:rPr>
              <a:t>idCiudad</a:t>
            </a:r>
            <a:r>
              <a:rPr lang="es-CO" altLang="es-CO" sz="2000" dirty="0">
                <a:latin typeface="Arial" panose="020B0604020202020204" pitchFamily="34" charset="0"/>
                <a:cs typeface="Arial" panose="020B0604020202020204" pitchFamily="34" charset="0"/>
              </a:rPr>
              <a:t>, nombre, población, superficie, renta, país, continente)</a:t>
            </a:r>
          </a:p>
          <a:p>
            <a:pPr marL="1190153" indent="-1181148" algn="just" defTabSz="914400" eaLnBrk="1" fontAlgn="auto" hangingPunct="1">
              <a:lnSpc>
                <a:spcPct val="100000"/>
              </a:lnSpc>
              <a:spcBef>
                <a:spcPts val="0"/>
              </a:spcBef>
              <a:spcAft>
                <a:spcPts val="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endParaRPr lang="es-CO" altLang="es-CO" sz="2000" dirty="0">
              <a:latin typeface="Arial" panose="020B0604020202020204" pitchFamily="34" charset="0"/>
              <a:cs typeface="Arial" panose="020B0604020202020204" pitchFamily="34" charset="0"/>
            </a:endParaRPr>
          </a:p>
          <a:p>
            <a:pPr marL="1190153" indent="-1181148" algn="just" defTabSz="914400" eaLnBrk="1" fontAlgn="auto" hangingPunct="1">
              <a:lnSpc>
                <a:spcPct val="100000"/>
              </a:lnSpc>
              <a:spcBef>
                <a:spcPts val="800"/>
              </a:spcBef>
              <a:spcAft>
                <a:spcPts val="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solidFill>
                  <a:srgbClr val="EA0000"/>
                </a:solidFill>
                <a:latin typeface="Arial" panose="020B0604020202020204" pitchFamily="34" charset="0"/>
                <a:cs typeface="Arial" panose="020B0604020202020204" pitchFamily="34" charset="0"/>
              </a:rPr>
              <a:t>Ciudades (</a:t>
            </a:r>
            <a:r>
              <a:rPr lang="es-CO" altLang="es-CO" sz="2000" u="sng" dirty="0" err="1">
                <a:solidFill>
                  <a:srgbClr val="EA0000"/>
                </a:solidFill>
                <a:latin typeface="Arial" panose="020B0604020202020204" pitchFamily="34" charset="0"/>
                <a:cs typeface="Arial" panose="020B0604020202020204" pitchFamily="34" charset="0"/>
              </a:rPr>
              <a:t>idCiudad</a:t>
            </a:r>
            <a:r>
              <a:rPr lang="es-CO" altLang="es-CO" sz="2000" dirty="0">
                <a:solidFill>
                  <a:srgbClr val="EA0000"/>
                </a:solidFill>
                <a:latin typeface="Arial" panose="020B0604020202020204" pitchFamily="34" charset="0"/>
                <a:cs typeface="Arial" panose="020B0604020202020204" pitchFamily="34" charset="0"/>
              </a:rPr>
              <a:t>, nombre, población, superficie, renta, </a:t>
            </a:r>
            <a:r>
              <a:rPr lang="es-CO" altLang="es-CO" sz="2000" dirty="0" err="1">
                <a:solidFill>
                  <a:srgbClr val="EA0000"/>
                </a:solidFill>
                <a:latin typeface="Arial" panose="020B0604020202020204" pitchFamily="34" charset="0"/>
                <a:cs typeface="Arial" panose="020B0604020202020204" pitchFamily="34" charset="0"/>
              </a:rPr>
              <a:t>pais</a:t>
            </a:r>
            <a:r>
              <a:rPr lang="es-CO" altLang="es-CO" sz="2000" dirty="0">
                <a:solidFill>
                  <a:srgbClr val="EA0000"/>
                </a:solidFill>
                <a:latin typeface="Arial" panose="020B0604020202020204" pitchFamily="34" charset="0"/>
                <a:cs typeface="Arial" panose="020B0604020202020204" pitchFamily="34" charset="0"/>
              </a:rPr>
              <a:t>)</a:t>
            </a:r>
          </a:p>
          <a:p>
            <a:pPr marL="1190153" indent="-1181148" algn="just" defTabSz="914400" eaLnBrk="1" fontAlgn="auto" hangingPunct="1">
              <a:lnSpc>
                <a:spcPct val="100000"/>
              </a:lnSpc>
              <a:spcBef>
                <a:spcPts val="600"/>
              </a:spcBef>
              <a:spcAft>
                <a:spcPts val="0"/>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latin typeface="Arial" panose="020B0604020202020204" pitchFamily="34" charset="0"/>
                <a:cs typeface="Arial" panose="020B0604020202020204" pitchFamily="34" charset="0"/>
              </a:rPr>
              <a:t>		DF</a:t>
            </a:r>
            <a:r>
              <a:rPr lang="es-CO" altLang="es-CO" sz="2000" baseline="-25000" dirty="0">
                <a:latin typeface="Arial" panose="020B0604020202020204" pitchFamily="34" charset="0"/>
                <a:cs typeface="Arial" panose="020B0604020202020204" pitchFamily="34" charset="0"/>
              </a:rPr>
              <a:t>1</a:t>
            </a:r>
            <a:r>
              <a:rPr lang="es-CO" altLang="es-CO" sz="2000" dirty="0">
                <a:latin typeface="Arial" panose="020B0604020202020204" pitchFamily="34" charset="0"/>
                <a:cs typeface="Arial" panose="020B0604020202020204" pitchFamily="34" charset="0"/>
              </a:rPr>
              <a:t>={</a:t>
            </a:r>
            <a:r>
              <a:rPr lang="es-CO" altLang="es-CO" sz="2000" dirty="0" err="1">
                <a:latin typeface="Arial" panose="020B0604020202020204" pitchFamily="34" charset="0"/>
                <a:cs typeface="Arial" panose="020B0604020202020204" pitchFamily="34" charset="0"/>
              </a:rPr>
              <a:t>idCiudad</a:t>
            </a:r>
            <a:r>
              <a:rPr lang="es-CO" altLang="es-CO" sz="2000"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sym typeface="Wingdings" panose="05000000000000000000" pitchFamily="2" charset="2"/>
              </a:rPr>
              <a:t></a:t>
            </a:r>
            <a:r>
              <a:rPr lang="es-CO" altLang="es-CO" sz="2000" dirty="0">
                <a:latin typeface="Arial" panose="020B0604020202020204" pitchFamily="34" charset="0"/>
                <a:cs typeface="Arial" panose="020B0604020202020204" pitchFamily="34" charset="0"/>
              </a:rPr>
              <a:t> nombre, población, superficie, renta, </a:t>
            </a:r>
            <a:r>
              <a:rPr lang="es-CO" altLang="es-CO" sz="2000" dirty="0" err="1">
                <a:latin typeface="Arial" panose="020B0604020202020204" pitchFamily="34" charset="0"/>
                <a:cs typeface="Arial" panose="020B0604020202020204" pitchFamily="34" charset="0"/>
              </a:rPr>
              <a:t>pais</a:t>
            </a:r>
            <a:r>
              <a:rPr lang="es-CO" altLang="es-CO" sz="2000" dirty="0">
                <a:latin typeface="Arial" panose="020B0604020202020204" pitchFamily="34" charset="0"/>
                <a:cs typeface="Arial" panose="020B0604020202020204" pitchFamily="34" charset="0"/>
              </a:rPr>
              <a:t>}</a:t>
            </a:r>
          </a:p>
          <a:p>
            <a:pPr marL="1190153" indent="-1181148" algn="just" defTabSz="914400" eaLnBrk="1" fontAlgn="auto" hangingPunct="1">
              <a:lnSpc>
                <a:spcPct val="100000"/>
              </a:lnSpc>
              <a:spcBef>
                <a:spcPts val="800"/>
              </a:spcBef>
              <a:spcAft>
                <a:spcPts val="0"/>
              </a:spcAft>
              <a:buFont typeface="Wingdings 2" panose="05020102010507070707" pitchFamily="18" charset="2"/>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err="1">
                <a:solidFill>
                  <a:srgbClr val="EA0000"/>
                </a:solidFill>
                <a:latin typeface="Arial" panose="020B0604020202020204" pitchFamily="34" charset="0"/>
                <a:cs typeface="Arial" panose="020B0604020202020204" pitchFamily="34" charset="0"/>
              </a:rPr>
              <a:t>Paises</a:t>
            </a:r>
            <a:r>
              <a:rPr lang="es-CO" altLang="es-CO" sz="2000" dirty="0">
                <a:solidFill>
                  <a:srgbClr val="EA0000"/>
                </a:solidFill>
                <a:latin typeface="Arial" panose="020B0604020202020204" pitchFamily="34" charset="0"/>
                <a:cs typeface="Arial" panose="020B0604020202020204" pitchFamily="34" charset="0"/>
              </a:rPr>
              <a:t> (</a:t>
            </a:r>
            <a:r>
              <a:rPr lang="es-CO" altLang="es-CO" sz="2000" u="sng" dirty="0" err="1">
                <a:solidFill>
                  <a:srgbClr val="EA0000"/>
                </a:solidFill>
                <a:latin typeface="Arial" panose="020B0604020202020204" pitchFamily="34" charset="0"/>
                <a:cs typeface="Arial" panose="020B0604020202020204" pitchFamily="34" charset="0"/>
              </a:rPr>
              <a:t>pais</a:t>
            </a:r>
            <a:r>
              <a:rPr lang="es-CO" altLang="es-CO" sz="2000" dirty="0">
                <a:solidFill>
                  <a:srgbClr val="EA0000"/>
                </a:solidFill>
                <a:latin typeface="Arial" panose="020B0604020202020204" pitchFamily="34" charset="0"/>
                <a:cs typeface="Arial" panose="020B0604020202020204" pitchFamily="34" charset="0"/>
              </a:rPr>
              <a:t>, continente)</a:t>
            </a:r>
          </a:p>
          <a:p>
            <a:pPr marL="1190153" indent="-1181148" algn="just" defTabSz="914400" eaLnBrk="1" fontAlgn="auto" hangingPunct="1">
              <a:lnSpc>
                <a:spcPct val="100000"/>
              </a:lnSpc>
              <a:spcBef>
                <a:spcPts val="800"/>
              </a:spcBef>
              <a:spcAft>
                <a:spcPts val="0"/>
              </a:spcAft>
              <a:buNone/>
              <a:tabLst>
                <a:tab pos="28516" algn="l"/>
                <a:tab pos="427735" algn="l"/>
                <a:tab pos="828454" algn="l"/>
                <a:tab pos="1440790" algn="l"/>
                <a:tab pos="1626892" algn="l"/>
                <a:tab pos="2026110" algn="l"/>
                <a:tab pos="2426830" algn="l"/>
                <a:tab pos="2826049" algn="l"/>
                <a:tab pos="3225268" algn="l"/>
                <a:tab pos="3624487" algn="l"/>
                <a:tab pos="4023706" algn="l"/>
                <a:tab pos="4424425" algn="l"/>
                <a:tab pos="4823644" algn="l"/>
                <a:tab pos="5222862" algn="l"/>
                <a:tab pos="5622081" algn="l"/>
                <a:tab pos="6022801" algn="l"/>
                <a:tab pos="6422020" algn="l"/>
                <a:tab pos="6821239" algn="l"/>
                <a:tab pos="7220458" algn="l"/>
                <a:tab pos="7619676" algn="l"/>
                <a:tab pos="7724734" algn="l"/>
              </a:tabLst>
              <a:defRPr/>
            </a:pPr>
            <a:r>
              <a:rPr lang="es-CO" altLang="es-CO" sz="2000" dirty="0">
                <a:latin typeface="Arial" panose="020B0604020202020204" pitchFamily="34" charset="0"/>
                <a:cs typeface="Arial" panose="020B0604020202020204" pitchFamily="34" charset="0"/>
              </a:rPr>
              <a:t>		DF</a:t>
            </a:r>
            <a:r>
              <a:rPr lang="es-CO" altLang="es-CO" sz="2000" baseline="-25000" dirty="0">
                <a:latin typeface="Arial" panose="020B0604020202020204" pitchFamily="34" charset="0"/>
                <a:cs typeface="Arial" panose="020B0604020202020204" pitchFamily="34" charset="0"/>
              </a:rPr>
              <a:t>2</a:t>
            </a:r>
            <a:r>
              <a:rPr lang="es-CO" altLang="es-CO" sz="2000" dirty="0">
                <a:latin typeface="Arial" panose="020B0604020202020204" pitchFamily="34" charset="0"/>
                <a:cs typeface="Arial" panose="020B0604020202020204" pitchFamily="34" charset="0"/>
              </a:rPr>
              <a:t>={</a:t>
            </a:r>
            <a:r>
              <a:rPr lang="es-CO" altLang="es-CO" sz="2000" dirty="0" err="1">
                <a:latin typeface="Arial" panose="020B0604020202020204" pitchFamily="34" charset="0"/>
                <a:cs typeface="Arial" panose="020B0604020202020204" pitchFamily="34" charset="0"/>
              </a:rPr>
              <a:t>pais</a:t>
            </a:r>
            <a:r>
              <a:rPr lang="es-CO" altLang="es-CO" sz="2000" dirty="0">
                <a:latin typeface="Arial" panose="020B0604020202020204" pitchFamily="34" charset="0"/>
                <a:cs typeface="Arial" panose="020B0604020202020204" pitchFamily="34" charset="0"/>
              </a:rPr>
              <a:t> </a:t>
            </a:r>
            <a:r>
              <a:rPr lang="en-GB" altLang="es-CO" sz="2000" dirty="0">
                <a:latin typeface="Arial" panose="020B0604020202020204" pitchFamily="34" charset="0"/>
                <a:cs typeface="Arial" panose="020B0604020202020204" pitchFamily="34" charset="0"/>
                <a:sym typeface="Wingdings" panose="05000000000000000000" pitchFamily="2" charset="2"/>
              </a:rPr>
              <a:t></a:t>
            </a:r>
            <a:r>
              <a:rPr lang="es-CO" altLang="es-CO" sz="2000" dirty="0">
                <a:latin typeface="Arial" panose="020B0604020202020204" pitchFamily="34" charset="0"/>
                <a:cs typeface="Arial" panose="020B0604020202020204" pitchFamily="34" charset="0"/>
              </a:rPr>
              <a:t> continente}</a:t>
            </a:r>
          </a:p>
        </p:txBody>
      </p:sp>
      <p:sp>
        <p:nvSpPr>
          <p:cNvPr id="5" name="CuadroTexto 4">
            <a:extLst>
              <a:ext uri="{FF2B5EF4-FFF2-40B4-BE49-F238E27FC236}">
                <a16:creationId xmlns:a16="http://schemas.microsoft.com/office/drawing/2014/main" id="{DC6FAAED-6467-664E-D584-3DE41AB76ACF}"/>
              </a:ext>
            </a:extLst>
          </p:cNvPr>
          <p:cNvSpPr txBox="1"/>
          <p:nvPr/>
        </p:nvSpPr>
        <p:spPr>
          <a:xfrm>
            <a:off x="2200736" y="1629103"/>
            <a:ext cx="8755726" cy="1015663"/>
          </a:xfrm>
          <a:prstGeom prst="rect">
            <a:avLst/>
          </a:prstGeom>
          <a:solidFill>
            <a:schemeClr val="accent3">
              <a:lumMod val="20000"/>
              <a:lumOff val="80000"/>
              <a:alpha val="20000"/>
            </a:schemeClr>
          </a:solidFill>
          <a:ln>
            <a:solidFill>
              <a:srgbClr val="002060"/>
            </a:solidFill>
          </a:ln>
        </p:spPr>
        <p:txBody>
          <a:bodyPr wrap="square" rtlCol="0">
            <a:spAutoFit/>
          </a:bodyPr>
          <a:lstStyle/>
          <a:p>
            <a:pPr algn="just"/>
            <a:r>
              <a:rPr lang="es-CO" sz="2000" b="1" i="1" dirty="0">
                <a:solidFill>
                  <a:srgbClr val="0000CC"/>
                </a:solidFill>
                <a:latin typeface="Arial" panose="020B0604020202020204" pitchFamily="34" charset="0"/>
                <a:cs typeface="Arial" panose="020B0604020202020204" pitchFamily="34" charset="0"/>
              </a:rPr>
              <a:t>Definición:</a:t>
            </a:r>
            <a:r>
              <a:rPr lang="es-CO" sz="2000" i="1" dirty="0">
                <a:solidFill>
                  <a:srgbClr val="0000CC"/>
                </a:solidFill>
                <a:latin typeface="Arial" panose="020B0604020202020204" pitchFamily="34" charset="0"/>
                <a:cs typeface="Arial" panose="020B0604020202020204" pitchFamily="34" charset="0"/>
              </a:rPr>
              <a:t> </a:t>
            </a:r>
            <a:r>
              <a:rPr lang="es-CO" sz="2000" b="1" i="1" dirty="0">
                <a:solidFill>
                  <a:srgbClr val="008000"/>
                </a:solidFill>
                <a:latin typeface="Arial" panose="020B0604020202020204" pitchFamily="34" charset="0"/>
                <a:cs typeface="Arial" panose="020B0604020202020204" pitchFamily="34" charset="0"/>
              </a:rPr>
              <a:t>Una base de datos está en 3FN si está en 2FN y además todas las columnas que no sean claves dependen de la clave completa de forma NO transitiva.</a:t>
            </a:r>
          </a:p>
        </p:txBody>
      </p:sp>
      <p:cxnSp>
        <p:nvCxnSpPr>
          <p:cNvPr id="6" name="Conector recto de flecha 5">
            <a:extLst>
              <a:ext uri="{FF2B5EF4-FFF2-40B4-BE49-F238E27FC236}">
                <a16:creationId xmlns:a16="http://schemas.microsoft.com/office/drawing/2014/main" id="{124AD876-843A-897D-1213-79EF41D4202A}"/>
              </a:ext>
            </a:extLst>
          </p:cNvPr>
          <p:cNvCxnSpPr/>
          <p:nvPr/>
        </p:nvCxnSpPr>
        <p:spPr>
          <a:xfrm>
            <a:off x="9667184" y="3304315"/>
            <a:ext cx="0" cy="340371"/>
          </a:xfrm>
          <a:prstGeom prst="straightConnector1">
            <a:avLst/>
          </a:prstGeom>
          <a:ln w="31750" cmpd="sng">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CD564E47-3142-483D-AB16-60A4785A6803}"/>
              </a:ext>
            </a:extLst>
          </p:cNvPr>
          <p:cNvCxnSpPr/>
          <p:nvPr/>
        </p:nvCxnSpPr>
        <p:spPr>
          <a:xfrm flipV="1">
            <a:off x="8714145" y="3304315"/>
            <a:ext cx="0" cy="340371"/>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294C2B73-831B-A378-3389-1F3E00B1CB63}"/>
              </a:ext>
            </a:extLst>
          </p:cNvPr>
          <p:cNvCxnSpPr/>
          <p:nvPr/>
        </p:nvCxnSpPr>
        <p:spPr>
          <a:xfrm>
            <a:off x="8714145" y="3304315"/>
            <a:ext cx="953039" cy="0"/>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3928ED6-A6C3-BDD0-3D84-8EADD3F02519}"/>
              </a:ext>
            </a:extLst>
          </p:cNvPr>
          <p:cNvCxnSpPr/>
          <p:nvPr/>
        </p:nvCxnSpPr>
        <p:spPr>
          <a:xfrm>
            <a:off x="3766479" y="4213235"/>
            <a:ext cx="4947666" cy="20011"/>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07A1BEF7-83EA-A516-5A75-28FD8A210557}"/>
              </a:ext>
            </a:extLst>
          </p:cNvPr>
          <p:cNvCxnSpPr/>
          <p:nvPr/>
        </p:nvCxnSpPr>
        <p:spPr>
          <a:xfrm flipV="1">
            <a:off x="3766479" y="3872863"/>
            <a:ext cx="0" cy="340371"/>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6E282C62-D197-F8DF-2557-85C6C2B98DFE}"/>
              </a:ext>
            </a:extLst>
          </p:cNvPr>
          <p:cNvCxnSpPr/>
          <p:nvPr/>
        </p:nvCxnSpPr>
        <p:spPr>
          <a:xfrm flipV="1">
            <a:off x="8066073" y="3868059"/>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414BD584-AB61-B34A-3E94-22AD845C2FEA}"/>
              </a:ext>
            </a:extLst>
          </p:cNvPr>
          <p:cNvCxnSpPr/>
          <p:nvPr/>
        </p:nvCxnSpPr>
        <p:spPr>
          <a:xfrm flipV="1">
            <a:off x="6965968" y="3868059"/>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785B8B65-B139-9290-3D8D-E5022DAB28B8}"/>
              </a:ext>
            </a:extLst>
          </p:cNvPr>
          <p:cNvCxnSpPr/>
          <p:nvPr/>
        </p:nvCxnSpPr>
        <p:spPr>
          <a:xfrm flipV="1">
            <a:off x="5808706" y="3868059"/>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C9869657-3313-0F56-EA34-B66D94145900}"/>
              </a:ext>
            </a:extLst>
          </p:cNvPr>
          <p:cNvCxnSpPr/>
          <p:nvPr/>
        </p:nvCxnSpPr>
        <p:spPr>
          <a:xfrm flipV="1">
            <a:off x="4787592" y="3846752"/>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DEE1F324-3E8D-BDE8-68B4-BF3B226EDA5E}"/>
              </a:ext>
            </a:extLst>
          </p:cNvPr>
          <p:cNvCxnSpPr/>
          <p:nvPr/>
        </p:nvCxnSpPr>
        <p:spPr>
          <a:xfrm flipV="1">
            <a:off x="8714145" y="3868059"/>
            <a:ext cx="0" cy="340371"/>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968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495526"/>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A través del siguiente ejercicio se intenta afirmar los conocimientos de normalización con un ejemplo simplificado de una base de datos para una pequeña biblioteca.</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Esta tabla no cumple el requisito de la Primera Forma Normal (1NF) de sólo tener campos atómicos, pues el nombre del lector es un campo que puede (y conviene)descomponerse en apellido paterno, apellido materno y nombres. Tal como se muestra en la siguiente tabla.</a:t>
            </a:r>
            <a:endParaRPr lang="es-CO" altLang="es-CO" sz="2000" dirty="0">
              <a:latin typeface="Arial" panose="020B0604020202020204" pitchFamily="34" charset="0"/>
              <a:cs typeface="Arial" panose="020B0604020202020204" pitchFamily="34" charset="0"/>
            </a:endParaRPr>
          </a:p>
        </p:txBody>
      </p:sp>
      <p:pic>
        <p:nvPicPr>
          <p:cNvPr id="16" name="Imagen 15">
            <a:extLst>
              <a:ext uri="{FF2B5EF4-FFF2-40B4-BE49-F238E27FC236}">
                <a16:creationId xmlns:a16="http://schemas.microsoft.com/office/drawing/2014/main" id="{0A6754D1-2F6F-1465-2B13-E3868CBDD9FD}"/>
              </a:ext>
            </a:extLst>
          </p:cNvPr>
          <p:cNvPicPr>
            <a:picLocks noChangeAspect="1"/>
          </p:cNvPicPr>
          <p:nvPr/>
        </p:nvPicPr>
        <p:blipFill>
          <a:blip r:embed="rId2"/>
          <a:stretch>
            <a:fillRect/>
          </a:stretch>
        </p:blipFill>
        <p:spPr>
          <a:xfrm>
            <a:off x="2359024" y="2431660"/>
            <a:ext cx="8439150" cy="1666875"/>
          </a:xfrm>
          <a:prstGeom prst="rect">
            <a:avLst/>
          </a:prstGeom>
        </p:spPr>
      </p:pic>
    </p:spTree>
    <p:extLst>
      <p:ext uri="{BB962C8B-B14F-4D97-AF65-F5344CB8AC3E}">
        <p14:creationId xmlns:p14="http://schemas.microsoft.com/office/powerpoint/2010/main" val="1030873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75145"/>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dirty="0">
                <a:solidFill>
                  <a:srgbClr val="FF0000"/>
                </a:solidFill>
                <a:latin typeface="Arial" panose="020B0604020202020204" pitchFamily="34" charset="0"/>
                <a:cs typeface="Arial" panose="020B0604020202020204" pitchFamily="34" charset="0"/>
              </a:rPr>
              <a:t>1FM</a:t>
            </a:r>
            <a:endParaRPr lang="es-MX" sz="2000" b="0" i="0" dirty="0">
              <a:solidFill>
                <a:srgbClr val="FF0000"/>
              </a:solidFill>
              <a:effectLst/>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La Segunda Forma Normal (2NF) pide que no existan dependencias parciales o dicho de otra manera, todos los atributos no clave deben depender por completo de la clave primaria. Actualmente en nuestra tabla tenemos varias dependencias parciales si consideramos como atributo clave el código del libro.</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Por ejemplo, el título es completamente identificado por el código del libro, pero el nombre del lector en realidad no tiene dependencia de este código, por tanto, estos datos deben ser trasladados a otra tabla.</a:t>
            </a:r>
            <a:endParaRPr lang="es-CO" altLang="es-CO" sz="20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DBDC6493-4CE4-1BA6-C6C4-047727D4908B}"/>
              </a:ext>
            </a:extLst>
          </p:cNvPr>
          <p:cNvPicPr>
            <a:picLocks noChangeAspect="1"/>
          </p:cNvPicPr>
          <p:nvPr/>
        </p:nvPicPr>
        <p:blipFill>
          <a:blip r:embed="rId2"/>
          <a:stretch>
            <a:fillRect/>
          </a:stretch>
        </p:blipFill>
        <p:spPr>
          <a:xfrm>
            <a:off x="2439986" y="1628293"/>
            <a:ext cx="8277225" cy="1895475"/>
          </a:xfrm>
          <a:prstGeom prst="rect">
            <a:avLst/>
          </a:prstGeom>
        </p:spPr>
      </p:pic>
    </p:spTree>
    <p:extLst>
      <p:ext uri="{BB962C8B-B14F-4D97-AF65-F5344CB8AC3E}">
        <p14:creationId xmlns:p14="http://schemas.microsoft.com/office/powerpoint/2010/main" val="2582552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2810065"/>
          </a:xfrm>
          <a:prstGeom prst="rect">
            <a:avLst/>
          </a:prstGeom>
          <a:noFill/>
        </p:spPr>
        <p:txBody>
          <a:bodyPr wrap="square" rtlCol="0">
            <a:spAutoFit/>
          </a:bodyPr>
          <a:lstStyle/>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dirty="0">
                <a:solidFill>
                  <a:srgbClr val="FF0000"/>
                </a:solidFill>
                <a:latin typeface="Arial" panose="020B0604020202020204" pitchFamily="34" charset="0"/>
                <a:cs typeface="Arial" panose="020B0604020202020204" pitchFamily="34" charset="0"/>
              </a:rPr>
              <a:t>2FM</a:t>
            </a:r>
            <a:endParaRPr lang="es-MX" sz="2000" b="0" i="0" dirty="0">
              <a:solidFill>
                <a:srgbClr val="FF0000"/>
              </a:solidFill>
              <a:effectLst/>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a:p>
            <a:pPr marL="9883" indent="0"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La nueva tabla sólo contendrá datos del lector.</a:t>
            </a:r>
            <a:endParaRPr lang="es-CO" altLang="es-CO" sz="20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FDE25124-517C-D405-0195-E3B02C5E8485}"/>
              </a:ext>
            </a:extLst>
          </p:cNvPr>
          <p:cNvPicPr>
            <a:picLocks noChangeAspect="1"/>
          </p:cNvPicPr>
          <p:nvPr/>
        </p:nvPicPr>
        <p:blipFill>
          <a:blip r:embed="rId2"/>
          <a:stretch>
            <a:fillRect/>
          </a:stretch>
        </p:blipFill>
        <p:spPr>
          <a:xfrm>
            <a:off x="2962275" y="1438275"/>
            <a:ext cx="6267450" cy="1990725"/>
          </a:xfrm>
          <a:prstGeom prst="rect">
            <a:avLst/>
          </a:prstGeom>
        </p:spPr>
      </p:pic>
      <p:pic>
        <p:nvPicPr>
          <p:cNvPr id="8" name="Imagen 7">
            <a:extLst>
              <a:ext uri="{FF2B5EF4-FFF2-40B4-BE49-F238E27FC236}">
                <a16:creationId xmlns:a16="http://schemas.microsoft.com/office/drawing/2014/main" id="{FEBCAB48-C5BB-89F0-A078-D9BF02A303CE}"/>
              </a:ext>
            </a:extLst>
          </p:cNvPr>
          <p:cNvPicPr>
            <a:picLocks noChangeAspect="1"/>
          </p:cNvPicPr>
          <p:nvPr/>
        </p:nvPicPr>
        <p:blipFill>
          <a:blip r:embed="rId3"/>
          <a:stretch>
            <a:fillRect/>
          </a:stretch>
        </p:blipFill>
        <p:spPr>
          <a:xfrm>
            <a:off x="3533775" y="4323631"/>
            <a:ext cx="5124450" cy="1352550"/>
          </a:xfrm>
          <a:prstGeom prst="rect">
            <a:avLst/>
          </a:prstGeom>
        </p:spPr>
      </p:pic>
    </p:spTree>
    <p:extLst>
      <p:ext uri="{BB962C8B-B14F-4D97-AF65-F5344CB8AC3E}">
        <p14:creationId xmlns:p14="http://schemas.microsoft.com/office/powerpoint/2010/main" val="1142749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2718116"/>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FF0000"/>
                </a:solidFill>
                <a:effectLst/>
                <a:latin typeface="Arial" panose="020B0604020202020204" pitchFamily="34" charset="0"/>
                <a:cs typeface="Arial" panose="020B0604020202020204" pitchFamily="34" charset="0"/>
              </a:rPr>
              <a:t>2FM</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Hemos creado una tabla para contener los datos del lector y también tuvimos que crear la columna </a:t>
            </a:r>
            <a:r>
              <a:rPr lang="es-MX" sz="2000" b="0" i="0" dirty="0" err="1">
                <a:solidFill>
                  <a:srgbClr val="000000"/>
                </a:solidFill>
                <a:effectLst/>
                <a:latin typeface="Arial" panose="020B0604020202020204" pitchFamily="34" charset="0"/>
                <a:cs typeface="Arial" panose="020B0604020202020204" pitchFamily="34" charset="0"/>
              </a:rPr>
              <a:t>CodLector</a:t>
            </a:r>
            <a:r>
              <a:rPr lang="es-MX" sz="2000" b="0" i="0" dirty="0">
                <a:solidFill>
                  <a:srgbClr val="000000"/>
                </a:solidFill>
                <a:effectLst/>
                <a:latin typeface="Arial" panose="020B0604020202020204" pitchFamily="34" charset="0"/>
                <a:cs typeface="Arial" panose="020B0604020202020204" pitchFamily="34" charset="0"/>
              </a:rPr>
              <a:t> para identificar unívocamente a cada uno. Sin embargo, esta nueva disposición de la base de datos necesita que exista otra tabla para mantener la información de qué libros están prestados a qué lectores. Esta tabla se muestra a continuación:</a:t>
            </a:r>
            <a:endParaRPr lang="es-MX" altLang="es-CO" sz="2000" dirty="0">
              <a:solidFill>
                <a:srgbClr val="00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000000"/>
              </a:solidFill>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6FDC13DE-949E-3DCC-7E3B-ADD694133D0D}"/>
              </a:ext>
            </a:extLst>
          </p:cNvPr>
          <p:cNvPicPr>
            <a:picLocks noChangeAspect="1"/>
          </p:cNvPicPr>
          <p:nvPr/>
        </p:nvPicPr>
        <p:blipFill>
          <a:blip r:embed="rId2"/>
          <a:stretch>
            <a:fillRect/>
          </a:stretch>
        </p:blipFill>
        <p:spPr>
          <a:xfrm>
            <a:off x="3362325" y="3561452"/>
            <a:ext cx="5467350" cy="1581150"/>
          </a:xfrm>
          <a:prstGeom prst="rect">
            <a:avLst/>
          </a:prstGeom>
        </p:spPr>
      </p:pic>
    </p:spTree>
    <p:extLst>
      <p:ext uri="{BB962C8B-B14F-4D97-AF65-F5344CB8AC3E}">
        <p14:creationId xmlns:p14="http://schemas.microsoft.com/office/powerpoint/2010/main" val="1541771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3254161"/>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Para la Tercera Forma Normal (3NF) la relación debe estar en 2NF y además los atributos no clave deben ser mutuamente independientes y dependientes por completo de la clave primaria. También recordemos que dijimos que esto significa que las columnas en la tabla deben contener solamente información sobre la entidad definida por la clave primaria y, por tanto, las columnas en la tabla deben contener datos acerca de una sola cosa. En nuestro ejemplo en 2NF, la primera tabla conserva información acerca del libro, los autores y editoriales, por lo que debemos crear nuevas tablas para satisfacer los requisitos de3NF.</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altLang="es-CO" sz="2000" dirty="0">
                <a:solidFill>
                  <a:srgbClr val="FF0000"/>
                </a:solidFill>
                <a:latin typeface="Arial" panose="020B0604020202020204" pitchFamily="34" charset="0"/>
                <a:cs typeface="Arial" panose="020B0604020202020204" pitchFamily="34" charset="0"/>
              </a:rPr>
              <a:t>3FM</a:t>
            </a:r>
          </a:p>
        </p:txBody>
      </p:sp>
      <p:pic>
        <p:nvPicPr>
          <p:cNvPr id="8" name="Imagen 7">
            <a:extLst>
              <a:ext uri="{FF2B5EF4-FFF2-40B4-BE49-F238E27FC236}">
                <a16:creationId xmlns:a16="http://schemas.microsoft.com/office/drawing/2014/main" id="{3E464D63-0918-C628-F24C-BDE683935756}"/>
              </a:ext>
            </a:extLst>
          </p:cNvPr>
          <p:cNvPicPr>
            <a:picLocks noChangeAspect="1"/>
          </p:cNvPicPr>
          <p:nvPr/>
        </p:nvPicPr>
        <p:blipFill>
          <a:blip r:embed="rId2"/>
          <a:stretch>
            <a:fillRect/>
          </a:stretch>
        </p:blipFill>
        <p:spPr>
          <a:xfrm>
            <a:off x="3914775" y="4435980"/>
            <a:ext cx="4362450" cy="1571625"/>
          </a:xfrm>
          <a:prstGeom prst="rect">
            <a:avLst/>
          </a:prstGeom>
        </p:spPr>
      </p:pic>
    </p:spTree>
    <p:extLst>
      <p:ext uri="{BB962C8B-B14F-4D97-AF65-F5344CB8AC3E}">
        <p14:creationId xmlns:p14="http://schemas.microsoft.com/office/powerpoint/2010/main" val="959366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298036"/>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altLang="es-CO" sz="2000" dirty="0">
                <a:solidFill>
                  <a:srgbClr val="FF0000"/>
                </a:solidFill>
                <a:latin typeface="Arial" panose="020B0604020202020204" pitchFamily="34" charset="0"/>
                <a:cs typeface="Arial" panose="020B0604020202020204" pitchFamily="34" charset="0"/>
              </a:rPr>
              <a:t>3FM</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sz="2000" b="0" i="0" dirty="0">
              <a:solidFill>
                <a:srgbClr val="000000"/>
              </a:solidFill>
              <a:effectLst/>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Aunque hemos creado nuevas tablas para que cada una tenga sólo información acercade una entidad, también hemos perdido la información acerca de qué autor ha escrito qué libro y las editoriales correspondientes, por lo que debemos crear otras tablas que relacionen cada libro con sus autores y editoriales.</a:t>
            </a:r>
            <a:endParaRPr lang="es-MX" altLang="es-CO" sz="2000" dirty="0">
              <a:solidFill>
                <a:srgbClr val="FF0000"/>
              </a:solidFill>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534DE94-2DC5-D348-43CB-60782E56C948}"/>
              </a:ext>
            </a:extLst>
          </p:cNvPr>
          <p:cNvPicPr>
            <a:picLocks noChangeAspect="1"/>
          </p:cNvPicPr>
          <p:nvPr/>
        </p:nvPicPr>
        <p:blipFill>
          <a:blip r:embed="rId2"/>
          <a:stretch>
            <a:fillRect/>
          </a:stretch>
        </p:blipFill>
        <p:spPr>
          <a:xfrm>
            <a:off x="2019300" y="1800225"/>
            <a:ext cx="4076700" cy="1628775"/>
          </a:xfrm>
          <a:prstGeom prst="rect">
            <a:avLst/>
          </a:prstGeom>
        </p:spPr>
      </p:pic>
      <p:pic>
        <p:nvPicPr>
          <p:cNvPr id="7" name="Imagen 6">
            <a:extLst>
              <a:ext uri="{FF2B5EF4-FFF2-40B4-BE49-F238E27FC236}">
                <a16:creationId xmlns:a16="http://schemas.microsoft.com/office/drawing/2014/main" id="{144FD091-5E0B-D1F4-C1EE-9BAB92904BE4}"/>
              </a:ext>
            </a:extLst>
          </p:cNvPr>
          <p:cNvPicPr>
            <a:picLocks noChangeAspect="1"/>
          </p:cNvPicPr>
          <p:nvPr/>
        </p:nvPicPr>
        <p:blipFill>
          <a:blip r:embed="rId3"/>
          <a:stretch>
            <a:fillRect/>
          </a:stretch>
        </p:blipFill>
        <p:spPr>
          <a:xfrm>
            <a:off x="7260166" y="2062162"/>
            <a:ext cx="4076700" cy="1104900"/>
          </a:xfrm>
          <a:prstGeom prst="rect">
            <a:avLst/>
          </a:prstGeom>
        </p:spPr>
      </p:pic>
    </p:spTree>
    <p:extLst>
      <p:ext uri="{BB962C8B-B14F-4D97-AF65-F5344CB8AC3E}">
        <p14:creationId xmlns:p14="http://schemas.microsoft.com/office/powerpoint/2010/main" val="2031534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Normalización</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3289683"/>
          </a:xfrm>
          <a:prstGeom prst="rect">
            <a:avLst/>
          </a:prstGeom>
          <a:noFill/>
        </p:spPr>
        <p:txBody>
          <a:bodyPr wrap="square" rtlCol="0">
            <a:spAutoFit/>
          </a:bodyPr>
          <a:lstStyle/>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altLang="es-CO" sz="2000" dirty="0">
                <a:solidFill>
                  <a:srgbClr val="FF0000"/>
                </a:solidFill>
                <a:latin typeface="Arial" panose="020B0604020202020204" pitchFamily="34" charset="0"/>
                <a:cs typeface="Arial" panose="020B0604020202020204" pitchFamily="34" charset="0"/>
              </a:rPr>
              <a:t>3FM</a:t>
            </a: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altLang="es-CO" sz="2000" dirty="0">
              <a:solidFill>
                <a:srgbClr val="FF0000"/>
              </a:solidFill>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endParaRPr lang="es-MX" sz="2000" b="0" i="0" dirty="0">
              <a:solidFill>
                <a:srgbClr val="000000"/>
              </a:solidFill>
              <a:effectLst/>
              <a:latin typeface="Arial" panose="020B0604020202020204" pitchFamily="34" charset="0"/>
              <a:cs typeface="Arial" panose="020B0604020202020204" pitchFamily="34" charset="0"/>
            </a:endParaRPr>
          </a:p>
          <a:p>
            <a:pPr marL="9883" indent="0" algn="just" defTabSz="914400" eaLnBrk="1" fontAlgn="auto" hangingPunct="1">
              <a:lnSpc>
                <a:spcPct val="110000"/>
              </a:lnSpc>
              <a:spcBef>
                <a:spcPts val="567"/>
              </a:spcBef>
              <a:spcAft>
                <a:spcPts val="511"/>
              </a:spcAft>
              <a:buFont typeface="Wingdings 2" panose="05020102010507070707" pitchFamily="18" charset="2"/>
              <a:buNone/>
              <a:tabLst>
                <a:tab pos="29649" algn="l"/>
                <a:tab pos="429195" algn="l"/>
                <a:tab pos="828741" algn="l"/>
                <a:tab pos="1229699" algn="l"/>
                <a:tab pos="1627833" algn="l"/>
                <a:tab pos="2027379" algn="l"/>
                <a:tab pos="2426925" algn="l"/>
                <a:tab pos="2826471" algn="l"/>
                <a:tab pos="3226018" algn="l"/>
                <a:tab pos="3625564" algn="l"/>
                <a:tab pos="4025110" algn="l"/>
                <a:tab pos="4424655" algn="l"/>
                <a:tab pos="4824202" algn="l"/>
                <a:tab pos="5223748" algn="l"/>
                <a:tab pos="5623294" algn="l"/>
                <a:tab pos="6022840" algn="l"/>
                <a:tab pos="6422387" algn="l"/>
                <a:tab pos="6821933" algn="l"/>
                <a:tab pos="7221479" algn="l"/>
                <a:tab pos="7621024" algn="l"/>
                <a:tab pos="7725500" algn="l"/>
              </a:tabLst>
              <a:defRPr/>
            </a:pPr>
            <a:r>
              <a:rPr lang="es-MX" sz="2000" b="0" i="0" dirty="0">
                <a:solidFill>
                  <a:srgbClr val="000000"/>
                </a:solidFill>
                <a:effectLst/>
                <a:latin typeface="Arial" panose="020B0604020202020204" pitchFamily="34" charset="0"/>
                <a:cs typeface="Arial" panose="020B0604020202020204" pitchFamily="34" charset="0"/>
              </a:rPr>
              <a:t>Y el resto de las tablas no necesitan modificación.</a:t>
            </a:r>
            <a:endParaRPr lang="es-MX" altLang="es-CO" sz="2000" dirty="0">
              <a:solidFill>
                <a:srgbClr val="FF0000"/>
              </a:solidFill>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81BAB7E7-5C37-8A65-2B7C-9F732E593D1D}"/>
              </a:ext>
            </a:extLst>
          </p:cNvPr>
          <p:cNvPicPr>
            <a:picLocks noChangeAspect="1"/>
          </p:cNvPicPr>
          <p:nvPr/>
        </p:nvPicPr>
        <p:blipFill>
          <a:blip r:embed="rId2"/>
          <a:stretch>
            <a:fillRect/>
          </a:stretch>
        </p:blipFill>
        <p:spPr>
          <a:xfrm>
            <a:off x="2257425" y="1809750"/>
            <a:ext cx="3838575" cy="1619250"/>
          </a:xfrm>
          <a:prstGeom prst="rect">
            <a:avLst/>
          </a:prstGeom>
        </p:spPr>
      </p:pic>
      <p:pic>
        <p:nvPicPr>
          <p:cNvPr id="9" name="Imagen 8">
            <a:extLst>
              <a:ext uri="{FF2B5EF4-FFF2-40B4-BE49-F238E27FC236}">
                <a16:creationId xmlns:a16="http://schemas.microsoft.com/office/drawing/2014/main" id="{56CB3175-F932-0120-CFF0-A4FF98D60852}"/>
              </a:ext>
            </a:extLst>
          </p:cNvPr>
          <p:cNvPicPr>
            <a:picLocks noChangeAspect="1"/>
          </p:cNvPicPr>
          <p:nvPr/>
        </p:nvPicPr>
        <p:blipFill>
          <a:blip r:embed="rId3"/>
          <a:stretch>
            <a:fillRect/>
          </a:stretch>
        </p:blipFill>
        <p:spPr>
          <a:xfrm>
            <a:off x="7233159" y="1700212"/>
            <a:ext cx="3781425" cy="1838325"/>
          </a:xfrm>
          <a:prstGeom prst="rect">
            <a:avLst/>
          </a:prstGeom>
        </p:spPr>
      </p:pic>
      <p:pic>
        <p:nvPicPr>
          <p:cNvPr id="11" name="Imagen 10">
            <a:extLst>
              <a:ext uri="{FF2B5EF4-FFF2-40B4-BE49-F238E27FC236}">
                <a16:creationId xmlns:a16="http://schemas.microsoft.com/office/drawing/2014/main" id="{9C300274-6F5D-9861-705F-063198E21D51}"/>
              </a:ext>
            </a:extLst>
          </p:cNvPr>
          <p:cNvPicPr>
            <a:picLocks noChangeAspect="1"/>
          </p:cNvPicPr>
          <p:nvPr/>
        </p:nvPicPr>
        <p:blipFill>
          <a:blip r:embed="rId4"/>
          <a:stretch>
            <a:fillRect/>
          </a:stretch>
        </p:blipFill>
        <p:spPr>
          <a:xfrm>
            <a:off x="2466975" y="4815606"/>
            <a:ext cx="3629025" cy="1419225"/>
          </a:xfrm>
          <a:prstGeom prst="rect">
            <a:avLst/>
          </a:prstGeom>
        </p:spPr>
      </p:pic>
      <p:pic>
        <p:nvPicPr>
          <p:cNvPr id="13" name="Imagen 12">
            <a:extLst>
              <a:ext uri="{FF2B5EF4-FFF2-40B4-BE49-F238E27FC236}">
                <a16:creationId xmlns:a16="http://schemas.microsoft.com/office/drawing/2014/main" id="{1BE53FAE-EF2B-D2A6-60D9-D6136A2B66F8}"/>
              </a:ext>
            </a:extLst>
          </p:cNvPr>
          <p:cNvPicPr>
            <a:picLocks noChangeAspect="1"/>
          </p:cNvPicPr>
          <p:nvPr/>
        </p:nvPicPr>
        <p:blipFill>
          <a:blip r:embed="rId5"/>
          <a:stretch>
            <a:fillRect/>
          </a:stretch>
        </p:blipFill>
        <p:spPr>
          <a:xfrm>
            <a:off x="7390321" y="4715593"/>
            <a:ext cx="3467100" cy="1619250"/>
          </a:xfrm>
          <a:prstGeom prst="rect">
            <a:avLst/>
          </a:prstGeom>
        </p:spPr>
      </p:pic>
    </p:spTree>
    <p:extLst>
      <p:ext uri="{BB962C8B-B14F-4D97-AF65-F5344CB8AC3E}">
        <p14:creationId xmlns:p14="http://schemas.microsoft.com/office/powerpoint/2010/main" val="2395447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800BA51-919B-9FC2-0EBA-0FD68A740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4145" y="0"/>
            <a:ext cx="7887854"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ítulo 4">
            <a:extLst>
              <a:ext uri="{FF2B5EF4-FFF2-40B4-BE49-F238E27FC236}">
                <a16:creationId xmlns:a16="http://schemas.microsoft.com/office/drawing/2014/main" id="{3D111C87-536D-B1D0-25D6-ED185323FD5A}"/>
              </a:ext>
            </a:extLst>
          </p:cNvPr>
          <p:cNvSpPr>
            <a:spLocks noGrp="1"/>
          </p:cNvSpPr>
          <p:nvPr>
            <p:ph type="ctrTitle"/>
          </p:nvPr>
        </p:nvSpPr>
        <p:spPr>
          <a:xfrm>
            <a:off x="4844472" y="2652056"/>
            <a:ext cx="6807200" cy="1553887"/>
          </a:xfrm>
          <a:noFill/>
        </p:spPr>
        <p:txBody>
          <a:bodyPr/>
          <a:lstStyle/>
          <a:p>
            <a:r>
              <a:rPr lang="es-MX" sz="9600" b="1" dirty="0">
                <a:ln w="13462">
                  <a:solidFill>
                    <a:schemeClr val="accent2">
                      <a:lumMod val="60000"/>
                      <a:lumOff val="40000"/>
                    </a:schemeClr>
                  </a:solidFill>
                  <a:prstDash val="solid"/>
                </a:ln>
                <a:solidFill>
                  <a:schemeClr val="accent2">
                    <a:lumMod val="50000"/>
                  </a:schemeClr>
                </a:solidFill>
                <a:effectLst>
                  <a:glow rad="63500">
                    <a:schemeClr val="accent2">
                      <a:satMod val="175000"/>
                      <a:alpha val="40000"/>
                    </a:schemeClr>
                  </a:glow>
                  <a:outerShdw dist="38100" dir="2700000" algn="bl" rotWithShape="0">
                    <a:schemeClr val="accent5"/>
                  </a:outerShdw>
                </a:effectLst>
                <a:latin typeface="Edwardian Script ITC" panose="020F0502020204030204" pitchFamily="66" charset="0"/>
              </a:rPr>
              <a:t>Muchas Gracias</a:t>
            </a:r>
            <a:endParaRPr lang="es-CO" sz="9600" b="1" dirty="0">
              <a:ln w="13462">
                <a:solidFill>
                  <a:schemeClr val="accent2">
                    <a:lumMod val="60000"/>
                    <a:lumOff val="40000"/>
                  </a:schemeClr>
                </a:solidFill>
                <a:prstDash val="solid"/>
              </a:ln>
              <a:solidFill>
                <a:schemeClr val="accent2">
                  <a:lumMod val="50000"/>
                </a:schemeClr>
              </a:solidFill>
              <a:effectLst>
                <a:glow rad="63500">
                  <a:schemeClr val="accent2">
                    <a:satMod val="175000"/>
                    <a:alpha val="40000"/>
                  </a:schemeClr>
                </a:glow>
                <a:outerShdw dist="38100" dir="2700000" algn="bl" rotWithShape="0">
                  <a:schemeClr val="accent5"/>
                </a:outerShdw>
              </a:effectLst>
              <a:latin typeface="Edwardian Script ITC" panose="020F0502020204030204" pitchFamily="66" charset="0"/>
            </a:endParaRPr>
          </a:p>
        </p:txBody>
      </p:sp>
    </p:spTree>
    <p:extLst>
      <p:ext uri="{BB962C8B-B14F-4D97-AF65-F5344CB8AC3E}">
        <p14:creationId xmlns:p14="http://schemas.microsoft.com/office/powerpoint/2010/main" val="2529119344"/>
      </p:ext>
    </p:extLst>
  </p:cSld>
  <p:clrMapOvr>
    <a:masterClrMapping/>
  </p:clrMapOvr>
</p:sld>
</file>

<file path=ppt/theme/theme1.xml><?xml version="1.0" encoding="utf-8"?>
<a:theme xmlns:a="http://schemas.openxmlformats.org/drawingml/2006/main" name="Tema de Office">
  <a:themeElements>
    <a:clrScheme name="Rojo naranja">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Diseño personalizado">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Diseño personalizado">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Plantilla_Univalle_PW_1</Template>
  <TotalTime>1530</TotalTime>
  <Words>1621</Words>
  <Application>Microsoft Office PowerPoint</Application>
  <PresentationFormat>Panorámica</PresentationFormat>
  <Paragraphs>156</Paragraphs>
  <Slides>19</Slides>
  <Notes>0</Notes>
  <HiddenSlides>0</HiddenSlides>
  <MMClips>0</MMClips>
  <ScaleCrop>false</ScaleCrop>
  <HeadingPairs>
    <vt:vector size="6" baseType="variant">
      <vt:variant>
        <vt:lpstr>Fuentes usadas</vt:lpstr>
      </vt:variant>
      <vt:variant>
        <vt:i4>9</vt:i4>
      </vt:variant>
      <vt:variant>
        <vt:lpstr>Tema</vt:lpstr>
      </vt:variant>
      <vt:variant>
        <vt:i4>5</vt:i4>
      </vt:variant>
      <vt:variant>
        <vt:lpstr>Títulos de diapositiva</vt:lpstr>
      </vt:variant>
      <vt:variant>
        <vt:i4>19</vt:i4>
      </vt:variant>
    </vt:vector>
  </HeadingPairs>
  <TitlesOfParts>
    <vt:vector size="33" baseType="lpstr">
      <vt:lpstr>Arial</vt:lpstr>
      <vt:lpstr>Calibri</vt:lpstr>
      <vt:lpstr>Calibri Light</vt:lpstr>
      <vt:lpstr>Edwardian Script ITC</vt:lpstr>
      <vt:lpstr>Google Sans</vt:lpstr>
      <vt:lpstr>Symbol</vt:lpstr>
      <vt:lpstr>Times New Roman</vt:lpstr>
      <vt:lpstr>Wingdings</vt:lpstr>
      <vt:lpstr>Wingdings 2</vt:lpstr>
      <vt:lpstr>Tema de Office</vt:lpstr>
      <vt:lpstr>Diseño personalizado</vt:lpstr>
      <vt:lpstr>1_Diseño personalizado</vt:lpstr>
      <vt:lpstr>2_Diseño personalizado</vt:lpstr>
      <vt:lpstr>3_Diseño personalizado</vt:lpstr>
      <vt:lpstr>Bases de datos I</vt:lpstr>
      <vt:lpstr>Dependencias Funcionales</vt:lpstr>
      <vt:lpstr>Dependencias Funcionales</vt:lpstr>
      <vt:lpstr>Dependencias Funcionales</vt:lpstr>
      <vt:lpstr>Axiomas de Armstrong</vt:lpstr>
      <vt:lpstr>Axiomas de Armstrong</vt:lpstr>
      <vt:lpstr>Enfoque de Descomposición</vt:lpstr>
      <vt:lpstr>Normalización</vt:lpstr>
      <vt:lpstr>Normalización</vt:lpstr>
      <vt:lpstr>Normalización</vt:lpstr>
      <vt:lpstr>Normalización</vt:lpstr>
      <vt:lpstr>Normalización</vt:lpstr>
      <vt:lpstr>Normalización</vt:lpstr>
      <vt:lpstr>Normalización</vt:lpstr>
      <vt:lpstr>Normalización</vt:lpstr>
      <vt:lpstr>Normalización</vt:lpstr>
      <vt:lpstr>Normalización</vt:lpstr>
      <vt:lpstr>Normalización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datos I</dc:title>
  <dc:creator>Wilmer Ortega Erazo</dc:creator>
  <cp:lastModifiedBy>Wilmer Ortega Erazo</cp:lastModifiedBy>
  <cp:revision>1</cp:revision>
  <dcterms:created xsi:type="dcterms:W3CDTF">2023-08-28T00:09:41Z</dcterms:created>
  <dcterms:modified xsi:type="dcterms:W3CDTF">2023-11-21T03:30:43Z</dcterms:modified>
</cp:coreProperties>
</file>