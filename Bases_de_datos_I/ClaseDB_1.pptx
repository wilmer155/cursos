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  <p:sldMasterId id="2147483665" r:id="rId3"/>
    <p:sldMasterId id="2147483667" r:id="rId4"/>
    <p:sldMasterId id="2147483669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003FC-1581-41DD-AA89-35FD4BC3E962}" v="27" dt="2023-08-30T01:18:22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er Ortega Erazo" userId="19082e28a51afb61" providerId="LiveId" clId="{865003FC-1581-41DD-AA89-35FD4BC3E962}"/>
    <pc:docChg chg="undo custSel addSld modSld">
      <pc:chgData name="Wilmer Ortega Erazo" userId="19082e28a51afb61" providerId="LiveId" clId="{865003FC-1581-41DD-AA89-35FD4BC3E962}" dt="2023-09-05T01:55:57.424" v="271" actId="20577"/>
      <pc:docMkLst>
        <pc:docMk/>
      </pc:docMkLst>
      <pc:sldChg chg="modSp mod">
        <pc:chgData name="Wilmer Ortega Erazo" userId="19082e28a51afb61" providerId="LiveId" clId="{865003FC-1581-41DD-AA89-35FD4BC3E962}" dt="2023-08-30T01:14:25.606" v="219" actId="2711"/>
        <pc:sldMkLst>
          <pc:docMk/>
          <pc:sldMk cId="1583028937" sldId="256"/>
        </pc:sldMkLst>
        <pc:spChg chg="mod">
          <ac:chgData name="Wilmer Ortega Erazo" userId="19082e28a51afb61" providerId="LiveId" clId="{865003FC-1581-41DD-AA89-35FD4BC3E962}" dt="2023-08-30T01:14:25.606" v="219" actId="2711"/>
          <ac:spMkLst>
            <pc:docMk/>
            <pc:sldMk cId="1583028937" sldId="256"/>
            <ac:spMk id="2" creationId="{4845F8A7-5B09-2297-049A-F770AF606363}"/>
          </ac:spMkLst>
        </pc:spChg>
        <pc:spChg chg="mod">
          <ac:chgData name="Wilmer Ortega Erazo" userId="19082e28a51afb61" providerId="LiveId" clId="{865003FC-1581-41DD-AA89-35FD4BC3E962}" dt="2023-08-30T01:14:25.606" v="219" actId="2711"/>
          <ac:spMkLst>
            <pc:docMk/>
            <pc:sldMk cId="1583028937" sldId="256"/>
            <ac:spMk id="3" creationId="{F8B71A42-09A7-91A0-BE8B-AE0E01E969CD}"/>
          </ac:spMkLst>
        </pc:spChg>
        <pc:spChg chg="mod">
          <ac:chgData name="Wilmer Ortega Erazo" userId="19082e28a51afb61" providerId="LiveId" clId="{865003FC-1581-41DD-AA89-35FD4BC3E962}" dt="2023-08-30T01:14:25.606" v="219" actId="2711"/>
          <ac:spMkLst>
            <pc:docMk/>
            <pc:sldMk cId="1583028937" sldId="256"/>
            <ac:spMk id="4" creationId="{DEDFEFCA-5464-FE50-AF10-130E28C56120}"/>
          </ac:spMkLst>
        </pc:spChg>
      </pc:sldChg>
      <pc:sldChg chg="modSp mod">
        <pc:chgData name="Wilmer Ortega Erazo" userId="19082e28a51afb61" providerId="LiveId" clId="{865003FC-1581-41DD-AA89-35FD4BC3E962}" dt="2023-09-05T01:55:57.424" v="271" actId="20577"/>
        <pc:sldMkLst>
          <pc:docMk/>
          <pc:sldMk cId="1286385962" sldId="257"/>
        </pc:sldMkLst>
        <pc:spChg chg="mod">
          <ac:chgData name="Wilmer Ortega Erazo" userId="19082e28a51afb61" providerId="LiveId" clId="{865003FC-1581-41DD-AA89-35FD4BC3E962}" dt="2023-08-30T01:17:56.325" v="255" actId="14100"/>
          <ac:spMkLst>
            <pc:docMk/>
            <pc:sldMk cId="1286385962" sldId="257"/>
            <ac:spMk id="2" creationId="{91A14A99-37E7-FD86-1156-A753F20D5A3A}"/>
          </ac:spMkLst>
        </pc:spChg>
        <pc:spChg chg="mod">
          <ac:chgData name="Wilmer Ortega Erazo" userId="19082e28a51afb61" providerId="LiveId" clId="{865003FC-1581-41DD-AA89-35FD4BC3E962}" dt="2023-09-05T01:55:57.424" v="271" actId="20577"/>
          <ac:spMkLst>
            <pc:docMk/>
            <pc:sldMk cId="1286385962" sldId="257"/>
            <ac:spMk id="4" creationId="{A29C0834-3DBC-9FB3-0E0A-F77D599198EB}"/>
          </ac:spMkLst>
        </pc:spChg>
      </pc:sldChg>
      <pc:sldChg chg="modSp mod">
        <pc:chgData name="Wilmer Ortega Erazo" userId="19082e28a51afb61" providerId="LiveId" clId="{865003FC-1581-41DD-AA89-35FD4BC3E962}" dt="2023-08-30T01:14:56.949" v="224" actId="14100"/>
        <pc:sldMkLst>
          <pc:docMk/>
          <pc:sldMk cId="69571593" sldId="258"/>
        </pc:sldMkLst>
        <pc:spChg chg="mod">
          <ac:chgData name="Wilmer Ortega Erazo" userId="19082e28a51afb61" providerId="LiveId" clId="{865003FC-1581-41DD-AA89-35FD4BC3E962}" dt="2023-08-30T01:14:56.949" v="224" actId="14100"/>
          <ac:spMkLst>
            <pc:docMk/>
            <pc:sldMk cId="69571593" sldId="258"/>
            <ac:spMk id="4" creationId="{A29C0834-3DBC-9FB3-0E0A-F77D599198EB}"/>
          </ac:spMkLst>
        </pc:spChg>
      </pc:sldChg>
      <pc:sldChg chg="modSp mod">
        <pc:chgData name="Wilmer Ortega Erazo" userId="19082e28a51afb61" providerId="LiveId" clId="{865003FC-1581-41DD-AA89-35FD4BC3E962}" dt="2023-08-30T01:15:14.046" v="228" actId="2711"/>
        <pc:sldMkLst>
          <pc:docMk/>
          <pc:sldMk cId="631248305" sldId="259"/>
        </pc:sldMkLst>
        <pc:spChg chg="mod">
          <ac:chgData name="Wilmer Ortega Erazo" userId="19082e28a51afb61" providerId="LiveId" clId="{865003FC-1581-41DD-AA89-35FD4BC3E962}" dt="2023-08-30T01:15:14.046" v="228" actId="2711"/>
          <ac:spMkLst>
            <pc:docMk/>
            <pc:sldMk cId="631248305" sldId="259"/>
            <ac:spMk id="4" creationId="{A29C0834-3DBC-9FB3-0E0A-F77D599198EB}"/>
          </ac:spMkLst>
        </pc:spChg>
      </pc:sldChg>
      <pc:sldChg chg="modSp mod">
        <pc:chgData name="Wilmer Ortega Erazo" userId="19082e28a51afb61" providerId="LiveId" clId="{865003FC-1581-41DD-AA89-35FD4BC3E962}" dt="2023-08-30T01:15:54.053" v="235" actId="14100"/>
        <pc:sldMkLst>
          <pc:docMk/>
          <pc:sldMk cId="600829027" sldId="260"/>
        </pc:sldMkLst>
        <pc:spChg chg="mod">
          <ac:chgData name="Wilmer Ortega Erazo" userId="19082e28a51afb61" providerId="LiveId" clId="{865003FC-1581-41DD-AA89-35FD4BC3E962}" dt="2023-08-30T01:15:40.846" v="233" actId="14100"/>
          <ac:spMkLst>
            <pc:docMk/>
            <pc:sldMk cId="600829027" sldId="260"/>
            <ac:spMk id="2" creationId="{91A14A99-37E7-FD86-1156-A753F20D5A3A}"/>
          </ac:spMkLst>
        </pc:spChg>
        <pc:spChg chg="mod">
          <ac:chgData name="Wilmer Ortega Erazo" userId="19082e28a51afb61" providerId="LiveId" clId="{865003FC-1581-41DD-AA89-35FD4BC3E962}" dt="2023-08-30T01:15:51.109" v="234" actId="1076"/>
          <ac:spMkLst>
            <pc:docMk/>
            <pc:sldMk cId="600829027" sldId="260"/>
            <ac:spMk id="4" creationId="{A29C0834-3DBC-9FB3-0E0A-F77D599198EB}"/>
          </ac:spMkLst>
        </pc:spChg>
        <pc:picChg chg="mod">
          <ac:chgData name="Wilmer Ortega Erazo" userId="19082e28a51afb61" providerId="LiveId" clId="{865003FC-1581-41DD-AA89-35FD4BC3E962}" dt="2023-08-30T01:15:54.053" v="235" actId="14100"/>
          <ac:picMkLst>
            <pc:docMk/>
            <pc:sldMk cId="600829027" sldId="260"/>
            <ac:picMk id="9" creationId="{9B113F48-7B98-C193-3564-65A8EF5F4BEB}"/>
          </ac:picMkLst>
        </pc:picChg>
      </pc:sldChg>
      <pc:sldChg chg="addSp delSp modSp add mod">
        <pc:chgData name="Wilmer Ortega Erazo" userId="19082e28a51afb61" providerId="LiveId" clId="{865003FC-1581-41DD-AA89-35FD4BC3E962}" dt="2023-08-30T01:16:58.789" v="249" actId="14100"/>
        <pc:sldMkLst>
          <pc:docMk/>
          <pc:sldMk cId="1414673962" sldId="261"/>
        </pc:sldMkLst>
        <pc:spChg chg="mod">
          <ac:chgData name="Wilmer Ortega Erazo" userId="19082e28a51afb61" providerId="LiveId" clId="{865003FC-1581-41DD-AA89-35FD4BC3E962}" dt="2023-08-30T01:16:27.781" v="242" actId="14100"/>
          <ac:spMkLst>
            <pc:docMk/>
            <pc:sldMk cId="1414673962" sldId="261"/>
            <ac:spMk id="2" creationId="{91A14A99-37E7-FD86-1156-A753F20D5A3A}"/>
          </ac:spMkLst>
        </pc:spChg>
        <pc:spChg chg="mod">
          <ac:chgData name="Wilmer Ortega Erazo" userId="19082e28a51afb61" providerId="LiveId" clId="{865003FC-1581-41DD-AA89-35FD4BC3E962}" dt="2023-08-30T01:16:04.616" v="236" actId="2711"/>
          <ac:spMkLst>
            <pc:docMk/>
            <pc:sldMk cId="1414673962" sldId="261"/>
            <ac:spMk id="4" creationId="{A29C0834-3DBC-9FB3-0E0A-F77D599198EB}"/>
          </ac:spMkLst>
        </pc:spChg>
        <pc:picChg chg="del">
          <ac:chgData name="Wilmer Ortega Erazo" userId="19082e28a51afb61" providerId="LiveId" clId="{865003FC-1581-41DD-AA89-35FD4BC3E962}" dt="2023-08-28T01:55:11.334" v="12" actId="478"/>
          <ac:picMkLst>
            <pc:docMk/>
            <pc:sldMk cId="1414673962" sldId="261"/>
            <ac:picMk id="5" creationId="{F56745AA-55D0-EEB6-4053-9F575DF1C10E}"/>
          </ac:picMkLst>
        </pc:picChg>
        <pc:picChg chg="add mod">
          <ac:chgData name="Wilmer Ortega Erazo" userId="19082e28a51afb61" providerId="LiveId" clId="{865003FC-1581-41DD-AA89-35FD4BC3E962}" dt="2023-08-30T01:16:56.432" v="248" actId="14100"/>
          <ac:picMkLst>
            <pc:docMk/>
            <pc:sldMk cId="1414673962" sldId="261"/>
            <ac:picMk id="6" creationId="{2E7470FF-733C-24AD-3104-A69EC926A476}"/>
          </ac:picMkLst>
        </pc:picChg>
        <pc:picChg chg="add mod">
          <ac:chgData name="Wilmer Ortega Erazo" userId="19082e28a51afb61" providerId="LiveId" clId="{865003FC-1581-41DD-AA89-35FD4BC3E962}" dt="2023-08-30T01:16:58.789" v="249" actId="14100"/>
          <ac:picMkLst>
            <pc:docMk/>
            <pc:sldMk cId="1414673962" sldId="261"/>
            <ac:picMk id="8" creationId="{8D10AC4D-D07F-B96F-9EEE-93BADDB46BEC}"/>
          </ac:picMkLst>
        </pc:picChg>
        <pc:picChg chg="del">
          <ac:chgData name="Wilmer Ortega Erazo" userId="19082e28a51afb61" providerId="LiveId" clId="{865003FC-1581-41DD-AA89-35FD4BC3E962}" dt="2023-08-28T01:55:11.804" v="13" actId="478"/>
          <ac:picMkLst>
            <pc:docMk/>
            <pc:sldMk cId="1414673962" sldId="261"/>
            <ac:picMk id="9" creationId="{9B113F48-7B98-C193-3564-65A8EF5F4BEB}"/>
          </ac:picMkLst>
        </pc:picChg>
      </pc:sldChg>
      <pc:sldChg chg="addSp delSp modSp add mod">
        <pc:chgData name="Wilmer Ortega Erazo" userId="19082e28a51afb61" providerId="LiveId" clId="{865003FC-1581-41DD-AA89-35FD4BC3E962}" dt="2023-08-30T01:18:52.197" v="260" actId="1076"/>
        <pc:sldMkLst>
          <pc:docMk/>
          <pc:sldMk cId="2927838113" sldId="262"/>
        </pc:sldMkLst>
        <pc:spChg chg="del mod">
          <ac:chgData name="Wilmer Ortega Erazo" userId="19082e28a51afb61" providerId="LiveId" clId="{865003FC-1581-41DD-AA89-35FD4BC3E962}" dt="2023-08-30T01:18:21.787" v="256" actId="478"/>
          <ac:spMkLst>
            <pc:docMk/>
            <pc:sldMk cId="2927838113" sldId="262"/>
            <ac:spMk id="2" creationId="{91A14A99-37E7-FD86-1156-A753F20D5A3A}"/>
          </ac:spMkLst>
        </pc:spChg>
        <pc:spChg chg="mod">
          <ac:chgData name="Wilmer Ortega Erazo" userId="19082e28a51afb61" providerId="LiveId" clId="{865003FC-1581-41DD-AA89-35FD4BC3E962}" dt="2023-08-30T01:18:52.197" v="260" actId="1076"/>
          <ac:spMkLst>
            <pc:docMk/>
            <pc:sldMk cId="2927838113" sldId="262"/>
            <ac:spMk id="4" creationId="{A29C0834-3DBC-9FB3-0E0A-F77D599198EB}"/>
          </ac:spMkLst>
        </pc:spChg>
        <pc:spChg chg="add del mod">
          <ac:chgData name="Wilmer Ortega Erazo" userId="19082e28a51afb61" providerId="LiveId" clId="{865003FC-1581-41DD-AA89-35FD4BC3E962}" dt="2023-08-30T01:18:29.900" v="258" actId="478"/>
          <ac:spMkLst>
            <pc:docMk/>
            <pc:sldMk cId="2927838113" sldId="262"/>
            <ac:spMk id="6" creationId="{9063DBE4-3DDB-8A98-EBE1-595B13BDDAC3}"/>
          </ac:spMkLst>
        </pc:spChg>
        <pc:spChg chg="add mod">
          <ac:chgData name="Wilmer Ortega Erazo" userId="19082e28a51afb61" providerId="LiveId" clId="{865003FC-1581-41DD-AA89-35FD4BC3E962}" dt="2023-08-30T01:18:22.990" v="257"/>
          <ac:spMkLst>
            <pc:docMk/>
            <pc:sldMk cId="2927838113" sldId="262"/>
            <ac:spMk id="7" creationId="{452C4510-D553-3182-4673-5DA7396F9946}"/>
          </ac:spMkLst>
        </pc:spChg>
        <pc:picChg chg="add mod">
          <ac:chgData name="Wilmer Ortega Erazo" userId="19082e28a51afb61" providerId="LiveId" clId="{865003FC-1581-41DD-AA89-35FD4BC3E962}" dt="2023-08-28T02:17:52.209" v="127" actId="1440"/>
          <ac:picMkLst>
            <pc:docMk/>
            <pc:sldMk cId="2927838113" sldId="262"/>
            <ac:picMk id="5" creationId="{FCFAF5DD-2955-0F0D-463E-5E731A4CCFE6}"/>
          </ac:picMkLst>
        </pc:picChg>
        <pc:picChg chg="add del">
          <ac:chgData name="Wilmer Ortega Erazo" userId="19082e28a51afb61" providerId="LiveId" clId="{865003FC-1581-41DD-AA89-35FD4BC3E962}" dt="2023-08-28T02:17:21.343" v="123" actId="22"/>
          <ac:picMkLst>
            <pc:docMk/>
            <pc:sldMk cId="2927838113" sldId="262"/>
            <ac:picMk id="7" creationId="{86399246-F669-27EB-389E-6566E542143F}"/>
          </ac:picMkLst>
        </pc:picChg>
        <pc:picChg chg="add mod">
          <ac:chgData name="Wilmer Ortega Erazo" userId="19082e28a51afb61" providerId="LiveId" clId="{865003FC-1581-41DD-AA89-35FD4BC3E962}" dt="2023-08-28T02:17:54.780" v="128" actId="1440"/>
          <ac:picMkLst>
            <pc:docMk/>
            <pc:sldMk cId="2927838113" sldId="262"/>
            <ac:picMk id="1026" creationId="{E97E9200-6E24-3337-5795-CD2DA8378E04}"/>
          </ac:picMkLst>
        </pc:picChg>
      </pc:sldChg>
      <pc:sldChg chg="addSp delSp modSp add mod">
        <pc:chgData name="Wilmer Ortega Erazo" userId="19082e28a51afb61" providerId="LiveId" clId="{865003FC-1581-41DD-AA89-35FD4BC3E962}" dt="2023-08-30T01:17:36.496" v="253" actId="2711"/>
        <pc:sldMkLst>
          <pc:docMk/>
          <pc:sldMk cId="2948409753" sldId="263"/>
        </pc:sldMkLst>
        <pc:spChg chg="mod">
          <ac:chgData name="Wilmer Ortega Erazo" userId="19082e28a51afb61" providerId="LiveId" clId="{865003FC-1581-41DD-AA89-35FD4BC3E962}" dt="2023-08-30T01:17:36.496" v="253" actId="2711"/>
          <ac:spMkLst>
            <pc:docMk/>
            <pc:sldMk cId="2948409753" sldId="263"/>
            <ac:spMk id="2" creationId="{91A14A99-37E7-FD86-1156-A753F20D5A3A}"/>
          </ac:spMkLst>
        </pc:spChg>
        <pc:spChg chg="mod">
          <ac:chgData name="Wilmer Ortega Erazo" userId="19082e28a51afb61" providerId="LiveId" clId="{865003FC-1581-41DD-AA89-35FD4BC3E962}" dt="2023-08-30T01:17:36.496" v="253" actId="2711"/>
          <ac:spMkLst>
            <pc:docMk/>
            <pc:sldMk cId="2948409753" sldId="263"/>
            <ac:spMk id="4" creationId="{A29C0834-3DBC-9FB3-0E0A-F77D599198EB}"/>
          </ac:spMkLst>
        </pc:spChg>
        <pc:picChg chg="del">
          <ac:chgData name="Wilmer Ortega Erazo" userId="19082e28a51afb61" providerId="LiveId" clId="{865003FC-1581-41DD-AA89-35FD4BC3E962}" dt="2023-08-28T02:18:27.824" v="132" actId="478"/>
          <ac:picMkLst>
            <pc:docMk/>
            <pc:sldMk cId="2948409753" sldId="263"/>
            <ac:picMk id="5" creationId="{FCFAF5DD-2955-0F0D-463E-5E731A4CCFE6}"/>
          </ac:picMkLst>
        </pc:picChg>
        <pc:picChg chg="add mod">
          <ac:chgData name="Wilmer Ortega Erazo" userId="19082e28a51afb61" providerId="LiveId" clId="{865003FC-1581-41DD-AA89-35FD4BC3E962}" dt="2023-08-28T02:26:01.490" v="157" actId="1440"/>
          <ac:picMkLst>
            <pc:docMk/>
            <pc:sldMk cId="2948409753" sldId="263"/>
            <ac:picMk id="6" creationId="{B933694F-943A-473B-B49F-8904BBF93E16}"/>
          </ac:picMkLst>
        </pc:picChg>
        <pc:picChg chg="del">
          <ac:chgData name="Wilmer Ortega Erazo" userId="19082e28a51afb61" providerId="LiveId" clId="{865003FC-1581-41DD-AA89-35FD4BC3E962}" dt="2023-08-28T02:18:27.824" v="132" actId="478"/>
          <ac:picMkLst>
            <pc:docMk/>
            <pc:sldMk cId="2948409753" sldId="263"/>
            <ac:picMk id="1026" creationId="{E97E9200-6E24-3337-5795-CD2DA8378E04}"/>
          </ac:picMkLst>
        </pc:picChg>
        <pc:picChg chg="add mod">
          <ac:chgData name="Wilmer Ortega Erazo" userId="19082e28a51afb61" providerId="LiveId" clId="{865003FC-1581-41DD-AA89-35FD4BC3E962}" dt="2023-08-28T02:26:26.873" v="158" actId="1440"/>
          <ac:picMkLst>
            <pc:docMk/>
            <pc:sldMk cId="2948409753" sldId="263"/>
            <ac:picMk id="2050" creationId="{F4540764-72E5-99A1-FD86-AB0E6F7D3421}"/>
          </ac:picMkLst>
        </pc:picChg>
      </pc:sldChg>
      <pc:sldChg chg="addSp delSp modSp add mod">
        <pc:chgData name="Wilmer Ortega Erazo" userId="19082e28a51afb61" providerId="LiveId" clId="{865003FC-1581-41DD-AA89-35FD4BC3E962}" dt="2023-08-30T01:08:16.553" v="218" actId="14838"/>
        <pc:sldMkLst>
          <pc:docMk/>
          <pc:sldMk cId="2529119344" sldId="264"/>
        </pc:sldMkLst>
        <pc:spChg chg="del">
          <ac:chgData name="Wilmer Ortega Erazo" userId="19082e28a51afb61" providerId="LiveId" clId="{865003FC-1581-41DD-AA89-35FD4BC3E962}" dt="2023-08-30T00:54:12.727" v="164" actId="478"/>
          <ac:spMkLst>
            <pc:docMk/>
            <pc:sldMk cId="2529119344" sldId="264"/>
            <ac:spMk id="2" creationId="{91A14A99-37E7-FD86-1156-A753F20D5A3A}"/>
          </ac:spMkLst>
        </pc:spChg>
        <pc:spChg chg="del mod">
          <ac:chgData name="Wilmer Ortega Erazo" userId="19082e28a51afb61" providerId="LiveId" clId="{865003FC-1581-41DD-AA89-35FD4BC3E962}" dt="2023-08-30T00:54:10.966" v="163" actId="478"/>
          <ac:spMkLst>
            <pc:docMk/>
            <pc:sldMk cId="2529119344" sldId="264"/>
            <ac:spMk id="4" creationId="{A29C0834-3DBC-9FB3-0E0A-F77D599198EB}"/>
          </ac:spMkLst>
        </pc:spChg>
        <pc:spChg chg="add mod">
          <ac:chgData name="Wilmer Ortega Erazo" userId="19082e28a51afb61" providerId="LiveId" clId="{865003FC-1581-41DD-AA89-35FD4BC3E962}" dt="2023-08-30T01:08:16.553" v="218" actId="14838"/>
          <ac:spMkLst>
            <pc:docMk/>
            <pc:sldMk cId="2529119344" sldId="264"/>
            <ac:spMk id="5" creationId="{3D111C87-536D-B1D0-25D6-ED185323FD5A}"/>
          </ac:spMkLst>
        </pc:spChg>
        <pc:picChg chg="del">
          <ac:chgData name="Wilmer Ortega Erazo" userId="19082e28a51afb61" providerId="LiveId" clId="{865003FC-1581-41DD-AA89-35FD4BC3E962}" dt="2023-08-30T00:54:08.442" v="160" actId="478"/>
          <ac:picMkLst>
            <pc:docMk/>
            <pc:sldMk cId="2529119344" sldId="264"/>
            <ac:picMk id="6" creationId="{B933694F-943A-473B-B49F-8904BBF93E16}"/>
          </ac:picMkLst>
        </pc:picChg>
        <pc:picChg chg="add mod">
          <ac:chgData name="Wilmer Ortega Erazo" userId="19082e28a51afb61" providerId="LiveId" clId="{865003FC-1581-41DD-AA89-35FD4BC3E962}" dt="2023-08-30T01:05:56.325" v="207" actId="14100"/>
          <ac:picMkLst>
            <pc:docMk/>
            <pc:sldMk cId="2529119344" sldId="264"/>
            <ac:picMk id="1026" creationId="{9800BA51-919B-9FC2-0EBA-0FD68A740ECC}"/>
          </ac:picMkLst>
        </pc:picChg>
        <pc:picChg chg="del">
          <ac:chgData name="Wilmer Ortega Erazo" userId="19082e28a51afb61" providerId="LiveId" clId="{865003FC-1581-41DD-AA89-35FD4BC3E962}" dt="2023-08-30T00:54:09.062" v="161" actId="478"/>
          <ac:picMkLst>
            <pc:docMk/>
            <pc:sldMk cId="2529119344" sldId="264"/>
            <ac:picMk id="2050" creationId="{F4540764-72E5-99A1-FD86-AB0E6F7D342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4120" y="1803300"/>
            <a:ext cx="7390811" cy="2387600"/>
          </a:xfrm>
          <a:prstGeom prst="rect">
            <a:avLst/>
          </a:prstGeom>
        </p:spPr>
        <p:txBody>
          <a:bodyPr anchor="b"/>
          <a:lstStyle>
            <a:lvl1pPr algn="l"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 dirty="0"/>
              <a:t>Nombre de la Presentación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4120" y="4282975"/>
            <a:ext cx="7390811" cy="9023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Nombre del presentador</a:t>
            </a:r>
            <a:endParaRPr lang="en-US" dirty="0"/>
          </a:p>
        </p:txBody>
      </p:sp>
      <p:sp>
        <p:nvSpPr>
          <p:cNvPr id="6" name="Marcador de contenido 4"/>
          <p:cNvSpPr>
            <a:spLocks noGrp="1"/>
          </p:cNvSpPr>
          <p:nvPr>
            <p:ph sz="quarter" idx="11" hasCustomPrompt="1"/>
          </p:nvPr>
        </p:nvSpPr>
        <p:spPr>
          <a:xfrm>
            <a:off x="4234121" y="5797420"/>
            <a:ext cx="7390811" cy="28191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60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4572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2pPr>
            <a:lvl3pPr marL="9144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3pPr>
            <a:lvl4pPr marL="13716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4pPr>
            <a:lvl5pPr marL="18288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5pPr>
          </a:lstStyle>
          <a:p>
            <a:r>
              <a:rPr lang="pt-BR" dirty="0"/>
              <a:t>Cali, 20 de </a:t>
            </a:r>
            <a:r>
              <a:rPr lang="pt-BR" dirty="0" err="1"/>
              <a:t>enero</a:t>
            </a:r>
            <a:r>
              <a:rPr lang="pt-BR" dirty="0"/>
              <a:t> de 2016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4233334" y="5425594"/>
            <a:ext cx="50652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Facultad de Salud</a:t>
            </a:r>
          </a:p>
        </p:txBody>
      </p:sp>
      <p:pic>
        <p:nvPicPr>
          <p:cNvPr id="10" name="2 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312" y="204917"/>
            <a:ext cx="2082917" cy="1552346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7566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201B7D7-FD72-2FF6-6D3F-2EB0395E7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3CEE7035-859A-B0A2-D12E-DD9E501E7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6AAF376A-178A-4B14-D559-DC12BA84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52DA-B7B6-4085-A2D9-60E2B66D6591}" type="datetimeFigureOut">
              <a:rPr lang="es-CO" smtClean="0"/>
              <a:t>12/02/2025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C7528F0A-A068-211B-75B3-91D87A4C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45972155-BFE0-EDAC-8AA4-EC8CBC55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43279-609A-4A94-A279-595A2E79EF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1731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815829" y="1825625"/>
            <a:ext cx="9766571" cy="446366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C00000"/>
              </a:buClr>
              <a:buFont typeface="Wingdings" charset="2"/>
              <a:buChar char="§"/>
              <a:defRPr sz="2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  <p:sp>
        <p:nvSpPr>
          <p:cNvPr id="5" name="CuadroTexto 4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72118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201B7D7-FD72-2FF6-6D3F-2EB0395E7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3CEE7035-859A-B0A2-D12E-DD9E501E7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6AAF376A-178A-4B14-D559-DC12BA84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52DA-B7B6-4085-A2D9-60E2B66D6591}" type="datetimeFigureOut">
              <a:rPr lang="es-CO" smtClean="0"/>
              <a:t>12/02/2025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C7528F0A-A068-211B-75B3-91D87A4C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45972155-BFE0-EDAC-8AA4-EC8CBC55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43279-609A-4A94-A279-595A2E79EF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922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1906622" y="1014491"/>
            <a:ext cx="9348676" cy="4873625"/>
          </a:xfrm>
          <a:prstGeom prst="rect">
            <a:avLst/>
          </a:prstGeom>
          <a:effectLst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6" name="CuadroTexto 5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59590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gráfico 8"/>
          <p:cNvSpPr>
            <a:spLocks noGrp="1"/>
          </p:cNvSpPr>
          <p:nvPr>
            <p:ph type="chart" sz="quarter" idx="10"/>
          </p:nvPr>
        </p:nvSpPr>
        <p:spPr>
          <a:xfrm>
            <a:off x="1815829" y="1617041"/>
            <a:ext cx="9766571" cy="473915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ES_tradnl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6" name="CuadroTexto 5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47498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9" name="Marcador de contenido 2"/>
          <p:cNvSpPr>
            <a:spLocks noGrp="1"/>
          </p:cNvSpPr>
          <p:nvPr>
            <p:ph idx="1"/>
          </p:nvPr>
        </p:nvSpPr>
        <p:spPr>
          <a:xfrm>
            <a:off x="1815829" y="1825625"/>
            <a:ext cx="5157400" cy="4586327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C00000"/>
              </a:buClr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  <p:sp>
        <p:nvSpPr>
          <p:cNvPr id="11" name="Marcador de imagen 10"/>
          <p:cNvSpPr>
            <a:spLocks noGrp="1"/>
          </p:cNvSpPr>
          <p:nvPr>
            <p:ph type="pic" sz="quarter" idx="10"/>
          </p:nvPr>
        </p:nvSpPr>
        <p:spPr>
          <a:xfrm>
            <a:off x="7181386" y="1825625"/>
            <a:ext cx="4401015" cy="282443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10" name="CuadroTexto 9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4035492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6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4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40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94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845F8A7-5B09-2297-049A-F770AF606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1733" y="1041400"/>
            <a:ext cx="9144000" cy="2387600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Bases de datos I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F8B71A42-09A7-91A0-BE8B-AE0E01E96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0600" y="3429000"/>
            <a:ext cx="9144000" cy="1655762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Wilmer Hernán Ortega Erazo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DEDFEFCA-5464-FE50-AF10-130E28C56120}"/>
              </a:ext>
            </a:extLst>
          </p:cNvPr>
          <p:cNvSpPr txBox="1"/>
          <p:nvPr/>
        </p:nvSpPr>
        <p:spPr>
          <a:xfrm>
            <a:off x="5020733" y="5447268"/>
            <a:ext cx="5223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02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3" y="0"/>
            <a:ext cx="9516534" cy="1959011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Evolución Histórica de las Bases de Datos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A29C0834-3DBC-9FB3-0E0A-F77D599198EB}"/>
              </a:ext>
            </a:extLst>
          </p:cNvPr>
          <p:cNvSpPr txBox="1"/>
          <p:nvPr/>
        </p:nvSpPr>
        <p:spPr>
          <a:xfrm>
            <a:off x="1820333" y="2370669"/>
            <a:ext cx="650434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El inicio de las bases de datos tiene lugar en la antigüedad cuando se instauró un sistema manual para registrar y organizar la información de las cosechas recogidas, los primeros censos y de </a:t>
            </a:r>
            <a:r>
              <a:rPr lang="es-MX">
                <a:latin typeface="Arial" panose="020B0604020202020204" pitchFamily="34" charset="0"/>
                <a:cs typeface="Arial" panose="020B0604020202020204" pitchFamily="34" charset="0"/>
              </a:rPr>
              <a:t>los inventarios.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b="1" dirty="0">
                <a:latin typeface="Arial" panose="020B0604020202020204" pitchFamily="34" charset="0"/>
                <a:cs typeface="Arial" panose="020B0604020202020204" pitchFamily="34" charset="0"/>
              </a:rPr>
              <a:t>1960-1970: Los Inicios</a:t>
            </a: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esta década, las computadoras mainframe dominaban el panorama tecnológico. Los sistemas de almacenamiento utilizaban cintas magnéticas y tarjetas perforadas para organizar los datos. Surgieron los primeros sistemas de gestión de archivos, que permitían a las organizaciones acceder y gestionar datos de manera más eficiente.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xmlns="" id="{6157D0E8-B3D1-2E6E-B2DD-E20727E8F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928" y="2102813"/>
            <a:ext cx="3468061" cy="20066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xmlns="" id="{E2B9195A-6AA2-C56D-7E52-FECA58CE4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928" y="4397017"/>
            <a:ext cx="3468061" cy="183356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28638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A29C0834-3DBC-9FB3-0E0A-F77D599198EB}"/>
              </a:ext>
            </a:extLst>
          </p:cNvPr>
          <p:cNvSpPr txBox="1"/>
          <p:nvPr/>
        </p:nvSpPr>
        <p:spPr>
          <a:xfrm>
            <a:off x="1440611" y="1244570"/>
            <a:ext cx="666821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1970-1980: Modelo Relacional</a:t>
            </a: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El hito clave de esta época fue la propuesta del modelo relacional por Edgar Codd en 1970. Este modelo revolucionario permitía almacenar datos en tablas relacionadas. Junto con el lenguaje SQL (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), se abrió el camino para consultas más flexibles y eficientes.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b="1" dirty="0">
                <a:latin typeface="Arial" panose="020B0604020202020204" pitchFamily="34" charset="0"/>
                <a:cs typeface="Arial" panose="020B0604020202020204" pitchFamily="34" charset="0"/>
              </a:rPr>
              <a:t>1980-1990: Bases de Datos Distribuidas y Cliente-Servidor</a:t>
            </a: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 la llegada de redes de computadoras, surgieron las bases de datos distribuidas. Estas permitían el almacenamiento y acceso a datos en ubicaciones geográficamente dispersas. Además, la arquitectura cliente-servidor ganó prominencia, permitiendo a múltiples usuarios acceder a una base de datos centralizada.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xmlns="" id="{89704037-ED7B-A825-83EB-E0EB34650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200" y="289679"/>
            <a:ext cx="3910880" cy="18752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xmlns="" id="{FC102CE9-4865-74A7-53F3-C8580D9A9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807" y="2353367"/>
            <a:ext cx="3906271" cy="17527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xmlns="" id="{5F1A9074-84FB-F2FA-46B4-DEAEFD051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805" y="4258733"/>
            <a:ext cx="3906273" cy="17527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571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A29C0834-3DBC-9FB3-0E0A-F77D599198EB}"/>
              </a:ext>
            </a:extLst>
          </p:cNvPr>
          <p:cNvSpPr txBox="1"/>
          <p:nvPr/>
        </p:nvSpPr>
        <p:spPr>
          <a:xfrm>
            <a:off x="1492372" y="1244570"/>
            <a:ext cx="65905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1990-2000: Bases de Datos Orientadas a Objetos y Web</a:t>
            </a: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Las bases de datos orientadas a objetos surgieron para gestionar datos complejos y estructuras más similares al mundo real. La expansión de Internet llevó al desarrollo de bases de datos web, lo que permitió a los usuarios acceder y compartir datos a través de la web.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b="1" dirty="0">
                <a:latin typeface="Arial" panose="020B0604020202020204" pitchFamily="34" charset="0"/>
                <a:cs typeface="Arial" panose="020B0604020202020204" pitchFamily="34" charset="0"/>
              </a:rPr>
              <a:t>2000-Actualidad: Big Data y NoSQL</a:t>
            </a: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 la explosión de datos en la era digital, surgió el concepto de Big Data. Se necesitaban soluciones para manejar y analizar grandes volúmenes de datos. Las bases de datos NoSQL (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SQL) se desarrollaron para abordar desafíos específicos, como escalabilidad y variedad de datos.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C5EE5447-F02C-08BC-A54C-35A410DE1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200" y="81901"/>
            <a:ext cx="3910878" cy="21794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xmlns="" id="{0326938A-FD9C-915B-6907-5E7331DF5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200" y="4401905"/>
            <a:ext cx="3910878" cy="22972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xmlns="" id="{3605C67F-3DC0-248B-A642-6D55C1B89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200" y="2379133"/>
            <a:ext cx="3913187" cy="1905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31248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1985" y="287866"/>
            <a:ext cx="10688128" cy="927629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¿Qué es una Bases de Datos?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A29C0834-3DBC-9FB3-0E0A-F77D599198EB}"/>
              </a:ext>
            </a:extLst>
          </p:cNvPr>
          <p:cNvSpPr txBox="1"/>
          <p:nvPr/>
        </p:nvSpPr>
        <p:spPr>
          <a:xfrm>
            <a:off x="1856916" y="1442657"/>
            <a:ext cx="9414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Una base de datos es una recopilación organizada de información o datos 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estructurados,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semi</a:t>
            </a:r>
            <a:r>
              <a:rPr lang="es-MX" smtClean="0">
                <a:latin typeface="Arial" panose="020B0604020202020204" pitchFamily="34" charset="0"/>
                <a:cs typeface="Arial" panose="020B0604020202020204" pitchFamily="34" charset="0"/>
              </a:rPr>
              <a:t>-estructurados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y no estructurados que se almacenan y gestionan de manera eficiente, normalmente se almacena de forma electrónica en un sistema informático. Las bases de datos pueden almacenar información sobre personas, productos, pedidos u otras cosas.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F56745AA-55D0-EEB6-4053-9F575DF1C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916" y="3025424"/>
            <a:ext cx="4721684" cy="287937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xmlns="" id="{9B113F48-7B98-C193-3564-65A8EF5F4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382" y="2777706"/>
            <a:ext cx="3379932" cy="35240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600829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7" y="287866"/>
            <a:ext cx="9943541" cy="927629"/>
          </a:xfrm>
        </p:spPr>
        <p:txBody>
          <a:bodyPr/>
          <a:lstStyle/>
          <a:p>
            <a:r>
              <a:rPr lang="es-MX" sz="4800" dirty="0">
                <a:latin typeface="Arial" panose="020B0604020202020204" pitchFamily="34" charset="0"/>
                <a:cs typeface="Arial" panose="020B0604020202020204" pitchFamily="34" charset="0"/>
              </a:rPr>
              <a:t>Arquitectura de una Base de Datos</a:t>
            </a:r>
            <a:endParaRPr lang="es-CO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A29C0834-3DBC-9FB3-0E0A-F77D599198EB}"/>
              </a:ext>
            </a:extLst>
          </p:cNvPr>
          <p:cNvSpPr txBox="1"/>
          <p:nvPr/>
        </p:nvSpPr>
        <p:spPr>
          <a:xfrm>
            <a:off x="1684867" y="1215495"/>
            <a:ext cx="100753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Componentes de una Base de Datos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Datos: Información que se almacena en la base de datos.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Sistema de Gestión de Bases de Datos (DBMS): Software que permite la creación, manipulación y gestión de la base de datos.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Usuarios: Personas o aplicaciones que interactúan con la base de datos.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Modelos de Datos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Relacional: Organiza los datos en tablas con filas y columnas interconectadas.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Modelos NoSQL: Variedad de enfoques para gestionar datos no estructurados 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semi-estructurados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Otros modelos: Jerárquico, de red, orientado a objetos, entre otros.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xmlns="" id="{2E7470FF-733C-24AD-3104-A69EC926A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815" y="4631815"/>
            <a:ext cx="2607854" cy="202585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xmlns="" id="{8D10AC4D-D07F-B96F-9EEE-93BADDB46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183" y="4631815"/>
            <a:ext cx="3615836" cy="2076926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14673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A29C0834-3DBC-9FB3-0E0A-F77D599198EB}"/>
              </a:ext>
            </a:extLst>
          </p:cNvPr>
          <p:cNvSpPr txBox="1"/>
          <p:nvPr/>
        </p:nvSpPr>
        <p:spPr>
          <a:xfrm>
            <a:off x="1684867" y="1215495"/>
            <a:ext cx="9550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Almacenamiento Físico y Lógico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Almacenamiento Físico: Cómo y dónde se guardan los datos en el disco.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Almacenamiento Lógico: Cómo los usuarios perciben y acceden a los datos.</a:t>
            </a:r>
          </a:p>
          <a:p>
            <a:pPr algn="just"/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Normalización de Datos</a:t>
            </a: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normalización es un proceso para organizar los datos en tablas de manera que reduzca la redundancia y mejore la eficiencia en la gestión de datos.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FCFAF5DD-2955-0F0D-463E-5E731A4CC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009" y="3727449"/>
            <a:ext cx="3676650" cy="27051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E97E9200-6E24-3337-5795-CD2DA8378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10" y="3727449"/>
            <a:ext cx="5588000" cy="268995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xmlns="" id="{452C4510-D553-3182-4673-5DA7396F9946}"/>
              </a:ext>
            </a:extLst>
          </p:cNvPr>
          <p:cNvSpPr txBox="1">
            <a:spLocks/>
          </p:cNvSpPr>
          <p:nvPr/>
        </p:nvSpPr>
        <p:spPr>
          <a:xfrm>
            <a:off x="1684867" y="287866"/>
            <a:ext cx="9943541" cy="927629"/>
          </a:xfr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4800" dirty="0">
                <a:latin typeface="Arial" panose="020B0604020202020204" pitchFamily="34" charset="0"/>
                <a:cs typeface="Arial" panose="020B0604020202020204" pitchFamily="34" charset="0"/>
              </a:rPr>
              <a:t>Arquitectura de una Base de Datos</a:t>
            </a:r>
            <a:endParaRPr lang="es-CO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838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7" y="287866"/>
            <a:ext cx="10371667" cy="927629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Futuro de las Bases de Datos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A29C0834-3DBC-9FB3-0E0A-F77D599198EB}"/>
              </a:ext>
            </a:extLst>
          </p:cNvPr>
          <p:cNvSpPr txBox="1"/>
          <p:nvPr/>
        </p:nvSpPr>
        <p:spPr>
          <a:xfrm>
            <a:off x="1820333" y="1520295"/>
            <a:ext cx="94149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Bases de Datos en la Nube y como Servicio (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DBaaS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): Mayor flexibilidad y escalabilidad al alojar bases de datos en la nube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Inteligencia Artificial y Aprendizaje Automático: Integración de capacidades de análisis avanzado directamente en las bases de datos.</a:t>
            </a: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Privacidad y Seguridad de Datos: Mayor enfoque en garantizar la privacidad y seguridad de los datos en un mundo cada vez más interconectado.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xmlns="" id="{B933694F-943A-473B-B49F-8904BBF93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12" y="3429000"/>
            <a:ext cx="4120188" cy="314113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F4540764-72E5-99A1-FD86-AB0E6F7D3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296" y="3428998"/>
            <a:ext cx="5737031" cy="31411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8409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9800BA51-919B-9FC2-0EBA-0FD68A740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145" y="0"/>
            <a:ext cx="7887854" cy="6858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xmlns="" id="{3D111C87-536D-B1D0-25D6-ED185323F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4472" y="2652056"/>
            <a:ext cx="6807200" cy="1553887"/>
          </a:xfrm>
          <a:noFill/>
        </p:spPr>
        <p:txBody>
          <a:bodyPr/>
          <a:lstStyle/>
          <a:p>
            <a:r>
              <a:rPr lang="es-MX" sz="9600" b="1" dirty="0">
                <a:ln w="13462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2">
                    <a:lumMod val="50000"/>
                  </a:schemeClr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Edwardian Script ITC" panose="020F0502020204030204" pitchFamily="66" charset="0"/>
              </a:rPr>
              <a:t>Muchas Gracias</a:t>
            </a:r>
            <a:endParaRPr lang="es-CO" sz="9600" b="1" dirty="0">
              <a:ln w="13462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</a:ln>
              <a:solidFill>
                <a:schemeClr val="accent2">
                  <a:lumMod val="50000"/>
                </a:schemeClr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  <a:latin typeface="Edwardian Script ITC" panose="020F050202020403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193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Rojo naranja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iseño personalizado">
  <a:themeElements>
    <a:clrScheme name="Marquesina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Diseño personalizado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Plantilla_Univalle_PW_1</Template>
  <TotalTime>161</TotalTime>
  <Words>576</Words>
  <Application>Microsoft Office PowerPoint</Application>
  <PresentationFormat>Panorámica</PresentationFormat>
  <Paragraphs>44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9</vt:i4>
      </vt:variant>
    </vt:vector>
  </HeadingPairs>
  <TitlesOfParts>
    <vt:vector size="19" baseType="lpstr">
      <vt:lpstr>Arial</vt:lpstr>
      <vt:lpstr>Calibri</vt:lpstr>
      <vt:lpstr>Calibri Light</vt:lpstr>
      <vt:lpstr>Edwardian Script ITC</vt:lpstr>
      <vt:lpstr>Wingdings</vt:lpstr>
      <vt:lpstr>Tema de Office</vt:lpstr>
      <vt:lpstr>Diseño personalizado</vt:lpstr>
      <vt:lpstr>1_Diseño personalizado</vt:lpstr>
      <vt:lpstr>2_Diseño personalizado</vt:lpstr>
      <vt:lpstr>3_Diseño personalizado</vt:lpstr>
      <vt:lpstr>Bases de datos I</vt:lpstr>
      <vt:lpstr>Evolución Histórica de las Bases de Datos</vt:lpstr>
      <vt:lpstr>Presentación de PowerPoint</vt:lpstr>
      <vt:lpstr>Presentación de PowerPoint</vt:lpstr>
      <vt:lpstr>¿Qué es una Bases de Datos?</vt:lpstr>
      <vt:lpstr>Arquitectura de una Base de Datos</vt:lpstr>
      <vt:lpstr>Presentación de PowerPoint</vt:lpstr>
      <vt:lpstr>Futuro de las Bases de Datos</vt:lpstr>
      <vt:lpstr>Muchas Gracias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I</dc:title>
  <dc:creator>Wilmer Ortega Erazo</dc:creator>
  <cp:lastModifiedBy>Wilmer Ortega Erazo</cp:lastModifiedBy>
  <cp:revision>2</cp:revision>
  <dcterms:created xsi:type="dcterms:W3CDTF">2023-08-28T00:09:41Z</dcterms:created>
  <dcterms:modified xsi:type="dcterms:W3CDTF">2025-02-12T14:25:37Z</dcterms:modified>
</cp:coreProperties>
</file>